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019674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indent="-324900" algn="ctr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">
  <a:themeElements>
    <a:clrScheme name="Theme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127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127</vt:i4>
      </vt:variant>
    </vt:vector>
  </HeadingPairs>
  <TitlesOfParts>
    <vt:vector size="128" baseType="lpstr">
      <vt:lpstr>Theme9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subject>Sample 02 Subject</dc:subject>
  <dc:creator>PHPOffice</dc:creator>
  <cp:keywords>office 2007 openxml libreoffice odt php</cp:keywords>
  <dc:description>Sample 02 Description</dc:description>
  <cp:lastModifiedBy>懒鱼 小</cp:lastModifiedBy>
  <cp:revision>1</cp:revision>
  <dcterms:created xsi:type="dcterms:W3CDTF">2026-06-11T12:21:10Z</dcterms:created>
  <dcterms:modified xsi:type="dcterms:W3CDTF">2026-06-25T13:13:50Z</dcterms:modified>
  <cp:category>Sample Category</cp:category>
</cp:coreProperties>
</file>