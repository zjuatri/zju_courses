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37" r:id="rId79"/>
    <p:sldId id="339" r:id="rId80"/>
    <p:sldId id="340" r:id="rId81"/>
    <p:sldId id="341" r:id="rId82"/>
    <p:sldId id="342" r:id="rId83"/>
    <p:sldId id="343" r:id="rId84"/>
    <p:sldId id="344" r:id="rId85"/>
    <p:sldId id="345" r:id="rId86"/>
    <p:sldId id="346" r:id="rId87"/>
    <p:sldId id="347" r:id="rId88"/>
    <p:sldId id="348" r:id="rId89"/>
    <p:sldId id="349" r:id="rId90"/>
    <p:sldId id="350" r:id="rId91"/>
    <p:sldId id="351" r:id="rId92"/>
    <p:sldId id="352" r:id="rId93"/>
    <p:sldId id="353" r:id="rId94"/>
    <p:sldId id="354" r:id="rId95"/>
    <p:sldId id="355" r:id="rId96"/>
    <p:sldId id="356" r:id="rId97"/>
    <p:sldId id="357" r:id="rId98"/>
    <p:sldId id="358" r:id="rId99"/>
    <p:sldId id="359" r:id="rId100"/>
    <p:sldId id="360" r:id="rId101"/>
    <p:sldId id="361" r:id="rId102"/>
    <p:sldId id="362" r:id="rId103"/>
    <p:sldId id="363" r:id="rId104"/>
    <p:sldId id="364" r:id="rId105"/>
    <p:sldId id="365" r:id="rId106"/>
    <p:sldId id="366" r:id="rId107"/>
    <p:sldId id="367" r:id="rId108"/>
    <p:sldId id="368" r:id="rId109"/>
    <p:sldId id="369" r:id="rId110"/>
    <p:sldId id="370" r:id="rId111"/>
    <p:sldId id="371" r:id="rId112"/>
    <p:sldId id="372" r:id="rId113"/>
    <p:sldId id="373" r:id="rId114"/>
    <p:sldId id="374" r:id="rId115"/>
    <p:sldId id="375" r:id="rId116"/>
    <p:sldId id="376" r:id="rId117"/>
    <p:sldId id="377" r:id="rId118"/>
    <p:sldId id="378" r:id="rId119"/>
    <p:sldId id="379" r:id="rId120"/>
    <p:sldId id="380" r:id="rId121"/>
    <p:sldId id="381" r:id="rId122"/>
    <p:sldId id="382" r:id="rId123"/>
    <p:sldId id="383" r:id="rId124"/>
    <p:sldId id="384" r:id="rId125"/>
    <p:sldId id="385" r:id="rId126"/>
    <p:sldId id="386" r:id="rId127"/>
    <p:sldId id="387" r:id="rId128"/>
    <p:sldId id="388" r:id="rId129"/>
    <p:sldId id="389" r:id="rId130"/>
    <p:sldId id="390" r:id="rId131"/>
    <p:sldId id="391" r:id="rId132"/>
    <p:sldId id="392" r:id="rId133"/>
    <p:sldId id="393" r:id="rId134"/>
    <p:sldId id="394" r:id="rId135"/>
    <p:sldId id="395" r:id="rId136"/>
    <p:sldId id="396" r:id="rId137"/>
    <p:sldId id="397" r:id="rId138"/>
    <p:sldId id="398" r:id="rId13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1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019635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indent="-324900" algn="ctr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jpg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jpg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jpg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jpg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65">
  <a:themeElements>
    <a:clrScheme name="Theme6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138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138</vt:i4>
      </vt:variant>
    </vt:vector>
  </HeadingPairs>
  <TitlesOfParts>
    <vt:vector size="139" baseType="lpstr">
      <vt:lpstr>Theme65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02 Title</dc:title>
  <dc:subject>Sample 02 Subject</dc:subject>
  <dc:creator>PHPOffice</dc:creator>
  <cp:keywords>office 2007 openxml libreoffice odt php</cp:keywords>
  <dc:description>Sample 02 Description</dc:description>
  <cp:lastModifiedBy>懒鱼 小</cp:lastModifiedBy>
  <cp:revision>2</cp:revision>
  <dcterms:created xsi:type="dcterms:W3CDTF">2026-06-11T12:14:39Z</dcterms:created>
  <dcterms:modified xsi:type="dcterms:W3CDTF">2026-06-25T13:11:44Z</dcterms:modified>
  <cp:category>Sample Category</cp:category>
</cp:coreProperties>
</file>