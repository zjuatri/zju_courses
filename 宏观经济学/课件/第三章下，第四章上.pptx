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4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88" r:id="rId26"/>
    <p:sldId id="289" r:id="rId27"/>
    <p:sldId id="290" r:id="rId28"/>
    <p:sldId id="291" r:id="rId29"/>
    <p:sldId id="292" r:id="rId30"/>
    <p:sldId id="293" r:id="rId31"/>
    <p:sldId id="294" r:id="rId32"/>
    <p:sldId id="295" r:id="rId33"/>
    <p:sldId id="296" r:id="rId34"/>
    <p:sldId id="297" r:id="rId35"/>
    <p:sldId id="298" r:id="rId36"/>
    <p:sldId id="299" r:id="rId37"/>
    <p:sldId id="300" r:id="rId38"/>
    <p:sldId id="301" r:id="rId39"/>
    <p:sldId id="302" r:id="rId40"/>
    <p:sldId id="303" r:id="rId41"/>
    <p:sldId id="304" r:id="rId42"/>
    <p:sldId id="305" r:id="rId43"/>
    <p:sldId id="306" r:id="rId44"/>
    <p:sldId id="307" r:id="rId45"/>
    <p:sldId id="308" r:id="rId46"/>
    <p:sldId id="309" r:id="rId47"/>
    <p:sldId id="310" r:id="rId48"/>
    <p:sldId id="311" r:id="rId49"/>
    <p:sldId id="312" r:id="rId50"/>
    <p:sldId id="313" r:id="rId51"/>
    <p:sldId id="314" r:id="rId52"/>
    <p:sldId id="315" r:id="rId53"/>
    <p:sldId id="316" r:id="rId54"/>
    <p:sldId id="317" r:id="rId55"/>
    <p:sldId id="318" r:id="rId56"/>
    <p:sldId id="319" r:id="rId57"/>
    <p:sldId id="320" r:id="rId58"/>
    <p:sldId id="321" r:id="rId59"/>
    <p:sldId id="322" r:id="rId60"/>
    <p:sldId id="323" r:id="rId61"/>
    <p:sldId id="324" r:id="rId62"/>
    <p:sldId id="325" r:id="rId63"/>
    <p:sldId id="326" r:id="rId64"/>
    <p:sldId id="327" r:id="rId65"/>
    <p:sldId id="328" r:id="rId66"/>
    <p:sldId id="329" r:id="rId67"/>
    <p:sldId id="330" r:id="rId68"/>
    <p:sldId id="331" r:id="rId69"/>
    <p:sldId id="332" r:id="rId70"/>
    <p:sldId id="333" r:id="rId71"/>
    <p:sldId id="334" r:id="rId72"/>
    <p:sldId id="335" r:id="rId73"/>
    <p:sldId id="336" r:id="rId74"/>
    <p:sldId id="337" r:id="rId75"/>
    <p:sldId id="338" r:id="rId76"/>
    <p:sldId id="339" r:id="rId77"/>
    <p:sldId id="340" r:id="rId78"/>
    <p:sldId id="341" r:id="rId79"/>
    <p:sldId id="342" r:id="rId80"/>
    <p:sldId id="343" r:id="rId81"/>
    <p:sldId id="344" r:id="rId82"/>
    <p:sldId id="345" r:id="rId83"/>
    <p:sldId id="346" r:id="rId84"/>
    <p:sldId id="347" r:id="rId85"/>
    <p:sldId id="348" r:id="rId86"/>
    <p:sldId id="349" r:id="rId87"/>
    <p:sldId id="350" r:id="rId88"/>
    <p:sldId id="351" r:id="rId89"/>
    <p:sldId id="352" r:id="rId90"/>
    <p:sldId id="353" r:id="rId91"/>
    <p:sldId id="354" r:id="rId92"/>
    <p:sldId id="355" r:id="rId93"/>
    <p:sldId id="356" r:id="rId94"/>
    <p:sldId id="357" r:id="rId95"/>
    <p:sldId id="358" r:id="rId96"/>
    <p:sldId id="359" r:id="rId97"/>
    <p:sldId id="360" r:id="rId98"/>
    <p:sldId id="361" r:id="rId99"/>
    <p:sldId id="362" r:id="rId100"/>
    <p:sldId id="363" r:id="rId101"/>
    <p:sldId id="364" r:id="rId102"/>
    <p:sldId id="365" r:id="rId103"/>
    <p:sldId id="366" r:id="rId104"/>
    <p:sldId id="367" r:id="rId105"/>
    <p:sldId id="368" r:id="rId106"/>
    <p:sldId id="369" r:id="rId107"/>
    <p:sldId id="370" r:id="rId108"/>
    <p:sldId id="371" r:id="rId109"/>
    <p:sldId id="372" r:id="rId110"/>
    <p:sldId id="373" r:id="rId111"/>
    <p:sldId id="374" r:id="rId112"/>
    <p:sldId id="375" r:id="rId113"/>
    <p:sldId id="376" r:id="rId114"/>
    <p:sldId id="377" r:id="rId115"/>
    <p:sldId id="378" r:id="rId116"/>
    <p:sldId id="379" r:id="rId117"/>
    <p:sldId id="380" r:id="rId118"/>
    <p:sldId id="381" r:id="rId119"/>
    <p:sldId id="382" r:id="rId120"/>
    <p:sldId id="383" r:id="rId121"/>
    <p:sldId id="384" r:id="rId122"/>
    <p:sldId id="385" r:id="rId123"/>
    <p:sldId id="386" r:id="rId124"/>
    <p:sldId id="387" r:id="rId125"/>
    <p:sldId id="388" r:id="rId126"/>
    <p:sldId id="389" r:id="rId127"/>
    <p:sldId id="390" r:id="rId128"/>
    <p:sldId id="391" r:id="rId129"/>
    <p:sldId id="392" r:id="rId130"/>
    <p:sldId id="393" r:id="rId131"/>
    <p:sldId id="394" r:id="rId132"/>
    <p:sldId id="395" r:id="rId133"/>
    <p:sldId id="396" r:id="rId134"/>
    <p:sldId id="397" r:id="rId135"/>
    <p:sldId id="398" r:id="rId136"/>
    <p:sldId id="399" r:id="rId137"/>
    <p:sldId id="400" r:id="rId138"/>
    <p:sldId id="401" r:id="rId139"/>
    <p:sldId id="402" r:id="rId140"/>
    <p:sldId id="403" r:id="rId141"/>
    <p:sldId id="404" r:id="rId142"/>
    <p:sldId id="405" r:id="rId143"/>
    <p:sldId id="406" r:id="rId144"/>
    <p:sldId id="407" r:id="rId145"/>
    <p:sldId id="408" r:id="rId146"/>
    <p:sldId id="409" r:id="rId147"/>
    <p:sldId id="410" r:id="rId148"/>
    <p:sldId id="411" r:id="rId149"/>
    <p:sldId id="412" r:id="rId150"/>
    <p:sldId id="413" r:id="rId151"/>
    <p:sldId id="414" r:id="rId152"/>
    <p:sldId id="415" r:id="rId153"/>
    <p:sldId id="416" r:id="rId154"/>
    <p:sldId id="417" r:id="rId155"/>
    <p:sldId id="418" r:id="rId156"/>
    <p:sldId id="419" r:id="rId157"/>
    <p:sldId id="420" r:id="rId158"/>
    <p:sldId id="421" r:id="rId159"/>
    <p:sldId id="422" r:id="rId160"/>
    <p:sldId id="423" r:id="rId161"/>
    <p:sldId id="424" r:id="rId162"/>
    <p:sldId id="425" r:id="rId163"/>
    <p:sldId id="426" r:id="rId164"/>
    <p:sldId id="427" r:id="rId165"/>
    <p:sldId id="428" r:id="rId166"/>
    <p:sldId id="429" r:id="rId167"/>
    <p:sldId id="430" r:id="rId168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5" d="100"/>
          <a:sy n="115" d="100"/>
        </p:scale>
        <p:origin x="161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viewProps" Target="view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theme" Target="theme/theme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slide" Target="slides/slide160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2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470196093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indent="-324900" algn="ctr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jp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jp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jp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jp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jp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jpg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jpg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jp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jpg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jpg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jpg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jpg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jpg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jpg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jpg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jpg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jpg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jp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jpg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jpg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jpg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jpg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jp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jpg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jp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jpg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jpg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jpg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jpg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jpg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jpg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jpg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jpg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jp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jpg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jpg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jpg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jpg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jpg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jpg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jpg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jpg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jpg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jpg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jpg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jpg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jpg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jpg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jpg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jpg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jpg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jpg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jpg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jpg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jpg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4.jpg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jpg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6.jpg"/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7.jpg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jpg"/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jpg"/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jpg"/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jpg"/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jpg"/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3.jpg"/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jpg"/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jpg"/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jpg"/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jpg"/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jpg"/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jpg"/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jpg"/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jpg"/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2.jpg"/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3.jpg"/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4.jpg"/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5.jpg"/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jpg"/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jpg"/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jpg"/><Relationship Id="rId1" Type="http://schemas.openxmlformats.org/officeDocument/2006/relationships/slideLayout" Target="../slideLayouts/slideLayout1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jpg"/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jpg"/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jpg"/><Relationship Id="rId1" Type="http://schemas.openxmlformats.org/officeDocument/2006/relationships/slideLayout" Target="../slideLayouts/slideLayout1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2.jpg"/><Relationship Id="rId1" Type="http://schemas.openxmlformats.org/officeDocument/2006/relationships/slideLayout" Target="../slideLayouts/slideLayout1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.jpg"/><Relationship Id="rId1" Type="http://schemas.openxmlformats.org/officeDocument/2006/relationships/slideLayout" Target="../slideLayouts/slideLayout1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4.jpg"/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jpg"/><Relationship Id="rId1" Type="http://schemas.openxmlformats.org/officeDocument/2006/relationships/slideLayout" Target="../slideLayouts/slideLayout1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jpg"/><Relationship Id="rId1" Type="http://schemas.openxmlformats.org/officeDocument/2006/relationships/slideLayout" Target="../slideLayouts/slideLayout1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jpg"/><Relationship Id="rId1" Type="http://schemas.openxmlformats.org/officeDocument/2006/relationships/slideLayout" Target="../slideLayouts/slideLayout1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jpg"/><Relationship Id="rId1" Type="http://schemas.openxmlformats.org/officeDocument/2006/relationships/slideLayout" Target="../slideLayouts/slideLayout1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jpg"/><Relationship Id="rId1" Type="http://schemas.openxmlformats.org/officeDocument/2006/relationships/slideLayout" Target="../slideLayouts/slideLayout1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jpg"/><Relationship Id="rId1" Type="http://schemas.openxmlformats.org/officeDocument/2006/relationships/slideLayout" Target="../slideLayouts/slideLayout1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jpg"/><Relationship Id="rId1" Type="http://schemas.openxmlformats.org/officeDocument/2006/relationships/slideLayout" Target="../slideLayouts/slideLayout1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2.jpg"/><Relationship Id="rId1" Type="http://schemas.openxmlformats.org/officeDocument/2006/relationships/slideLayout" Target="../slideLayouts/slideLayout1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3.jpg"/><Relationship Id="rId1" Type="http://schemas.openxmlformats.org/officeDocument/2006/relationships/slideLayout" Target="../slideLayouts/slideLayout1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jpg"/><Relationship Id="rId1" Type="http://schemas.openxmlformats.org/officeDocument/2006/relationships/slideLayout" Target="../slideLayouts/slideLayout1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jpg"/><Relationship Id="rId1" Type="http://schemas.openxmlformats.org/officeDocument/2006/relationships/slideLayout" Target="../slideLayouts/slideLayout1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6.jpg"/><Relationship Id="rId1" Type="http://schemas.openxmlformats.org/officeDocument/2006/relationships/slideLayout" Target="../slideLayouts/slideLayout1.xml"/></Relationships>
</file>

<file path=ppt/slides/_rels/slide1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7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pic>
        <p:nvPicPr>
          <p:cNvPr id="2" name="Sample image" descr="Samp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heme66">
  <a:themeElements>
    <a:clrScheme name="Theme66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66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6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全屏显示(4:3)</PresentationFormat>
  <Paragraphs>0</Paragraphs>
  <Slides>167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167</vt:i4>
      </vt:variant>
    </vt:vector>
  </HeadingPairs>
  <TitlesOfParts>
    <vt:vector size="168" baseType="lpstr">
      <vt:lpstr>Theme66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 02 Title</dc:title>
  <dc:subject>Sample 02 Subject</dc:subject>
  <dc:creator>PHPOffice</dc:creator>
  <cp:keywords>office 2007 openxml libreoffice odt php</cp:keywords>
  <dc:description>Sample 02 Description</dc:description>
  <cp:lastModifiedBy>懒鱼 小</cp:lastModifiedBy>
  <cp:revision>1</cp:revision>
  <dcterms:created xsi:type="dcterms:W3CDTF">2026-06-11T12:10:15Z</dcterms:created>
  <dcterms:modified xsi:type="dcterms:W3CDTF">2026-06-25T13:18:06Z</dcterms:modified>
  <cp:category>Sample Category</cp:category>
</cp:coreProperties>
</file>