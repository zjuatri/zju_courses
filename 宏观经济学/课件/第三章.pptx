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4" r:id="rId33"/>
    <p:sldId id="295" r:id="rId34"/>
    <p:sldId id="296" r:id="rId35"/>
    <p:sldId id="298" r:id="rId36"/>
    <p:sldId id="305" r:id="rId37"/>
    <p:sldId id="306" r:id="rId38"/>
    <p:sldId id="307" r:id="rId39"/>
    <p:sldId id="308" r:id="rId40"/>
    <p:sldId id="309" r:id="rId41"/>
    <p:sldId id="310" r:id="rId42"/>
    <p:sldId id="311" r:id="rId43"/>
    <p:sldId id="312" r:id="rId44"/>
    <p:sldId id="313" r:id="rId45"/>
    <p:sldId id="314" r:id="rId46"/>
    <p:sldId id="315" r:id="rId47"/>
    <p:sldId id="316" r:id="rId48"/>
    <p:sldId id="317" r:id="rId49"/>
    <p:sldId id="318" r:id="rId50"/>
    <p:sldId id="319" r:id="rId51"/>
    <p:sldId id="320" r:id="rId52"/>
    <p:sldId id="321" r:id="rId53"/>
    <p:sldId id="322" r:id="rId54"/>
    <p:sldId id="323" r:id="rId55"/>
    <p:sldId id="324" r:id="rId56"/>
    <p:sldId id="325" r:id="rId57"/>
    <p:sldId id="326" r:id="rId58"/>
    <p:sldId id="327" r:id="rId59"/>
    <p:sldId id="328" r:id="rId60"/>
    <p:sldId id="329" r:id="rId61"/>
    <p:sldId id="330" r:id="rId62"/>
    <p:sldId id="331" r:id="rId63"/>
    <p:sldId id="332" r:id="rId64"/>
    <p:sldId id="333" r:id="rId65"/>
    <p:sldId id="334" r:id="rId66"/>
    <p:sldId id="335" r:id="rId67"/>
    <p:sldId id="336" r:id="rId68"/>
    <p:sldId id="337" r:id="rId69"/>
    <p:sldId id="338" r:id="rId70"/>
    <p:sldId id="339" r:id="rId71"/>
    <p:sldId id="340" r:id="rId72"/>
    <p:sldId id="341" r:id="rId73"/>
    <p:sldId id="342" r:id="rId74"/>
    <p:sldId id="343" r:id="rId75"/>
    <p:sldId id="344" r:id="rId76"/>
    <p:sldId id="345" r:id="rId77"/>
    <p:sldId id="346" r:id="rId78"/>
    <p:sldId id="347" r:id="rId79"/>
    <p:sldId id="351" r:id="rId80"/>
    <p:sldId id="352" r:id="rId81"/>
    <p:sldId id="353" r:id="rId82"/>
    <p:sldId id="354" r:id="rId83"/>
    <p:sldId id="355" r:id="rId84"/>
    <p:sldId id="356" r:id="rId85"/>
    <p:sldId id="357" r:id="rId86"/>
    <p:sldId id="358" r:id="rId87"/>
    <p:sldId id="362" r:id="rId88"/>
    <p:sldId id="363" r:id="rId89"/>
    <p:sldId id="364" r:id="rId90"/>
    <p:sldId id="365" r:id="rId91"/>
    <p:sldId id="366" r:id="rId92"/>
    <p:sldId id="367" r:id="rId93"/>
    <p:sldId id="368" r:id="rId94"/>
    <p:sldId id="369" r:id="rId95"/>
    <p:sldId id="372" r:id="rId96"/>
    <p:sldId id="373" r:id="rId97"/>
    <p:sldId id="374" r:id="rId98"/>
    <p:sldId id="375" r:id="rId99"/>
    <p:sldId id="376" r:id="rId100"/>
    <p:sldId id="377" r:id="rId101"/>
    <p:sldId id="378" r:id="rId102"/>
    <p:sldId id="379" r:id="rId103"/>
    <p:sldId id="380" r:id="rId104"/>
    <p:sldId id="381" r:id="rId105"/>
    <p:sldId id="382" r:id="rId106"/>
    <p:sldId id="383" r:id="rId107"/>
    <p:sldId id="384" r:id="rId108"/>
    <p:sldId id="385" r:id="rId109"/>
    <p:sldId id="386" r:id="rId110"/>
    <p:sldId id="387" r:id="rId111"/>
    <p:sldId id="388" r:id="rId112"/>
    <p:sldId id="389" r:id="rId113"/>
    <p:sldId id="390" r:id="rId114"/>
    <p:sldId id="391" r:id="rId115"/>
    <p:sldId id="392" r:id="rId116"/>
    <p:sldId id="393" r:id="rId117"/>
    <p:sldId id="394" r:id="rId118"/>
    <p:sldId id="395" r:id="rId119"/>
    <p:sldId id="396" r:id="rId120"/>
    <p:sldId id="397" r:id="rId121"/>
    <p:sldId id="398" r:id="rId122"/>
    <p:sldId id="399" r:id="rId123"/>
    <p:sldId id="400" r:id="rId124"/>
    <p:sldId id="401" r:id="rId125"/>
    <p:sldId id="402" r:id="rId126"/>
    <p:sldId id="403" r:id="rId127"/>
    <p:sldId id="404" r:id="rId128"/>
    <p:sldId id="405" r:id="rId12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1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019587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indent="-324900" algn="ctr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jpg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jpg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jpg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jpg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jpg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39">
  <a:themeElements>
    <a:clrScheme name="Theme3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全屏显示(4:3)</PresentationFormat>
  <Paragraphs>0</Paragraphs>
  <Slides>128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128</vt:i4>
      </vt:variant>
    </vt:vector>
  </HeadingPairs>
  <TitlesOfParts>
    <vt:vector size="129" baseType="lpstr">
      <vt:lpstr>Theme39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02 Title</dc:title>
  <dc:subject>Sample 02 Subject</dc:subject>
  <dc:creator>PHPOffice</dc:creator>
  <cp:keywords>office 2007 openxml libreoffice odt php</cp:keywords>
  <dc:description>Sample 02 Description</dc:description>
  <cp:lastModifiedBy>懒鱼 小</cp:lastModifiedBy>
  <cp:revision>8</cp:revision>
  <dcterms:created xsi:type="dcterms:W3CDTF">2026-06-11T12:06:40Z</dcterms:created>
  <dcterms:modified xsi:type="dcterms:W3CDTF">2026-06-25T13:20:26Z</dcterms:modified>
  <cp:category>Sample Category</cp:category>
</cp:coreProperties>
</file>