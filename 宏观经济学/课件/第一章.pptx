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3" r:id="rId90"/>
    <p:sldId id="344" r:id="rId91"/>
    <p:sldId id="345" r:id="rId92"/>
    <p:sldId id="346" r:id="rId93"/>
    <p:sldId id="347" r:id="rId94"/>
    <p:sldId id="348" r:id="rId95"/>
    <p:sldId id="349" r:id="rId96"/>
    <p:sldId id="350" r:id="rId97"/>
    <p:sldId id="351" r:id="rId98"/>
    <p:sldId id="352" r:id="rId99"/>
    <p:sldId id="353" r:id="rId100"/>
    <p:sldId id="354" r:id="rId101"/>
    <p:sldId id="355" r:id="rId102"/>
    <p:sldId id="356" r:id="rId103"/>
    <p:sldId id="357" r:id="rId104"/>
    <p:sldId id="358" r:id="rId105"/>
    <p:sldId id="359" r:id="rId106"/>
    <p:sldId id="360" r:id="rId107"/>
    <p:sldId id="361" r:id="rId108"/>
    <p:sldId id="362" r:id="rId109"/>
    <p:sldId id="363" r:id="rId110"/>
    <p:sldId id="364" r:id="rId111"/>
    <p:sldId id="365" r:id="rId112"/>
    <p:sldId id="366" r:id="rId113"/>
    <p:sldId id="367" r:id="rId114"/>
    <p:sldId id="368" r:id="rId115"/>
    <p:sldId id="369" r:id="rId116"/>
    <p:sldId id="370" r:id="rId117"/>
    <p:sldId id="371" r:id="rId118"/>
    <p:sldId id="372" r:id="rId119"/>
    <p:sldId id="373" r:id="rId120"/>
    <p:sldId id="374" r:id="rId121"/>
    <p:sldId id="375" r:id="rId122"/>
    <p:sldId id="376" r:id="rId123"/>
    <p:sldId id="377" r:id="rId124"/>
    <p:sldId id="378" r:id="rId125"/>
    <p:sldId id="379" r:id="rId126"/>
    <p:sldId id="380" r:id="rId127"/>
    <p:sldId id="381" r:id="rId128"/>
    <p:sldId id="382" r:id="rId129"/>
    <p:sldId id="383" r:id="rId130"/>
    <p:sldId id="384" r:id="rId131"/>
    <p:sldId id="385" r:id="rId132"/>
    <p:sldId id="386" r:id="rId133"/>
    <p:sldId id="387" r:id="rId134"/>
    <p:sldId id="388" r:id="rId135"/>
    <p:sldId id="389" r:id="rId136"/>
    <p:sldId id="390" r:id="rId137"/>
    <p:sldId id="391" r:id="rId138"/>
    <p:sldId id="392" r:id="rId139"/>
    <p:sldId id="393" r:id="rId140"/>
    <p:sldId id="394" r:id="rId141"/>
    <p:sldId id="395" r:id="rId142"/>
    <p:sldId id="396" r:id="rId143"/>
    <p:sldId id="397" r:id="rId144"/>
    <p:sldId id="398" r:id="rId145"/>
    <p:sldId id="399" r:id="rId146"/>
    <p:sldId id="400" r:id="rId147"/>
    <p:sldId id="401" r:id="rId148"/>
    <p:sldId id="402" r:id="rId149"/>
    <p:sldId id="403" r:id="rId150"/>
    <p:sldId id="404" r:id="rId151"/>
    <p:sldId id="405" r:id="rId152"/>
    <p:sldId id="406" r:id="rId153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  <Relationship Id="rId15" Type="http://schemas.openxmlformats.org/officeDocument/2006/relationships/slide" Target="slides/slide13.xml"/>
  <Relationship Id="rId16" Type="http://schemas.openxmlformats.org/officeDocument/2006/relationships/slide" Target="slides/slide14.xml"/>
  <Relationship Id="rId17" Type="http://schemas.openxmlformats.org/officeDocument/2006/relationships/slide" Target="slides/slide15.xml"/>
  <Relationship Id="rId18" Type="http://schemas.openxmlformats.org/officeDocument/2006/relationships/slide" Target="slides/slide16.xml"/>
  <Relationship Id="rId19" Type="http://schemas.openxmlformats.org/officeDocument/2006/relationships/slide" Target="slides/slide17.xml"/>
  <Relationship Id="rId20" Type="http://schemas.openxmlformats.org/officeDocument/2006/relationships/slide" Target="slides/slide18.xml"/>
  <Relationship Id="rId21" Type="http://schemas.openxmlformats.org/officeDocument/2006/relationships/slide" Target="slides/slide19.xml"/>
  <Relationship Id="rId22" Type="http://schemas.openxmlformats.org/officeDocument/2006/relationships/slide" Target="slides/slide20.xml"/>
  <Relationship Id="rId23" Type="http://schemas.openxmlformats.org/officeDocument/2006/relationships/slide" Target="slides/slide21.xml"/>
  <Relationship Id="rId24" Type="http://schemas.openxmlformats.org/officeDocument/2006/relationships/slide" Target="slides/slide22.xml"/>
  <Relationship Id="rId25" Type="http://schemas.openxmlformats.org/officeDocument/2006/relationships/slide" Target="slides/slide23.xml"/>
  <Relationship Id="rId26" Type="http://schemas.openxmlformats.org/officeDocument/2006/relationships/slide" Target="slides/slide24.xml"/>
  <Relationship Id="rId27" Type="http://schemas.openxmlformats.org/officeDocument/2006/relationships/slide" Target="slides/slide25.xml"/>
  <Relationship Id="rId28" Type="http://schemas.openxmlformats.org/officeDocument/2006/relationships/slide" Target="slides/slide26.xml"/>
  <Relationship Id="rId29" Type="http://schemas.openxmlformats.org/officeDocument/2006/relationships/slide" Target="slides/slide27.xml"/>
  <Relationship Id="rId30" Type="http://schemas.openxmlformats.org/officeDocument/2006/relationships/slide" Target="slides/slide28.xml"/>
  <Relationship Id="rId31" Type="http://schemas.openxmlformats.org/officeDocument/2006/relationships/slide" Target="slides/slide29.xml"/>
  <Relationship Id="rId32" Type="http://schemas.openxmlformats.org/officeDocument/2006/relationships/slide" Target="slides/slide30.xml"/>
  <Relationship Id="rId33" Type="http://schemas.openxmlformats.org/officeDocument/2006/relationships/slide" Target="slides/slide31.xml"/>
  <Relationship Id="rId34" Type="http://schemas.openxmlformats.org/officeDocument/2006/relationships/slide" Target="slides/slide32.xml"/>
  <Relationship Id="rId35" Type="http://schemas.openxmlformats.org/officeDocument/2006/relationships/slide" Target="slides/slide33.xml"/>
  <Relationship Id="rId36" Type="http://schemas.openxmlformats.org/officeDocument/2006/relationships/slide" Target="slides/slide34.xml"/>
  <Relationship Id="rId37" Type="http://schemas.openxmlformats.org/officeDocument/2006/relationships/slide" Target="slides/slide35.xml"/>
  <Relationship Id="rId38" Type="http://schemas.openxmlformats.org/officeDocument/2006/relationships/slide" Target="slides/slide36.xml"/>
  <Relationship Id="rId39" Type="http://schemas.openxmlformats.org/officeDocument/2006/relationships/slide" Target="slides/slide37.xml"/>
  <Relationship Id="rId40" Type="http://schemas.openxmlformats.org/officeDocument/2006/relationships/slide" Target="slides/slide38.xml"/>
  <Relationship Id="rId41" Type="http://schemas.openxmlformats.org/officeDocument/2006/relationships/slide" Target="slides/slide39.xml"/>
  <Relationship Id="rId42" Type="http://schemas.openxmlformats.org/officeDocument/2006/relationships/slide" Target="slides/slide40.xml"/>
  <Relationship Id="rId43" Type="http://schemas.openxmlformats.org/officeDocument/2006/relationships/slide" Target="slides/slide41.xml"/>
  <Relationship Id="rId44" Type="http://schemas.openxmlformats.org/officeDocument/2006/relationships/slide" Target="slides/slide42.xml"/>
  <Relationship Id="rId45" Type="http://schemas.openxmlformats.org/officeDocument/2006/relationships/slide" Target="slides/slide43.xml"/>
  <Relationship Id="rId46" Type="http://schemas.openxmlformats.org/officeDocument/2006/relationships/slide" Target="slides/slide44.xml"/>
  <Relationship Id="rId47" Type="http://schemas.openxmlformats.org/officeDocument/2006/relationships/slide" Target="slides/slide45.xml"/>
  <Relationship Id="rId48" Type="http://schemas.openxmlformats.org/officeDocument/2006/relationships/slide" Target="slides/slide46.xml"/>
  <Relationship Id="rId49" Type="http://schemas.openxmlformats.org/officeDocument/2006/relationships/slide" Target="slides/slide47.xml"/>
  <Relationship Id="rId50" Type="http://schemas.openxmlformats.org/officeDocument/2006/relationships/slide" Target="slides/slide48.xml"/>
  <Relationship Id="rId51" Type="http://schemas.openxmlformats.org/officeDocument/2006/relationships/slide" Target="slides/slide49.xml"/>
  <Relationship Id="rId52" Type="http://schemas.openxmlformats.org/officeDocument/2006/relationships/slide" Target="slides/slide50.xml"/>
  <Relationship Id="rId53" Type="http://schemas.openxmlformats.org/officeDocument/2006/relationships/slide" Target="slides/slide51.xml"/>
  <Relationship Id="rId54" Type="http://schemas.openxmlformats.org/officeDocument/2006/relationships/slide" Target="slides/slide52.xml"/>
  <Relationship Id="rId55" Type="http://schemas.openxmlformats.org/officeDocument/2006/relationships/slide" Target="slides/slide53.xml"/>
  <Relationship Id="rId56" Type="http://schemas.openxmlformats.org/officeDocument/2006/relationships/slide" Target="slides/slide54.xml"/>
  <Relationship Id="rId57" Type="http://schemas.openxmlformats.org/officeDocument/2006/relationships/slide" Target="slides/slide55.xml"/>
  <Relationship Id="rId58" Type="http://schemas.openxmlformats.org/officeDocument/2006/relationships/slide" Target="slides/slide56.xml"/>
  <Relationship Id="rId59" Type="http://schemas.openxmlformats.org/officeDocument/2006/relationships/slide" Target="slides/slide57.xml"/>
  <Relationship Id="rId60" Type="http://schemas.openxmlformats.org/officeDocument/2006/relationships/slide" Target="slides/slide58.xml"/>
  <Relationship Id="rId61" Type="http://schemas.openxmlformats.org/officeDocument/2006/relationships/slide" Target="slides/slide59.xml"/>
  <Relationship Id="rId62" Type="http://schemas.openxmlformats.org/officeDocument/2006/relationships/slide" Target="slides/slide60.xml"/>
  <Relationship Id="rId63" Type="http://schemas.openxmlformats.org/officeDocument/2006/relationships/slide" Target="slides/slide61.xml"/>
  <Relationship Id="rId64" Type="http://schemas.openxmlformats.org/officeDocument/2006/relationships/slide" Target="slides/slide62.xml"/>
  <Relationship Id="rId65" Type="http://schemas.openxmlformats.org/officeDocument/2006/relationships/slide" Target="slides/slide63.xml"/>
  <Relationship Id="rId66" Type="http://schemas.openxmlformats.org/officeDocument/2006/relationships/slide" Target="slides/slide64.xml"/>
  <Relationship Id="rId67" Type="http://schemas.openxmlformats.org/officeDocument/2006/relationships/slide" Target="slides/slide65.xml"/>
  <Relationship Id="rId68" Type="http://schemas.openxmlformats.org/officeDocument/2006/relationships/slide" Target="slides/slide66.xml"/>
  <Relationship Id="rId69" Type="http://schemas.openxmlformats.org/officeDocument/2006/relationships/slide" Target="slides/slide67.xml"/>
  <Relationship Id="rId70" Type="http://schemas.openxmlformats.org/officeDocument/2006/relationships/slide" Target="slides/slide68.xml"/>
  <Relationship Id="rId71" Type="http://schemas.openxmlformats.org/officeDocument/2006/relationships/slide" Target="slides/slide69.xml"/>
  <Relationship Id="rId72" Type="http://schemas.openxmlformats.org/officeDocument/2006/relationships/slide" Target="slides/slide70.xml"/>
  <Relationship Id="rId73" Type="http://schemas.openxmlformats.org/officeDocument/2006/relationships/slide" Target="slides/slide71.xml"/>
  <Relationship Id="rId74" Type="http://schemas.openxmlformats.org/officeDocument/2006/relationships/slide" Target="slides/slide72.xml"/>
  <Relationship Id="rId75" Type="http://schemas.openxmlformats.org/officeDocument/2006/relationships/slide" Target="slides/slide73.xml"/>
  <Relationship Id="rId76" Type="http://schemas.openxmlformats.org/officeDocument/2006/relationships/slide" Target="slides/slide74.xml"/>
  <Relationship Id="rId77" Type="http://schemas.openxmlformats.org/officeDocument/2006/relationships/slide" Target="slides/slide75.xml"/>
  <Relationship Id="rId78" Type="http://schemas.openxmlformats.org/officeDocument/2006/relationships/slide" Target="slides/slide76.xml"/>
  <Relationship Id="rId79" Type="http://schemas.openxmlformats.org/officeDocument/2006/relationships/slide" Target="slides/slide77.xml"/>
  <Relationship Id="rId80" Type="http://schemas.openxmlformats.org/officeDocument/2006/relationships/slide" Target="slides/slide78.xml"/>
  <Relationship Id="rId81" Type="http://schemas.openxmlformats.org/officeDocument/2006/relationships/slide" Target="slides/slide79.xml"/>
  <Relationship Id="rId82" Type="http://schemas.openxmlformats.org/officeDocument/2006/relationships/slide" Target="slides/slide80.xml"/>
  <Relationship Id="rId83" Type="http://schemas.openxmlformats.org/officeDocument/2006/relationships/slide" Target="slides/slide81.xml"/>
  <Relationship Id="rId84" Type="http://schemas.openxmlformats.org/officeDocument/2006/relationships/slide" Target="slides/slide82.xml"/>
  <Relationship Id="rId85" Type="http://schemas.openxmlformats.org/officeDocument/2006/relationships/slide" Target="slides/slide83.xml"/>
  <Relationship Id="rId86" Type="http://schemas.openxmlformats.org/officeDocument/2006/relationships/slide" Target="slides/slide84.xml"/>
  <Relationship Id="rId87" Type="http://schemas.openxmlformats.org/officeDocument/2006/relationships/slide" Target="slides/slide85.xml"/>
  <Relationship Id="rId88" Type="http://schemas.openxmlformats.org/officeDocument/2006/relationships/slide" Target="slides/slide86.xml"/>
  <Relationship Id="rId89" Type="http://schemas.openxmlformats.org/officeDocument/2006/relationships/slide" Target="slides/slide87.xml"/>
  <Relationship Id="rId90" Type="http://schemas.openxmlformats.org/officeDocument/2006/relationships/slide" Target="slides/slide88.xml"/>
  <Relationship Id="rId91" Type="http://schemas.openxmlformats.org/officeDocument/2006/relationships/slide" Target="slides/slide89.xml"/>
  <Relationship Id="rId92" Type="http://schemas.openxmlformats.org/officeDocument/2006/relationships/slide" Target="slides/slide90.xml"/>
  <Relationship Id="rId93" Type="http://schemas.openxmlformats.org/officeDocument/2006/relationships/slide" Target="slides/slide91.xml"/>
  <Relationship Id="rId94" Type="http://schemas.openxmlformats.org/officeDocument/2006/relationships/slide" Target="slides/slide92.xml"/>
  <Relationship Id="rId95" Type="http://schemas.openxmlformats.org/officeDocument/2006/relationships/slide" Target="slides/slide93.xml"/>
  <Relationship Id="rId96" Type="http://schemas.openxmlformats.org/officeDocument/2006/relationships/slide" Target="slides/slide94.xml"/>
  <Relationship Id="rId97" Type="http://schemas.openxmlformats.org/officeDocument/2006/relationships/slide" Target="slides/slide95.xml"/>
  <Relationship Id="rId98" Type="http://schemas.openxmlformats.org/officeDocument/2006/relationships/slide" Target="slides/slide96.xml"/>
  <Relationship Id="rId99" Type="http://schemas.openxmlformats.org/officeDocument/2006/relationships/slide" Target="slides/slide97.xml"/>
  <Relationship Id="rId100" Type="http://schemas.openxmlformats.org/officeDocument/2006/relationships/slide" Target="slides/slide98.xml"/>
  <Relationship Id="rId101" Type="http://schemas.openxmlformats.org/officeDocument/2006/relationships/slide" Target="slides/slide99.xml"/>
  <Relationship Id="rId102" Type="http://schemas.openxmlformats.org/officeDocument/2006/relationships/slide" Target="slides/slide100.xml"/>
  <Relationship Id="rId103" Type="http://schemas.openxmlformats.org/officeDocument/2006/relationships/slide" Target="slides/slide101.xml"/>
  <Relationship Id="rId104" Type="http://schemas.openxmlformats.org/officeDocument/2006/relationships/slide" Target="slides/slide102.xml"/>
  <Relationship Id="rId105" Type="http://schemas.openxmlformats.org/officeDocument/2006/relationships/slide" Target="slides/slide103.xml"/>
  <Relationship Id="rId106" Type="http://schemas.openxmlformats.org/officeDocument/2006/relationships/slide" Target="slides/slide104.xml"/>
  <Relationship Id="rId107" Type="http://schemas.openxmlformats.org/officeDocument/2006/relationships/slide" Target="slides/slide105.xml"/>
  <Relationship Id="rId108" Type="http://schemas.openxmlformats.org/officeDocument/2006/relationships/slide" Target="slides/slide106.xml"/>
  <Relationship Id="rId109" Type="http://schemas.openxmlformats.org/officeDocument/2006/relationships/slide" Target="slides/slide107.xml"/>
  <Relationship Id="rId110" Type="http://schemas.openxmlformats.org/officeDocument/2006/relationships/slide" Target="slides/slide108.xml"/>
  <Relationship Id="rId111" Type="http://schemas.openxmlformats.org/officeDocument/2006/relationships/slide" Target="slides/slide109.xml"/>
  <Relationship Id="rId112" Type="http://schemas.openxmlformats.org/officeDocument/2006/relationships/slide" Target="slides/slide110.xml"/>
  <Relationship Id="rId113" Type="http://schemas.openxmlformats.org/officeDocument/2006/relationships/slide" Target="slides/slide111.xml"/>
  <Relationship Id="rId114" Type="http://schemas.openxmlformats.org/officeDocument/2006/relationships/slide" Target="slides/slide112.xml"/>
  <Relationship Id="rId115" Type="http://schemas.openxmlformats.org/officeDocument/2006/relationships/slide" Target="slides/slide113.xml"/>
  <Relationship Id="rId116" Type="http://schemas.openxmlformats.org/officeDocument/2006/relationships/slide" Target="slides/slide114.xml"/>
  <Relationship Id="rId117" Type="http://schemas.openxmlformats.org/officeDocument/2006/relationships/slide" Target="slides/slide115.xml"/>
  <Relationship Id="rId118" Type="http://schemas.openxmlformats.org/officeDocument/2006/relationships/slide" Target="slides/slide116.xml"/>
  <Relationship Id="rId119" Type="http://schemas.openxmlformats.org/officeDocument/2006/relationships/slide" Target="slides/slide117.xml"/>
  <Relationship Id="rId120" Type="http://schemas.openxmlformats.org/officeDocument/2006/relationships/slide" Target="slides/slide118.xml"/>
  <Relationship Id="rId121" Type="http://schemas.openxmlformats.org/officeDocument/2006/relationships/slide" Target="slides/slide119.xml"/>
  <Relationship Id="rId122" Type="http://schemas.openxmlformats.org/officeDocument/2006/relationships/slide" Target="slides/slide120.xml"/>
  <Relationship Id="rId123" Type="http://schemas.openxmlformats.org/officeDocument/2006/relationships/slide" Target="slides/slide121.xml"/>
  <Relationship Id="rId124" Type="http://schemas.openxmlformats.org/officeDocument/2006/relationships/slide" Target="slides/slide122.xml"/>
  <Relationship Id="rId125" Type="http://schemas.openxmlformats.org/officeDocument/2006/relationships/slide" Target="slides/slide123.xml"/>
  <Relationship Id="rId126" Type="http://schemas.openxmlformats.org/officeDocument/2006/relationships/slide" Target="slides/slide124.xml"/>
  <Relationship Id="rId127" Type="http://schemas.openxmlformats.org/officeDocument/2006/relationships/slide" Target="slides/slide125.xml"/>
  <Relationship Id="rId128" Type="http://schemas.openxmlformats.org/officeDocument/2006/relationships/slide" Target="slides/slide126.xml"/>
  <Relationship Id="rId129" Type="http://schemas.openxmlformats.org/officeDocument/2006/relationships/slide" Target="slides/slide127.xml"/>
  <Relationship Id="rId130" Type="http://schemas.openxmlformats.org/officeDocument/2006/relationships/slide" Target="slides/slide128.xml"/>
  <Relationship Id="rId131" Type="http://schemas.openxmlformats.org/officeDocument/2006/relationships/slide" Target="slides/slide129.xml"/>
  <Relationship Id="rId132" Type="http://schemas.openxmlformats.org/officeDocument/2006/relationships/slide" Target="slides/slide130.xml"/>
  <Relationship Id="rId133" Type="http://schemas.openxmlformats.org/officeDocument/2006/relationships/slide" Target="slides/slide131.xml"/>
  <Relationship Id="rId134" Type="http://schemas.openxmlformats.org/officeDocument/2006/relationships/slide" Target="slides/slide132.xml"/>
  <Relationship Id="rId135" Type="http://schemas.openxmlformats.org/officeDocument/2006/relationships/slide" Target="slides/slide133.xml"/>
  <Relationship Id="rId136" Type="http://schemas.openxmlformats.org/officeDocument/2006/relationships/slide" Target="slides/slide134.xml"/>
  <Relationship Id="rId137" Type="http://schemas.openxmlformats.org/officeDocument/2006/relationships/slide" Target="slides/slide135.xml"/>
  <Relationship Id="rId138" Type="http://schemas.openxmlformats.org/officeDocument/2006/relationships/slide" Target="slides/slide136.xml"/>
  <Relationship Id="rId139" Type="http://schemas.openxmlformats.org/officeDocument/2006/relationships/slide" Target="slides/slide137.xml"/>
  <Relationship Id="rId140" Type="http://schemas.openxmlformats.org/officeDocument/2006/relationships/slide" Target="slides/slide138.xml"/>
  <Relationship Id="rId141" Type="http://schemas.openxmlformats.org/officeDocument/2006/relationships/slide" Target="slides/slide139.xml"/>
  <Relationship Id="rId142" Type="http://schemas.openxmlformats.org/officeDocument/2006/relationships/slide" Target="slides/slide140.xml"/>
  <Relationship Id="rId143" Type="http://schemas.openxmlformats.org/officeDocument/2006/relationships/slide" Target="slides/slide141.xml"/>
  <Relationship Id="rId144" Type="http://schemas.openxmlformats.org/officeDocument/2006/relationships/slide" Target="slides/slide142.xml"/>
  <Relationship Id="rId145" Type="http://schemas.openxmlformats.org/officeDocument/2006/relationships/slide" Target="slides/slide143.xml"/>
  <Relationship Id="rId146" Type="http://schemas.openxmlformats.org/officeDocument/2006/relationships/slide" Target="slides/slide144.xml"/>
  <Relationship Id="rId147" Type="http://schemas.openxmlformats.org/officeDocument/2006/relationships/slide" Target="slides/slide145.xml"/>
  <Relationship Id="rId148" Type="http://schemas.openxmlformats.org/officeDocument/2006/relationships/slide" Target="slides/slide146.xml"/>
  <Relationship Id="rId149" Type="http://schemas.openxmlformats.org/officeDocument/2006/relationships/slide" Target="slides/slide147.xml"/>
  <Relationship Id="rId150" Type="http://schemas.openxmlformats.org/officeDocument/2006/relationships/slide" Target="slides/slide148.xml"/>
  <Relationship Id="rId151" Type="http://schemas.openxmlformats.org/officeDocument/2006/relationships/slide" Target="slides/slide149.xml"/>
  <Relationship Id="rId152" Type="http://schemas.openxmlformats.org/officeDocument/2006/relationships/slide" Target="slides/slide150.xml"/>
  <Relationship Id="rId153" Type="http://schemas.openxmlformats.org/officeDocument/2006/relationships/slide" Target="slides/slide151.xml"/>
  <Relationship Id="rId154" Type="http://schemas.openxmlformats.org/officeDocument/2006/relationships/presProps" Target="presProps.xml"/>
  <Relationship Id="rId155" Type="http://schemas.openxmlformats.org/officeDocument/2006/relationships/viewProps" Target="viewProps.xml"/>
  <Relationship Id="rId156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470195117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c14ea898c5460d07f10b8631a3626991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fb26c30f7d619b6dd5c7b2ebfbf6e6ad2.jpg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7df41909b2d4f8d26aa9e25a12b56b33.jpg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4adc9a5a521604dc078b614a950aa314.jp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5e2e260847d907e41125a49c043ea7b5.jpg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c116c019282ce2e67182f1f2b9596636.jpg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aaa5d474d6198d09ddda96b2b7db35d7.jpg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a66ef7d37b7602005ba5060ae84ad1518.jpg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02db0eaa860462f5ed9d283184970219.jpg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af7a94cec320955c606a0711869d39710.jpg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97184b91e6e56eadf174bb91277089111.jpg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2136c0a3edfeabea664d377bcd56970412.jpg"/>
</Relationships>
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f644cf5767289f9fd959030cfc7c9b1113.jpg"/>
</Relationships>
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b482f8a9ebe655cde80b27f0b1726ef14.jpg"/>
</Relationships>
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1138e4af0207da3d9449f50abab875815.jpg"/>
</Relationships>
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512db6365cdfa45b30066752b3132b716.jpg"/>
</Relationships>
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a4718a915268d3f2fbd2e741e4fbb15d17.jpg"/>
</Relationships>
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2977c3eee74092c8248f6fc3ef943ac118.jpg"/>
</Relationships>
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a78a4ec151dd3b4882f6f3166016ec8819.jpg"/>
</Relationships>
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f8ff88964cc82c1e8baf00bbd5fd83a20.jpg"/>
</Relationships>
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a2b075a6c7971a1c3e899e9e83f304a21.jpg"/>
</Relationships>
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fb25f55c8047f6b995beec972aefaf922.jpg"/>
</Relationships>
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0daef3801a03a665503a2f185bb416923.jpg"/>
</Relationships>
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c7b94a47b61c72f4df88cd0fd3f29b024.jpg"/>
</Relationships>
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a4e03e97803008fc57ad75583999bfc725.jpg"/>
</Relationships>
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d51bd52913d20f1e217764bf0b23baa26.jpg"/>
</Relationships>

</file>

<file path=ppt/slides/_rels/slide2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21e64e737c17414d75df7892c541704227.jpg"/>
</Relationships>

</file>

<file path=ppt/slides/_rels/slide2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608ca27e4fe48835ac09f8a079e0f6c28.jpg"/>
</Relationships>

</file>

<file path=ppt/slides/_rels/slide2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ff8c6cbcf5f5ad9e44b0c1f3a0b1927329.jpg"/>
</Relationships>

</file>

<file path=ppt/slides/_rels/slide3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15ba1134c872473d7aeb211831cd1f130.jpg"/>
</Relationships>

</file>

<file path=ppt/slides/_rels/slide3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e1bca5828c1d64170e3c1c9c89e6f7e31.jpg"/>
</Relationships>

</file>

<file path=ppt/slides/_rels/slide3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37317d491684ce1591c3327484273b132.jpg"/>
</Relationships>

</file>

<file path=ppt/slides/_rels/slide3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fe8c21c74e90058b7e7168c695ad23133.jpg"/>
</Relationships>

</file>

<file path=ppt/slides/_rels/slide3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fb50493ce18d1e3a49f4182d33d9c59a34.jpg"/>
</Relationships>

</file>

<file path=ppt/slides/_rels/slide3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f7369acd0ffa2b7c8d5477ff97b7ccb35.jpg"/>
</Relationships>

</file>

<file path=ppt/slides/_rels/slide3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12e376599a2f9f838e2459c50f79dca336.jpg"/>
</Relationships>

</file>

<file path=ppt/slides/_rels/slide3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1b6ee595e6c238d4a2acd6beb8bd610837.jpg"/>
</Relationships>

</file>

<file path=ppt/slides/_rels/slide3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791830654e4db4f3792d4ad7160a77738.jpg"/>
</Relationships>

</file>

<file path=ppt/slides/_rels/slide3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c9b03f76a90bdf091b73f47043394a939.jpg"/>
</Relationships>

</file>

<file path=ppt/slides/_rels/slide4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7e7aff21d83ad2ce2228f43e3e7171440.jpg"/>
</Relationships>

</file>

<file path=ppt/slides/_rels/slide4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6ae0c17fd29fd69a9323ae52d64c14441.jpg"/>
</Relationships>

</file>

<file path=ppt/slides/_rels/slide4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01a0792afac999ac0e9414f3f7f7b3d42.jpg"/>
</Relationships>

</file>

<file path=ppt/slides/_rels/slide4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99c562e09657fbf7154fb15cb555665843.jpg"/>
</Relationships>

</file>

<file path=ppt/slides/_rels/slide4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5c72ec381fa66a9690afd2a5ddb9704c44.jpg"/>
</Relationships>

</file>

<file path=ppt/slides/_rels/slide4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56bc2972bafd634087db2f56d6cf6b8445.jpg"/>
</Relationships>

</file>

<file path=ppt/slides/_rels/slide4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f223be026f02e6e7c4ae59656de01ba46.jpg"/>
</Relationships>

</file>

<file path=ppt/slides/_rels/slide4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53106373dd84e1fbcb3de905ee1438e47.jpg"/>
</Relationships>

</file>

<file path=ppt/slides/_rels/slide4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abd5bb34cb4a08a56fd796dc4a786d648.jpg"/>
</Relationships>

</file>

<file path=ppt/slides/_rels/slide4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f4d5baa5a094801b830258a52e96a1449.jpg"/>
</Relationships>

</file>

<file path=ppt/slides/_rels/slide5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1cb94434a1f0ccc5954114519405fe3950.jpg"/>
</Relationships>

</file>

<file path=ppt/slides/_rels/slide5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9d5bbf6268983b74c5082028c443395451.jpg"/>
</Relationships>

</file>

<file path=ppt/slides/_rels/slide5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04dbacb14cb248efcf5bbf6377a93ea52.jpg"/>
</Relationships>

</file>

<file path=ppt/slides/_rels/slide5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1938a88daf654b143729ff2116a612bb53.jpg"/>
</Relationships>

</file>

<file path=ppt/slides/_rels/slide5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f7dd10dcc140c92ffca7764155a76d2654.jpg"/>
</Relationships>

</file>

<file path=ppt/slides/_rels/slide5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b37a493c8e8e13edd25b974fd32eea455.jpg"/>
</Relationships>

</file>

<file path=ppt/slides/_rels/slide5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55d22bfb5fe88b74d1e3799e703148a56.jpg"/>
</Relationships>

</file>

<file path=ppt/slides/_rels/slide5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1d3c50d34e7823a8c1caef16e2644b257.jpg"/>
</Relationships>

</file>

<file path=ppt/slides/_rels/slide5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25dbbc76594ffdfdbdf3dd47e630cac58.jpg"/>
</Relationships>

</file>

<file path=ppt/slides/_rels/slide5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5aacc96be580fea582a2be54cd0f7ae59.jpg"/>
</Relationships>

</file>

<file path=ppt/slides/_rels/slide6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d1d26b0d33cba3bc60a2baa9b80cb0260.jpg"/>
</Relationships>

</file>

<file path=ppt/slides/_rels/slide6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f00e77fba1d94821a3fa00978720b7f761.jpg"/>
</Relationships>

</file>

<file path=ppt/slides/_rels/slide6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cd52f467224befc4b3240b6c1be049f62.jpg"/>
</Relationships>

</file>

<file path=ppt/slides/_rels/slide6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bf01fb6d718724d159cad4d81c808cf63.jpg"/>
</Relationships>

</file>

<file path=ppt/slides/_rels/slide6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0d1e65a181e417584a224f55553a3a564.jpg"/>
</Relationships>

</file>

<file path=ppt/slides/_rels/slide6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fdd1b769e0c2557215b96eb969cb5cf65.jpg"/>
</Relationships>

</file>

<file path=ppt/slides/_rels/slide6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51fd43a4048b0c89582065f7e469f1966.jpg"/>
</Relationships>

</file>

<file path=ppt/slides/_rels/slide6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6535595dc8c1ba85b2050f2b67304a467.jpg"/>
</Relationships>

</file>

<file path=ppt/slides/_rels/slide6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e408e67dc75c790c27768dc858fa3cb68.jpg"/>
</Relationships>

</file>

<file path=ppt/slides/_rels/slide6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607715e83451cd200106965816e604169.jpg"/>
</Relationships>

</file>

<file path=ppt/slides/_rels/slide7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9c9b10fd521679a1991efa55498bf03070.jpg"/>
</Relationships>

</file>

<file path=ppt/slides/_rels/slide7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30661a8d0763a795adf518120d354bb71.jpg"/>
</Relationships>

</file>

<file path=ppt/slides/_rels/slide7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0be9253de81106a7c644d33c0fcc10e72.jpg"/>
</Relationships>

</file>

<file path=ppt/slides/_rels/slide7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36c786d9f93a217a392fb39c2957b7f73.jpg"/>
</Relationships>

</file>

<file path=ppt/slides/_rels/slide7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952785593eac18fcd2e7e9aa23eaaa174.jpg"/>
</Relationships>

</file>

<file path=ppt/slides/_rels/slide7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3e2573af16b87032f81501800faa02a75.jpg"/>
</Relationships>

</file>

<file path=ppt/slides/_rels/slide7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326d6dff887bed90ce175b5aee5f91076.jpg"/>
</Relationships>

</file>

<file path=ppt/slides/_rels/slide7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ad7298e5d72fcf4cc7df874c7d8d56077.jpg"/>
</Relationships>

</file>

<file path=ppt/slides/_rels/slide7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2da2c7fa0c98b13029dacb6ab14dcf978.jpg"/>
</Relationships>

</file>

<file path=ppt/slides/_rels/slide7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58f2e657ad1da1f6831ddeaa4918a0979.jpg"/>
</Relationships>

</file>

<file path=ppt/slides/_rels/slide8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c9265b7b5dd5194e165e3d017f442ab80.jpg"/>
</Relationships>

</file>

<file path=ppt/slides/_rels/slide8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2ddafeb9243758b74d2a9e529a7f15b81.jpg"/>
</Relationships>

</file>

<file path=ppt/slides/_rels/slide8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014eb4de193f523c0f5c32c08c6772982.jpg"/>
</Relationships>

</file>

<file path=ppt/slides/_rels/slide8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91c62051b4d722d577eba1c7e8716a1883.jpg"/>
</Relationships>

</file>

<file path=ppt/slides/_rels/slide8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515bb85e2428804518b575c5725e4a384.jpg"/>
</Relationships>

</file>

<file path=ppt/slides/_rels/slide8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eb2fb1aae1160878a358aa57ac6158185.jpg"/>
</Relationships>

</file>

<file path=ppt/slides/_rels/slide8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ab592c65818a46ba28d797e2b71058186.jpg"/>
</Relationships>

</file>

<file path=ppt/slides/_rels/slide8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92848ae73384f7041b37992f6f1418ac87.jpg"/>
</Relationships>

</file>

<file path=ppt/slides/_rels/slide8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2d603bf7cdb102a3ce5dd1fbd544d7088.jpg"/>
</Relationships>

</file>

<file path=ppt/slides/_rels/slide8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f7c14ee03fb38686f9b42dcbe5ca19a689.jpg"/>
</Relationships>

</file>

<file path=ppt/slides/_rels/slide9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1fb7040ac58e4c01db8862f973ec72190.jpg"/>
</Relationships>

</file>

<file path=ppt/slides/_rels/slide9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0eb59aa47cc67b86830de14df0416d591.jpg"/>
</Relationships>

</file>

<file path=ppt/slides/_rels/slide9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575b570a84bdafd50062de5623e1ceb992.jpg"/>
</Relationships>

</file>

<file path=ppt/slides/_rels/slide9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76f98f1e3d42e328a939b5cf2b3c6ae93.jpg"/>
</Relationships>

</file>

<file path=ppt/slides/_rels/slide9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2efa77fb7f24a2af5b39aaf17aeaf9694.jpg"/>
</Relationships>

</file>

<file path=ppt/slides/_rels/slide9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2745bb42fc718ea97308d247c7929be95.jpg"/>
</Relationships>

</file>

<file path=ppt/slides/_rels/slide9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857779f8a2a2a65efd158b720c7457396.jpg"/>
</Relationships>

</file>

<file path=ppt/slides/_rels/slide9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194315124b73b469ef29b7e04c8754697.jpg"/>
</Relationships>

</file>

<file path=ppt/slides/_rels/slide9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52b257fc7bdc6febfcf84692919ca34298.jpg"/>
</Relationships>

</file>

<file path=ppt/slides/_rels/slide9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aa467a8f5e8cb0c13c0ef14929fbe0f799.jpg"/>
</Relationships>

</file>

<file path=ppt/slides/_rels/slide10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1a246ec11961583c5aefcfc8d51935dd100.jpg"/>
</Relationships>

</file>

<file path=ppt/slides/_rels/slide10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2e0268df98130d060cc95fcb668afffc101.jpg"/>
</Relationships>

</file>

<file path=ppt/slides/_rels/slide10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cdaa73efed20c9a2e5bbb5cff586e26102.jpg"/>
</Relationships>

</file>

<file path=ppt/slides/_rels/slide10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deb95aa29eaab0789b4512fe38a8c96103.jpg"/>
</Relationships>

</file>

<file path=ppt/slides/_rels/slide10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2ef6041c7f032660095149ccfb6cedb104.jpg"/>
</Relationships>

</file>

<file path=ppt/slides/_rels/slide10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a7d38260cad1ae9d0639af50141affe105.jpg"/>
</Relationships>

</file>

<file path=ppt/slides/_rels/slide10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f7a271c52316cea1c05a31821f57289106.jpg"/>
</Relationships>

</file>

<file path=ppt/slides/_rels/slide10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914bc370530229eb582c7ee88eb28a30107.jpg"/>
</Relationships>

</file>

<file path=ppt/slides/_rels/slide10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6c42220d9fce457270854b422aff41d108.jpg"/>
</Relationships>

</file>

<file path=ppt/slides/_rels/slide10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c47079d6dc6dbd175d519ed0c615cb0109.jpg"/>
</Relationships>

</file>

<file path=ppt/slides/_rels/slide1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ad216287b9a7ffa9c84c8b7b657abd5a110.jpg"/>
</Relationships>

</file>

<file path=ppt/slides/_rels/slide1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742eb7a8a1a05e7f6c771a4fe4d4cdf111.jpg"/>
</Relationships>

</file>

<file path=ppt/slides/_rels/slide1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7ee6476143a024730abd774889c3c5d112.jpg"/>
</Relationships>

</file>

<file path=ppt/slides/_rels/slide1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8cc7ae1c6faeb171131cc9075ae53d9113.jpg"/>
</Relationships>

</file>

<file path=ppt/slides/_rels/slide1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3b550d5271eaa3d3f460f88cedd0222114.jpg"/>
</Relationships>

</file>

<file path=ppt/slides/_rels/slide1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2d1e99a2299aa8260f93e39bc2ee4a2115.jpg"/>
</Relationships>

</file>

<file path=ppt/slides/_rels/slide1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e40d7c2e88f58d9d42605845e60e387116.jpg"/>
</Relationships>

</file>

<file path=ppt/slides/_rels/slide1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7037bb58da560e253fc6ab7ed20367cf117.jpg"/>
</Relationships>

</file>

<file path=ppt/slides/_rels/slide1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78932b616408772a327491d85bfe164118.jpg"/>
</Relationships>

</file>

<file path=ppt/slides/_rels/slide1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3e85531b5778eda2e83dc1aa9b78e1b119.jpg"/>
</Relationships>

</file>

<file path=ppt/slides/_rels/slide1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613159b5abe0d8b2d81b58c7d9cc538120.jpg"/>
</Relationships>

</file>

<file path=ppt/slides/_rels/slide1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acc27442594243d1f26fc2c2aea6bb2121.jpg"/>
</Relationships>

</file>

<file path=ppt/slides/_rels/slide1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157769c67a5a1ff66873a963b84ced59122.jpg"/>
</Relationships>

</file>

<file path=ppt/slides/_rels/slide1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3eb63a6b1f04c005784a4ae42b17c43123.jpg"/>
</Relationships>

</file>

<file path=ppt/slides/_rels/slide1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778ec0d88404765d7e07bb45f92d8e9124.jpg"/>
</Relationships>

</file>

<file path=ppt/slides/_rels/slide1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e25b63aeaa42c3ccf6af958ef59b13f125.jpg"/>
</Relationships>

</file>

<file path=ppt/slides/_rels/slide1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a57ec71d66f0a1d34c5632f97370b861126.jpg"/>
</Relationships>

</file>

<file path=ppt/slides/_rels/slide12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2a3ae420c84224ac6e878c1e2652b5e9127.jpg"/>
</Relationships>

</file>

<file path=ppt/slides/_rels/slide12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1ccffb4098f41319b53cf80d88bf5148128.jpg"/>
</Relationships>

</file>

<file path=ppt/slides/_rels/slide12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13c1179ef128499180027e5662f2052f129.jpg"/>
</Relationships>

</file>

<file path=ppt/slides/_rels/slide13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e206d1eb21e6b9dddf1a03ea9dc2f6a130.jpg"/>
</Relationships>

</file>

<file path=ppt/slides/_rels/slide13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f9b7382b82b407300c4a7ca8b5d91780131.jpg"/>
</Relationships>

</file>

<file path=ppt/slides/_rels/slide13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539c4f0c1a46273d1a2ce1ad0c0370ec132.jpg"/>
</Relationships>

</file>

<file path=ppt/slides/_rels/slide13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9290abf0d909e36ae50fd4e80b6dc6e6133.jpg"/>
</Relationships>

</file>

<file path=ppt/slides/_rels/slide13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e2b9604f6fbc2332f4976896d080e05134.jpg"/>
</Relationships>

</file>

<file path=ppt/slides/_rels/slide13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60d725b9b529d375a8c049a250523510135.jpg"/>
</Relationships>

</file>

<file path=ppt/slides/_rels/slide13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ff99c4c02739fd9545080180975d3846136.jpg"/>
</Relationships>

</file>

<file path=ppt/slides/_rels/slide13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c0d31bddb41bfe8c5a77749ad85f049a137.jpg"/>
</Relationships>

</file>

<file path=ppt/slides/_rels/slide13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1fe2576c6f97d0c00ac2fd9ecdf07385138.jpg"/>
</Relationships>

</file>

<file path=ppt/slides/_rels/slide13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7a26de8aca49cdb0fea9eaf2c526426139.jpg"/>
</Relationships>

</file>

<file path=ppt/slides/_rels/slide14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5f19d53cb61707543bdd6dcd6e17d5b140.jpg"/>
</Relationships>

</file>

<file path=ppt/slides/_rels/slide14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a0562c650f937e56c19a7a5a22826c08141.jpg"/>
</Relationships>

</file>

<file path=ppt/slides/_rels/slide14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981dd6d365c41aa955fa84a26ea91be3142.jpg"/>
</Relationships>

</file>

<file path=ppt/slides/_rels/slide14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88fb64d3e06df87d8ce875bb4a5fa10143.jpg"/>
</Relationships>

</file>

<file path=ppt/slides/_rels/slide14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8599b554ecdac5028b3d6c3b89cc6949144.jpg"/>
</Relationships>

</file>

<file path=ppt/slides/_rels/slide14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0e7b6b76bdef8b51694da85b23471859145.jpg"/>
</Relationships>

</file>

<file path=ppt/slides/_rels/slide14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389c5091efc06b460a37ed55b7a1af13146.jpg"/>
</Relationships>

</file>

<file path=ppt/slides/_rels/slide14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932dda0b7f157c5e0b42196b400f961147.jpg"/>
</Relationships>

</file>

<file path=ppt/slides/_rels/slide14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ebef468a5eaf7c6871c1608ddbe86a4a148.jpg"/>
</Relationships>

</file>

<file path=ppt/slides/_rels/slide14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f3b67e1744d9acb214fc8a2ca0558e1149.jpg"/>
</Relationships>

</file>

<file path=ppt/slides/_rels/slide15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4edefac5e23c71fc6e0b58e596491763150.jpg"/>
</Relationships>

</file>

<file path=ppt/slides/_rels/slide15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903c3e3d491f0135fdbd884e6ad03b9f151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1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eme78">
  <a:themeElements>
    <a:clrScheme name="Theme7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78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7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b="180000" l="50000" r="50000" t="-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b="50000" l="50000" r="50000" t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151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PHPOffice</dc:creator>
  <cp:lastModifiedBy>PHPPresentation Team</cp:lastModifiedBy>
  <dcterms:created xsi:type="dcterms:W3CDTF">2026-06-11T11:54:01Z</dcterms:created>
  <dcterms:modified xsi:type="dcterms:W3CDTF">2026-06-11T11:54:01Z</dcterms:modified>
  <dc:title>Sample 02 Title</dc:title>
  <dc:description>Sample 02 Description</dc:description>
  <dc:subject>Sample 02 Subject</dc:subject>
  <cp:keywords>office 2007 openxml libreoffice odt php</cp:keywords>
  <cp:category>Sample Category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