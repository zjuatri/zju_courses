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61" r:id="rId2"/>
    <p:sldId id="262" r:id="rId3"/>
    <p:sldId id="263" r:id="rId4"/>
    <p:sldId id="264" r:id="rId5"/>
    <p:sldId id="265" r:id="rId6"/>
    <p:sldId id="266" r:id="rId7"/>
    <p:sldId id="267" r:id="rId8"/>
    <p:sldId id="268" r:id="rId9"/>
    <p:sldId id="269" r:id="rId10"/>
    <p:sldId id="270" r:id="rId11"/>
    <p:sldId id="271" r:id="rId12"/>
    <p:sldId id="272" r:id="rId13"/>
    <p:sldId id="273" r:id="rId14"/>
    <p:sldId id="274" r:id="rId15"/>
    <p:sldId id="275" r:id="rId16"/>
    <p:sldId id="276" r:id="rId17"/>
    <p:sldId id="277" r:id="rId18"/>
    <p:sldId id="278" r:id="rId19"/>
    <p:sldId id="279" r:id="rId20"/>
    <p:sldId id="280" r:id="rId21"/>
    <p:sldId id="281" r:id="rId22"/>
    <p:sldId id="282" r:id="rId23"/>
    <p:sldId id="283" r:id="rId24"/>
    <p:sldId id="284" r:id="rId25"/>
    <p:sldId id="285" r:id="rId26"/>
    <p:sldId id="286" r:id="rId27"/>
    <p:sldId id="287" r:id="rId28"/>
    <p:sldId id="288" r:id="rId29"/>
    <p:sldId id="289" r:id="rId30"/>
    <p:sldId id="290" r:id="rId31"/>
    <p:sldId id="291" r:id="rId32"/>
    <p:sldId id="292" r:id="rId33"/>
    <p:sldId id="293" r:id="rId34"/>
    <p:sldId id="294" r:id="rId35"/>
    <p:sldId id="295" r:id="rId36"/>
    <p:sldId id="296" r:id="rId37"/>
    <p:sldId id="297" r:id="rId38"/>
    <p:sldId id="298" r:id="rId39"/>
    <p:sldId id="299" r:id="rId40"/>
    <p:sldId id="300" r:id="rId41"/>
    <p:sldId id="301" r:id="rId42"/>
    <p:sldId id="302" r:id="rId43"/>
    <p:sldId id="303" r:id="rId44"/>
    <p:sldId id="304" r:id="rId45"/>
    <p:sldId id="305" r:id="rId46"/>
    <p:sldId id="306" r:id="rId47"/>
    <p:sldId id="307" r:id="rId48"/>
    <p:sldId id="308" r:id="rId49"/>
    <p:sldId id="309" r:id="rId50"/>
    <p:sldId id="310" r:id="rId51"/>
    <p:sldId id="311" r:id="rId52"/>
    <p:sldId id="312" r:id="rId53"/>
    <p:sldId id="313" r:id="rId54"/>
    <p:sldId id="314" r:id="rId55"/>
    <p:sldId id="315" r:id="rId56"/>
    <p:sldId id="316" r:id="rId57"/>
    <p:sldId id="317" r:id="rId58"/>
    <p:sldId id="318" r:id="rId59"/>
    <p:sldId id="319" r:id="rId60"/>
    <p:sldId id="320" r:id="rId61"/>
    <p:sldId id="321" r:id="rId62"/>
    <p:sldId id="322" r:id="rId63"/>
    <p:sldId id="323" r:id="rId64"/>
    <p:sldId id="324" r:id="rId65"/>
    <p:sldId id="325" r:id="rId66"/>
    <p:sldId id="326" r:id="rId67"/>
    <p:sldId id="327" r:id="rId68"/>
    <p:sldId id="328" r:id="rId69"/>
    <p:sldId id="329" r:id="rId70"/>
    <p:sldId id="330" r:id="rId71"/>
    <p:sldId id="331" r:id="rId72"/>
    <p:sldId id="332" r:id="rId73"/>
    <p:sldId id="333" r:id="rId74"/>
    <p:sldId id="334" r:id="rId75"/>
    <p:sldId id="335" r:id="rId76"/>
    <p:sldId id="336" r:id="rId77"/>
    <p:sldId id="337" r:id="rId78"/>
    <p:sldId id="338" r:id="rId79"/>
    <p:sldId id="339" r:id="rId80"/>
    <p:sldId id="340" r:id="rId81"/>
    <p:sldId id="341" r:id="rId82"/>
    <p:sldId id="342" r:id="rId83"/>
    <p:sldId id="343" r:id="rId84"/>
    <p:sldId id="344" r:id="rId85"/>
    <p:sldId id="345" r:id="rId86"/>
    <p:sldId id="346" r:id="rId87"/>
    <p:sldId id="347" r:id="rId88"/>
    <p:sldId id="348" r:id="rId89"/>
    <p:sldId id="349" r:id="rId90"/>
    <p:sldId id="350" r:id="rId91"/>
    <p:sldId id="351" r:id="rId92"/>
    <p:sldId id="352" r:id="rId93"/>
    <p:sldId id="353" r:id="rId94"/>
    <p:sldId id="354" r:id="rId95"/>
    <p:sldId id="355" r:id="rId96"/>
    <p:sldId id="356" r:id="rId97"/>
    <p:sldId id="357" r:id="rId98"/>
    <p:sldId id="358" r:id="rId99"/>
    <p:sldId id="359" r:id="rId100"/>
    <p:sldId id="360" r:id="rId101"/>
    <p:sldId id="361" r:id="rId102"/>
    <p:sldId id="362" r:id="rId103"/>
    <p:sldId id="363" r:id="rId104"/>
    <p:sldId id="364" r:id="rId105"/>
    <p:sldId id="365" r:id="rId106"/>
    <p:sldId id="366" r:id="rId107"/>
    <p:sldId id="367" r:id="rId108"/>
    <p:sldId id="368" r:id="rId109"/>
    <p:sldId id="369" r:id="rId110"/>
    <p:sldId id="370" r:id="rId111"/>
    <p:sldId id="371" r:id="rId112"/>
    <p:sldId id="372" r:id="rId113"/>
    <p:sldId id="373" r:id="rId114"/>
    <p:sldId id="374" r:id="rId115"/>
    <p:sldId id="375" r:id="rId116"/>
    <p:sldId id="376" r:id="rId117"/>
    <p:sldId id="377" r:id="rId118"/>
    <p:sldId id="378" r:id="rId119"/>
    <p:sldId id="379" r:id="rId120"/>
    <p:sldId id="380" r:id="rId121"/>
    <p:sldId id="381" r:id="rId122"/>
    <p:sldId id="382" r:id="rId123"/>
    <p:sldId id="383" r:id="rId124"/>
    <p:sldId id="384" r:id="rId125"/>
    <p:sldId id="385" r:id="rId126"/>
    <p:sldId id="386" r:id="rId127"/>
    <p:sldId id="387" r:id="rId128"/>
    <p:sldId id="388" r:id="rId129"/>
    <p:sldId id="389" r:id="rId130"/>
    <p:sldId id="390" r:id="rId131"/>
    <p:sldId id="391" r:id="rId132"/>
    <p:sldId id="392" r:id="rId133"/>
    <p:sldId id="393" r:id="rId134"/>
    <p:sldId id="394" r:id="rId135"/>
    <p:sldId id="395" r:id="rId136"/>
    <p:sldId id="396" r:id="rId137"/>
    <p:sldId id="397" r:id="rId138"/>
    <p:sldId id="398" r:id="rId139"/>
    <p:sldId id="399" r:id="rId140"/>
    <p:sldId id="400" r:id="rId141"/>
    <p:sldId id="401" r:id="rId142"/>
    <p:sldId id="402" r:id="rId143"/>
    <p:sldId id="403" r:id="rId144"/>
    <p:sldId id="404" r:id="rId145"/>
    <p:sldId id="405" r:id="rId146"/>
    <p:sldId id="406" r:id="rId147"/>
    <p:sldId id="407" r:id="rId148"/>
    <p:sldId id="408" r:id="rId149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115" d="100"/>
          <a:sy n="115" d="100"/>
        </p:scale>
        <p:origin x="161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slide" Target="slides/slide133.xml"/><Relationship Id="rId139" Type="http://schemas.openxmlformats.org/officeDocument/2006/relationships/slide" Target="slides/slide13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50" Type="http://schemas.openxmlformats.org/officeDocument/2006/relationships/presProps" Target="presProps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slide" Target="slides/slide14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viewProps" Target="viewProps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tableStyles" Target="tableStyles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470195347" r:id="rId1"/>
  </p:sldLayoutIdLst>
  <p:txStyles>
    <p:titleStyle>
      <a:lvl1pPr algn="ctr">
        <a:defRPr sz="4400" kern="1200">
          <a:solidFill>
            <a:schemeClr val="lt1"/>
          </a:solidFill>
        </a:defRPr>
      </a:lvl1pPr>
      <a:extLst/>
    </p:titleStyle>
    <p:bodyStyle>
      <a:lvl1pPr indent="-324900" algn="ctr">
        <a:defRPr sz="3200" kern="1200">
          <a:solidFill>
            <a:schemeClr val="tx1"/>
          </a:solidFill>
        </a:defRPr>
      </a:lvl1pPr>
      <a:extLst/>
    </p:bodyStyle>
    <p:otherStyle>
      <a:defPPr algn="ctr">
        <a:defRPr kern="1200">
          <a:solidFill>
            <a:schemeClr val="tx1"/>
          </a:solidFill>
        </a:defRPr>
      </a:def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jp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jp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jp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jpg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jpg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jpg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jpg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jpg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jpg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jpg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jpg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jpg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jpg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jpg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jpg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jpg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jpg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jpg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jpg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jpg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jpg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jpg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jpg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jpg"/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jpg"/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jpg"/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jpg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jpg"/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jpg"/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jpg"/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jpg"/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jpg"/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jpg"/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jpg"/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jpg"/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jpg"/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jpg"/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jpg"/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jpg"/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jpg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jpg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jpg"/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jpg"/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jpg"/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jpg"/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jpg"/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jpg"/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jpg"/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.jpg"/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jpg"/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.jpg"/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jpg"/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.jpg"/><Relationship Id="rId1" Type="http://schemas.openxmlformats.org/officeDocument/2006/relationships/slideLayout" Target="../slideLayouts/slideLayout1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jpg"/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jpg"/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jpg"/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2.jpg"/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jpg"/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4.jpg"/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5.jpg"/><Relationship Id="rId1" Type="http://schemas.openxmlformats.org/officeDocument/2006/relationships/slideLayout" Target="../slideLayouts/slideLayout1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6.jpg"/><Relationship Id="rId1" Type="http://schemas.openxmlformats.org/officeDocument/2006/relationships/slideLayout" Target="../slideLayouts/slideLayout1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7.jpg"/><Relationship Id="rId1" Type="http://schemas.openxmlformats.org/officeDocument/2006/relationships/slideLayout" Target="../slideLayouts/slideLayout1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8.jpg"/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9.jpg"/><Relationship Id="rId1" Type="http://schemas.openxmlformats.org/officeDocument/2006/relationships/slideLayout" Target="../slideLayouts/slideLayout1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jpg"/><Relationship Id="rId1" Type="http://schemas.openxmlformats.org/officeDocument/2006/relationships/slideLayout" Target="../slideLayouts/slideLayout1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jpg"/><Relationship Id="rId1" Type="http://schemas.openxmlformats.org/officeDocument/2006/relationships/slideLayout" Target="../slideLayouts/slideLayout1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2.jpg"/><Relationship Id="rId1" Type="http://schemas.openxmlformats.org/officeDocument/2006/relationships/slideLayout" Target="../slideLayouts/slideLayout1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3.jpg"/><Relationship Id="rId1" Type="http://schemas.openxmlformats.org/officeDocument/2006/relationships/slideLayout" Target="../slideLayouts/slideLayout1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4.jpg"/><Relationship Id="rId1" Type="http://schemas.openxmlformats.org/officeDocument/2006/relationships/slideLayout" Target="../slideLayouts/slideLayout1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5.jpg"/><Relationship Id="rId1" Type="http://schemas.openxmlformats.org/officeDocument/2006/relationships/slideLayout" Target="../slideLayouts/slideLayout1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6.jpg"/><Relationship Id="rId1" Type="http://schemas.openxmlformats.org/officeDocument/2006/relationships/slideLayout" Target="../slideLayouts/slideLayout1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7.jpg"/><Relationship Id="rId1" Type="http://schemas.openxmlformats.org/officeDocument/2006/relationships/slideLayout" Target="../slideLayouts/slideLayout1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8.jpg"/><Relationship Id="rId1" Type="http://schemas.openxmlformats.org/officeDocument/2006/relationships/slideLayout" Target="../slideLayouts/slideLayout1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jpg"/><Relationship Id="rId1" Type="http://schemas.openxmlformats.org/officeDocument/2006/relationships/slideLayout" Target="../slideLayouts/slideLayout1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jpg"/><Relationship Id="rId1" Type="http://schemas.openxmlformats.org/officeDocument/2006/relationships/slideLayout" Target="../slideLayouts/slideLayout1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1.jpg"/><Relationship Id="rId1" Type="http://schemas.openxmlformats.org/officeDocument/2006/relationships/slideLayout" Target="../slideLayouts/slideLayout1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2.jpg"/><Relationship Id="rId1" Type="http://schemas.openxmlformats.org/officeDocument/2006/relationships/slideLayout" Target="../slideLayouts/slideLayout1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3.jpg"/><Relationship Id="rId1" Type="http://schemas.openxmlformats.org/officeDocument/2006/relationships/slideLayout" Target="../slideLayouts/slideLayout1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4.jpg"/><Relationship Id="rId1" Type="http://schemas.openxmlformats.org/officeDocument/2006/relationships/slideLayout" Target="../slideLayouts/slideLayout1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5.jpg"/><Relationship Id="rId1" Type="http://schemas.openxmlformats.org/officeDocument/2006/relationships/slideLayout" Target="../slideLayouts/slideLayout1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6.jpg"/><Relationship Id="rId1" Type="http://schemas.openxmlformats.org/officeDocument/2006/relationships/slideLayout" Target="../slideLayouts/slideLayout1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7.jpg"/><Relationship Id="rId1" Type="http://schemas.openxmlformats.org/officeDocument/2006/relationships/slideLayout" Target="../slideLayouts/slideLayout1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8.jpg"/><Relationship Id="rId1" Type="http://schemas.openxmlformats.org/officeDocument/2006/relationships/slideLayout" Target="../slideLayouts/slideLayout1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9.jpg"/><Relationship Id="rId1" Type="http://schemas.openxmlformats.org/officeDocument/2006/relationships/slideLayout" Target="../slideLayouts/slideLayout1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jpg"/><Relationship Id="rId1" Type="http://schemas.openxmlformats.org/officeDocument/2006/relationships/slideLayout" Target="../slideLayouts/slideLayout1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1.jpg"/><Relationship Id="rId1" Type="http://schemas.openxmlformats.org/officeDocument/2006/relationships/slideLayout" Target="../slideLayouts/slideLayout1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2.jpg"/><Relationship Id="rId1" Type="http://schemas.openxmlformats.org/officeDocument/2006/relationships/slideLayout" Target="../slideLayouts/slideLayout1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3.jpg"/><Relationship Id="rId1" Type="http://schemas.openxmlformats.org/officeDocument/2006/relationships/slideLayout" Target="../slideLayouts/slideLayout1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4.jpg"/><Relationship Id="rId1" Type="http://schemas.openxmlformats.org/officeDocument/2006/relationships/slideLayout" Target="../slideLayouts/slideLayout1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5.jpg"/><Relationship Id="rId1" Type="http://schemas.openxmlformats.org/officeDocument/2006/relationships/slideLayout" Target="../slideLayouts/slideLayout1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6.jpg"/><Relationship Id="rId1" Type="http://schemas.openxmlformats.org/officeDocument/2006/relationships/slideLayout" Target="../slideLayouts/slideLayout1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7.jpg"/><Relationship Id="rId1" Type="http://schemas.openxmlformats.org/officeDocument/2006/relationships/slideLayout" Target="../slideLayouts/slideLayout1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8.jpg"/><Relationship Id="rId1" Type="http://schemas.openxmlformats.org/officeDocument/2006/relationships/slideLayout" Target="../slideLayouts/slideLayout1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9.jpg"/><Relationship Id="rId1" Type="http://schemas.openxmlformats.org/officeDocument/2006/relationships/slideLayout" Target="../slideLayouts/slideLayout1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jpg"/><Relationship Id="rId1" Type="http://schemas.openxmlformats.org/officeDocument/2006/relationships/slideLayout" Target="../slideLayouts/slideLayout1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1.jpg"/><Relationship Id="rId1" Type="http://schemas.openxmlformats.org/officeDocument/2006/relationships/slideLayout" Target="../slideLayouts/slideLayout1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2.jpg"/><Relationship Id="rId1" Type="http://schemas.openxmlformats.org/officeDocument/2006/relationships/slideLayout" Target="../slideLayouts/slideLayout1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3.jpg"/><Relationship Id="rId1" Type="http://schemas.openxmlformats.org/officeDocument/2006/relationships/slideLayout" Target="../slideLayouts/slideLayout1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4.jpg"/><Relationship Id="rId1" Type="http://schemas.openxmlformats.org/officeDocument/2006/relationships/slideLayout" Target="../slideLayouts/slideLayout1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5.jpg"/><Relationship Id="rId1" Type="http://schemas.openxmlformats.org/officeDocument/2006/relationships/slideLayout" Target="../slideLayouts/slideLayout1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6.jpg"/><Relationship Id="rId1" Type="http://schemas.openxmlformats.org/officeDocument/2006/relationships/slideLayout" Target="../slideLayouts/slideLayout1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7.jpg"/><Relationship Id="rId1" Type="http://schemas.openxmlformats.org/officeDocument/2006/relationships/slideLayout" Target="../slideLayouts/slideLayout1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8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heme90">
  <a:themeElements>
    <a:clrScheme name="Theme9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Theme90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Theme9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全屏显示(4:3)</PresentationFormat>
  <Paragraphs>0</Paragraphs>
  <Slides>148</Slides>
  <Notes>0</Notes>
  <HiddenSlides>0</HiddenSlides>
  <MMClips>0</MMClips>
  <ScaleCrop>false</ScaleCrop>
  <HeadingPairs>
    <vt:vector size="4" baseType="variant">
      <vt:variant>
        <vt:lpstr>主题</vt:lpstr>
      </vt:variant>
      <vt:variant>
        <vt:i4>1</vt:i4>
      </vt:variant>
      <vt:variant>
        <vt:lpstr>幻灯片标题</vt:lpstr>
      </vt:variant>
      <vt:variant>
        <vt:i4>148</vt:i4>
      </vt:variant>
    </vt:vector>
  </HeadingPairs>
  <TitlesOfParts>
    <vt:vector size="149" baseType="lpstr">
      <vt:lpstr>Theme90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Microsoft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Sample 02 Title</dc:title>
  <dc:subject>Sample 02 Subject</dc:subject>
  <dc:creator>PHPOffice</dc:creator>
  <cp:keywords>office 2007 openxml libreoffice odt php</cp:keywords>
  <dc:description>Sample 02 Description</dc:description>
  <cp:lastModifiedBy>懒鱼 小</cp:lastModifiedBy>
  <cp:revision>2</cp:revision>
  <dcterms:created xsi:type="dcterms:W3CDTF">2026-06-11T11:57:51Z</dcterms:created>
  <dcterms:modified xsi:type="dcterms:W3CDTF">2026-06-25T13:26:51Z</dcterms:modified>
  <cp:category>Sample Category</cp:category>
</cp:coreProperties>
</file>