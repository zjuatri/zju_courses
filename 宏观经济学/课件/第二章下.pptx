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1" r:id="rId111"/>
    <p:sldId id="372" r:id="rId112"/>
    <p:sldId id="373" r:id="rId113"/>
    <p:sldId id="374" r:id="rId114"/>
    <p:sldId id="375" r:id="rId115"/>
    <p:sldId id="376" r:id="rId116"/>
    <p:sldId id="377" r:id="rId117"/>
    <p:sldId id="378" r:id="rId118"/>
    <p:sldId id="379" r:id="rId119"/>
    <p:sldId id="380" r:id="rId120"/>
    <p:sldId id="381" r:id="rId121"/>
    <p:sldId id="382" r:id="rId122"/>
    <p:sldId id="383" r:id="rId123"/>
    <p:sldId id="384" r:id="rId124"/>
    <p:sldId id="385" r:id="rId125"/>
    <p:sldId id="386" r:id="rId126"/>
    <p:sldId id="387" r:id="rId127"/>
    <p:sldId id="388" r:id="rId128"/>
    <p:sldId id="389" r:id="rId129"/>
    <p:sldId id="390" r:id="rId130"/>
    <p:sldId id="391" r:id="rId131"/>
    <p:sldId id="392" r:id="rId132"/>
    <p:sldId id="393" r:id="rId133"/>
    <p:sldId id="394" r:id="rId134"/>
    <p:sldId id="395" r:id="rId135"/>
    <p:sldId id="396" r:id="rId136"/>
    <p:sldId id="397" r:id="rId137"/>
    <p:sldId id="398" r:id="rId138"/>
    <p:sldId id="399" r:id="rId139"/>
    <p:sldId id="400" r:id="rId140"/>
    <p:sldId id="401" r:id="rId141"/>
    <p:sldId id="402" r:id="rId142"/>
    <p:sldId id="403" r:id="rId143"/>
    <p:sldId id="404" r:id="rId144"/>
    <p:sldId id="405" r:id="rId145"/>
    <p:sldId id="406" r:id="rId146"/>
    <p:sldId id="407" r:id="rId147"/>
    <p:sldId id="408" r:id="rId148"/>
    <p:sldId id="409" r:id="rId149"/>
    <p:sldId id="410" r:id="rId150"/>
    <p:sldId id="411" r:id="rId151"/>
    <p:sldId id="412" r:id="rId152"/>
    <p:sldId id="413" r:id="rId153"/>
    <p:sldId id="414" r:id="rId154"/>
    <p:sldId id="415" r:id="rId155"/>
    <p:sldId id="416" r:id="rId156"/>
    <p:sldId id="417" r:id="rId157"/>
    <p:sldId id="418" r:id="rId158"/>
    <p:sldId id="419" r:id="rId159"/>
    <p:sldId id="420" r:id="rId160"/>
    <p:sldId id="421" r:id="rId161"/>
    <p:sldId id="422" r:id="rId162"/>
    <p:sldId id="423" r:id="rId163"/>
    <p:sldId id="424" r:id="rId164"/>
    <p:sldId id="425" r:id="rId165"/>
    <p:sldId id="426" r:id="rId166"/>
    <p:sldId id="427" r:id="rId167"/>
    <p:sldId id="428" r:id="rId168"/>
    <p:sldId id="429" r:id="rId169"/>
    <p:sldId id="430" r:id="rId170"/>
    <p:sldId id="431" r:id="rId171"/>
    <p:sldId id="432" r:id="rId172"/>
    <p:sldId id="433" r:id="rId173"/>
    <p:sldId id="434" r:id="rId174"/>
    <p:sldId id="435" r:id="rId175"/>
    <p:sldId id="436" r:id="rId176"/>
    <p:sldId id="437" r:id="rId177"/>
    <p:sldId id="438" r:id="rId178"/>
    <p:sldId id="439" r:id="rId179"/>
    <p:sldId id="440" r:id="rId180"/>
    <p:sldId id="441" r:id="rId181"/>
    <p:sldId id="442" r:id="rId182"/>
    <p:sldId id="443" r:id="rId183"/>
    <p:sldId id="444" r:id="rId184"/>
    <p:sldId id="445" r:id="rId18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19562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jp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jp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jp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jp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jp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全屏显示(4:3)</PresentationFormat>
  <Paragraphs>0</Paragraphs>
  <Slides>184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184</vt:i4>
      </vt:variant>
    </vt:vector>
  </HeadingPairs>
  <TitlesOfParts>
    <vt:vector size="185" baseType="lpstr">
      <vt:lpstr>Theme69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懒鱼 小</cp:lastModifiedBy>
  <cp:revision>2</cp:revision>
  <dcterms:created xsi:type="dcterms:W3CDTF">2026-06-11T12:02:31Z</dcterms:created>
  <dcterms:modified xsi:type="dcterms:W3CDTF">2026-06-25T13:38:36Z</dcterms:modified>
  <cp:category>Sample Category</cp:category>
</cp:coreProperties>
</file>