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1"/>
  </p:notesMasterIdLst>
  <p:handoutMasterIdLst>
    <p:handoutMasterId r:id="rId52"/>
  </p:handoutMasterIdLst>
  <p:sldIdLst>
    <p:sldId id="257" r:id="rId2"/>
    <p:sldId id="301" r:id="rId3"/>
    <p:sldId id="290" r:id="rId4"/>
    <p:sldId id="323" r:id="rId5"/>
    <p:sldId id="291" r:id="rId6"/>
    <p:sldId id="292" r:id="rId7"/>
    <p:sldId id="293" r:id="rId8"/>
    <p:sldId id="324" r:id="rId9"/>
    <p:sldId id="294" r:id="rId10"/>
    <p:sldId id="325" r:id="rId11"/>
    <p:sldId id="295" r:id="rId12"/>
    <p:sldId id="326" r:id="rId13"/>
    <p:sldId id="296" r:id="rId14"/>
    <p:sldId id="297" r:id="rId15"/>
    <p:sldId id="327" r:id="rId16"/>
    <p:sldId id="298" r:id="rId17"/>
    <p:sldId id="328" r:id="rId18"/>
    <p:sldId id="299" r:id="rId19"/>
    <p:sldId id="303" r:id="rId20"/>
    <p:sldId id="329" r:id="rId21"/>
    <p:sldId id="305" r:id="rId22"/>
    <p:sldId id="330" r:id="rId23"/>
    <p:sldId id="306" r:id="rId24"/>
    <p:sldId id="331" r:id="rId25"/>
    <p:sldId id="307" r:id="rId26"/>
    <p:sldId id="309" r:id="rId27"/>
    <p:sldId id="332" r:id="rId28"/>
    <p:sldId id="310" r:id="rId29"/>
    <p:sldId id="312" r:id="rId30"/>
    <p:sldId id="314" r:id="rId31"/>
    <p:sldId id="315" r:id="rId32"/>
    <p:sldId id="321" r:id="rId33"/>
    <p:sldId id="300" r:id="rId34"/>
    <p:sldId id="302" r:id="rId35"/>
    <p:sldId id="316" r:id="rId36"/>
    <p:sldId id="317" r:id="rId37"/>
    <p:sldId id="318" r:id="rId38"/>
    <p:sldId id="319" r:id="rId39"/>
    <p:sldId id="320" r:id="rId40"/>
    <p:sldId id="322" r:id="rId41"/>
    <p:sldId id="333" r:id="rId42"/>
    <p:sldId id="334" r:id="rId43"/>
    <p:sldId id="335" r:id="rId44"/>
    <p:sldId id="336" r:id="rId45"/>
    <p:sldId id="337" r:id="rId46"/>
    <p:sldId id="338" r:id="rId47"/>
    <p:sldId id="339" r:id="rId48"/>
    <p:sldId id="341" r:id="rId49"/>
    <p:sldId id="340" r:id="rId50"/>
  </p:sldIdLst>
  <p:sldSz cx="9144000" cy="6858000" type="screen4x3"/>
  <p:notesSz cx="6858000" cy="9144000"/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49" autoAdjust="0"/>
    <p:restoredTop sz="60164" autoAdjust="0"/>
  </p:normalViewPr>
  <p:slideViewPr>
    <p:cSldViewPr>
      <p:cViewPr varScale="1">
        <p:scale>
          <a:sx n="110" d="100"/>
          <a:sy n="110" d="100"/>
        </p:scale>
        <p:origin x="966" y="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-2040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4.wmf"/><Relationship Id="rId1" Type="http://schemas.openxmlformats.org/officeDocument/2006/relationships/image" Target="../media/image3.wmf"/><Relationship Id="rId6" Type="http://schemas.openxmlformats.org/officeDocument/2006/relationships/image" Target="../media/image8.wmf"/><Relationship Id="rId5" Type="http://schemas.openxmlformats.org/officeDocument/2006/relationships/image" Target="../media/image7.wmf"/><Relationship Id="rId4" Type="http://schemas.openxmlformats.org/officeDocument/2006/relationships/image" Target="../media/image6.wmf"/></Relationships>
</file>

<file path=ppt/drawings/_rels/vmlDrawing2.vml.rels><?xml version="1.0" encoding="UTF-8" standalone="yes"?>
<Relationships xmlns="http://schemas.openxmlformats.org/package/2006/relationships"><Relationship Id="rId3" Type="http://schemas.openxmlformats.org/officeDocument/2006/relationships/image" Target="../media/image13.wmf"/><Relationship Id="rId2" Type="http://schemas.openxmlformats.org/officeDocument/2006/relationships/image" Target="../media/image12.wmf"/><Relationship Id="rId1" Type="http://schemas.openxmlformats.org/officeDocument/2006/relationships/image" Target="../media/image11.wmf"/><Relationship Id="rId4" Type="http://schemas.openxmlformats.org/officeDocument/2006/relationships/image" Target="../media/image14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23.wmf"/><Relationship Id="rId3" Type="http://schemas.openxmlformats.org/officeDocument/2006/relationships/image" Target="../media/image18.wmf"/><Relationship Id="rId7" Type="http://schemas.openxmlformats.org/officeDocument/2006/relationships/image" Target="../media/image22.wmf"/><Relationship Id="rId2" Type="http://schemas.openxmlformats.org/officeDocument/2006/relationships/image" Target="../media/image17.wmf"/><Relationship Id="rId1" Type="http://schemas.openxmlformats.org/officeDocument/2006/relationships/image" Target="../media/image16.wmf"/><Relationship Id="rId6" Type="http://schemas.openxmlformats.org/officeDocument/2006/relationships/image" Target="../media/image21.wmf"/><Relationship Id="rId5" Type="http://schemas.openxmlformats.org/officeDocument/2006/relationships/image" Target="../media/image20.wmf"/><Relationship Id="rId4" Type="http://schemas.openxmlformats.org/officeDocument/2006/relationships/image" Target="../media/image19.wmf"/><Relationship Id="rId9" Type="http://schemas.openxmlformats.org/officeDocument/2006/relationships/image" Target="../media/image24.wmf"/></Relationships>
</file>

<file path=ppt/drawings/_rels/vmlDrawing4.vml.rels><?xml version="1.0" encoding="UTF-8" standalone="yes"?>
<Relationships xmlns="http://schemas.openxmlformats.org/package/2006/relationships"><Relationship Id="rId3" Type="http://schemas.openxmlformats.org/officeDocument/2006/relationships/image" Target="../media/image29.wmf"/><Relationship Id="rId2" Type="http://schemas.openxmlformats.org/officeDocument/2006/relationships/image" Target="../media/image28.wmf"/><Relationship Id="rId1" Type="http://schemas.openxmlformats.org/officeDocument/2006/relationships/image" Target="../media/image27.wmf"/></Relationships>
</file>

<file path=ppt/drawings/_rels/vmlDrawing5.vml.rels><?xml version="1.0" encoding="UTF-8" standalone="yes"?>
<Relationships xmlns="http://schemas.openxmlformats.org/package/2006/relationships"><Relationship Id="rId3" Type="http://schemas.openxmlformats.org/officeDocument/2006/relationships/image" Target="../media/image35.wmf"/><Relationship Id="rId2" Type="http://schemas.openxmlformats.org/officeDocument/2006/relationships/image" Target="../media/image34.wmf"/><Relationship Id="rId1" Type="http://schemas.openxmlformats.org/officeDocument/2006/relationships/image" Target="../media/image33.wmf"/></Relationships>
</file>

<file path=ppt/drawings/_rels/vmlDrawing6.vml.rels><?xml version="1.0" encoding="UTF-8" standalone="yes"?>
<Relationships xmlns="http://schemas.openxmlformats.org/package/2006/relationships"><Relationship Id="rId8" Type="http://schemas.openxmlformats.org/officeDocument/2006/relationships/image" Target="../media/image45.wmf"/><Relationship Id="rId3" Type="http://schemas.openxmlformats.org/officeDocument/2006/relationships/image" Target="../media/image40.wmf"/><Relationship Id="rId7" Type="http://schemas.openxmlformats.org/officeDocument/2006/relationships/image" Target="../media/image44.wmf"/><Relationship Id="rId2" Type="http://schemas.openxmlformats.org/officeDocument/2006/relationships/image" Target="../media/image39.wmf"/><Relationship Id="rId1" Type="http://schemas.openxmlformats.org/officeDocument/2006/relationships/image" Target="../media/image38.wmf"/><Relationship Id="rId6" Type="http://schemas.openxmlformats.org/officeDocument/2006/relationships/image" Target="../media/image43.wmf"/><Relationship Id="rId5" Type="http://schemas.openxmlformats.org/officeDocument/2006/relationships/image" Target="../media/image42.wmf"/><Relationship Id="rId4" Type="http://schemas.openxmlformats.org/officeDocument/2006/relationships/image" Target="../media/image41.wmf"/></Relationships>
</file>

<file path=ppt/drawings/_rels/vmlDrawing7.vml.rels><?xml version="1.0" encoding="UTF-8" standalone="yes"?>
<Relationships xmlns="http://schemas.openxmlformats.org/package/2006/relationships"><Relationship Id="rId3" Type="http://schemas.openxmlformats.org/officeDocument/2006/relationships/image" Target="../media/image50.wmf"/><Relationship Id="rId7" Type="http://schemas.openxmlformats.org/officeDocument/2006/relationships/image" Target="../media/image54.wmf"/><Relationship Id="rId2" Type="http://schemas.openxmlformats.org/officeDocument/2006/relationships/image" Target="../media/image49.wmf"/><Relationship Id="rId1" Type="http://schemas.openxmlformats.org/officeDocument/2006/relationships/image" Target="../media/image48.wmf"/><Relationship Id="rId6" Type="http://schemas.openxmlformats.org/officeDocument/2006/relationships/image" Target="../media/image53.wmf"/><Relationship Id="rId5" Type="http://schemas.openxmlformats.org/officeDocument/2006/relationships/image" Target="../media/image52.wmf"/><Relationship Id="rId4" Type="http://schemas.openxmlformats.org/officeDocument/2006/relationships/image" Target="../media/image51.wmf"/></Relationships>
</file>

<file path=ppt/drawings/_rels/vmlDrawing8.vml.rels><?xml version="1.0" encoding="UTF-8" standalone="yes"?>
<Relationships xmlns="http://schemas.openxmlformats.org/package/2006/relationships"><Relationship Id="rId3" Type="http://schemas.openxmlformats.org/officeDocument/2006/relationships/image" Target="../media/image59.wmf"/><Relationship Id="rId2" Type="http://schemas.openxmlformats.org/officeDocument/2006/relationships/image" Target="../media/image58.wmf"/><Relationship Id="rId1" Type="http://schemas.openxmlformats.org/officeDocument/2006/relationships/image" Target="../media/image57.wmf"/><Relationship Id="rId5" Type="http://schemas.openxmlformats.org/officeDocument/2006/relationships/image" Target="../media/image61.wmf"/><Relationship Id="rId4" Type="http://schemas.openxmlformats.org/officeDocument/2006/relationships/image" Target="../media/image60.wmf"/></Relationships>
</file>

<file path=ppt/drawings/_rels/vmlDrawing9.vml.rels><?xml version="1.0" encoding="UTF-8" standalone="yes"?>
<Relationships xmlns="http://schemas.openxmlformats.org/package/2006/relationships"><Relationship Id="rId3" Type="http://schemas.openxmlformats.org/officeDocument/2006/relationships/image" Target="../media/image66.wmf"/><Relationship Id="rId2" Type="http://schemas.openxmlformats.org/officeDocument/2006/relationships/image" Target="../media/image65.wmf"/><Relationship Id="rId1" Type="http://schemas.openxmlformats.org/officeDocument/2006/relationships/image" Target="../media/image64.wmf"/><Relationship Id="rId4" Type="http://schemas.openxmlformats.org/officeDocument/2006/relationships/image" Target="../media/image67.wmf"/></Relationships>
</file>

<file path=ppt/drawings/_rels/vmlDrawing10.vml.rels><?xml version="1.0" encoding="UTF-8" standalone="yes"?>
<Relationships xmlns="http://schemas.openxmlformats.org/package/2006/relationships"><Relationship Id="rId3" Type="http://schemas.openxmlformats.org/officeDocument/2006/relationships/image" Target="../media/image72.wmf"/><Relationship Id="rId2" Type="http://schemas.openxmlformats.org/officeDocument/2006/relationships/image" Target="../media/image71.wmf"/><Relationship Id="rId1" Type="http://schemas.openxmlformats.org/officeDocument/2006/relationships/image" Target="../media/image70.wmf"/><Relationship Id="rId4" Type="http://schemas.openxmlformats.org/officeDocument/2006/relationships/image" Target="../media/image73.wmf"/></Relationships>
</file>

<file path=ppt/drawings/_rels/vmlDrawing11.vml.rels><?xml version="1.0" encoding="UTF-8" standalone="yes"?>
<Relationships xmlns="http://schemas.openxmlformats.org/package/2006/relationships"><Relationship Id="rId3" Type="http://schemas.openxmlformats.org/officeDocument/2006/relationships/image" Target="../media/image78.wmf"/><Relationship Id="rId2" Type="http://schemas.openxmlformats.org/officeDocument/2006/relationships/image" Target="../media/image77.wmf"/><Relationship Id="rId1" Type="http://schemas.openxmlformats.org/officeDocument/2006/relationships/image" Target="../media/image76.wmf"/></Relationships>
</file>

<file path=ppt/drawings/_rels/vmlDrawing12.vml.rels><?xml version="1.0" encoding="UTF-8" standalone="yes"?>
<Relationships xmlns="http://schemas.openxmlformats.org/package/2006/relationships"><Relationship Id="rId3" Type="http://schemas.openxmlformats.org/officeDocument/2006/relationships/image" Target="../media/image82.wmf"/><Relationship Id="rId2" Type="http://schemas.openxmlformats.org/officeDocument/2006/relationships/image" Target="../media/image81.wmf"/><Relationship Id="rId1" Type="http://schemas.openxmlformats.org/officeDocument/2006/relationships/image" Target="../media/image80.wmf"/><Relationship Id="rId4" Type="http://schemas.openxmlformats.org/officeDocument/2006/relationships/image" Target="../media/image83.wmf"/></Relationships>
</file>

<file path=ppt/drawings/_rels/vmlDrawing13.vml.rels><?xml version="1.0" encoding="UTF-8" standalone="yes"?>
<Relationships xmlns="http://schemas.openxmlformats.org/package/2006/relationships"><Relationship Id="rId2" Type="http://schemas.openxmlformats.org/officeDocument/2006/relationships/image" Target="../media/image87.wmf"/><Relationship Id="rId1" Type="http://schemas.openxmlformats.org/officeDocument/2006/relationships/image" Target="../media/image86.wmf"/></Relationships>
</file>

<file path=ppt/drawings/_rels/vmlDrawing14.vml.rels><?xml version="1.0" encoding="UTF-8" standalone="yes"?>
<Relationships xmlns="http://schemas.openxmlformats.org/package/2006/relationships"><Relationship Id="rId8" Type="http://schemas.openxmlformats.org/officeDocument/2006/relationships/image" Target="../media/image97.wmf"/><Relationship Id="rId3" Type="http://schemas.openxmlformats.org/officeDocument/2006/relationships/image" Target="../media/image92.wmf"/><Relationship Id="rId7" Type="http://schemas.openxmlformats.org/officeDocument/2006/relationships/image" Target="../media/image96.wmf"/><Relationship Id="rId2" Type="http://schemas.openxmlformats.org/officeDocument/2006/relationships/image" Target="../media/image91.wmf"/><Relationship Id="rId1" Type="http://schemas.openxmlformats.org/officeDocument/2006/relationships/image" Target="../media/image90.wmf"/><Relationship Id="rId6" Type="http://schemas.openxmlformats.org/officeDocument/2006/relationships/image" Target="../media/image95.wmf"/><Relationship Id="rId5" Type="http://schemas.openxmlformats.org/officeDocument/2006/relationships/image" Target="../media/image94.wmf"/><Relationship Id="rId4" Type="http://schemas.openxmlformats.org/officeDocument/2006/relationships/image" Target="../media/image93.wmf"/><Relationship Id="rId9" Type="http://schemas.openxmlformats.org/officeDocument/2006/relationships/image" Target="../media/image98.wmf"/></Relationships>
</file>

<file path=ppt/drawings/_rels/vmlDrawing15.v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wmf"/><Relationship Id="rId3" Type="http://schemas.openxmlformats.org/officeDocument/2006/relationships/image" Target="../media/image103.wmf"/><Relationship Id="rId7" Type="http://schemas.openxmlformats.org/officeDocument/2006/relationships/image" Target="../media/image107.wmf"/><Relationship Id="rId2" Type="http://schemas.openxmlformats.org/officeDocument/2006/relationships/image" Target="../media/image102.wmf"/><Relationship Id="rId1" Type="http://schemas.openxmlformats.org/officeDocument/2006/relationships/image" Target="../media/image101.wmf"/><Relationship Id="rId6" Type="http://schemas.openxmlformats.org/officeDocument/2006/relationships/image" Target="../media/image106.wmf"/><Relationship Id="rId5" Type="http://schemas.openxmlformats.org/officeDocument/2006/relationships/image" Target="../media/image105.wmf"/><Relationship Id="rId4" Type="http://schemas.openxmlformats.org/officeDocument/2006/relationships/image" Target="../media/image104.wmf"/><Relationship Id="rId9" Type="http://schemas.openxmlformats.org/officeDocument/2006/relationships/image" Target="../media/image109.wmf"/></Relationships>
</file>

<file path=ppt/drawings/_rels/vmlDrawing16.v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wmf"/><Relationship Id="rId1" Type="http://schemas.openxmlformats.org/officeDocument/2006/relationships/image" Target="../media/image110.wmf"/></Relationships>
</file>

<file path=ppt/drawings/_rels/vmlDrawing17.vml.rels><?xml version="1.0" encoding="UTF-8" standalone="yes"?>
<Relationships xmlns="http://schemas.openxmlformats.org/package/2006/relationships"><Relationship Id="rId8" Type="http://schemas.openxmlformats.org/officeDocument/2006/relationships/image" Target="../media/image121.wmf"/><Relationship Id="rId3" Type="http://schemas.openxmlformats.org/officeDocument/2006/relationships/image" Target="../media/image116.wmf"/><Relationship Id="rId7" Type="http://schemas.openxmlformats.org/officeDocument/2006/relationships/image" Target="../media/image120.wmf"/><Relationship Id="rId2" Type="http://schemas.openxmlformats.org/officeDocument/2006/relationships/image" Target="../media/image115.wmf"/><Relationship Id="rId1" Type="http://schemas.openxmlformats.org/officeDocument/2006/relationships/image" Target="../media/image114.wmf"/><Relationship Id="rId6" Type="http://schemas.openxmlformats.org/officeDocument/2006/relationships/image" Target="../media/image119.wmf"/><Relationship Id="rId5" Type="http://schemas.openxmlformats.org/officeDocument/2006/relationships/image" Target="../media/image118.wmf"/><Relationship Id="rId4" Type="http://schemas.openxmlformats.org/officeDocument/2006/relationships/image" Target="../media/image117.wmf"/></Relationships>
</file>

<file path=ppt/drawings/_rels/vmlDrawing18.v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wmf"/><Relationship Id="rId7" Type="http://schemas.openxmlformats.org/officeDocument/2006/relationships/image" Target="../media/image130.wmf"/><Relationship Id="rId2" Type="http://schemas.openxmlformats.org/officeDocument/2006/relationships/image" Target="../media/image125.wmf"/><Relationship Id="rId1" Type="http://schemas.openxmlformats.org/officeDocument/2006/relationships/image" Target="../media/image124.wmf"/><Relationship Id="rId6" Type="http://schemas.openxmlformats.org/officeDocument/2006/relationships/image" Target="../media/image129.wmf"/><Relationship Id="rId5" Type="http://schemas.openxmlformats.org/officeDocument/2006/relationships/image" Target="../media/image128.wmf"/><Relationship Id="rId4" Type="http://schemas.openxmlformats.org/officeDocument/2006/relationships/image" Target="../media/image127.wmf"/></Relationships>
</file>

<file path=ppt/drawings/_rels/vmlDrawing19.v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wmf"/><Relationship Id="rId2" Type="http://schemas.openxmlformats.org/officeDocument/2006/relationships/image" Target="../media/image132.wmf"/><Relationship Id="rId1" Type="http://schemas.openxmlformats.org/officeDocument/2006/relationships/image" Target="../media/image131.wmf"/><Relationship Id="rId6" Type="http://schemas.openxmlformats.org/officeDocument/2006/relationships/image" Target="../media/image136.wmf"/><Relationship Id="rId5" Type="http://schemas.openxmlformats.org/officeDocument/2006/relationships/image" Target="../media/image135.wmf"/><Relationship Id="rId4" Type="http://schemas.openxmlformats.org/officeDocument/2006/relationships/image" Target="../media/image134.wmf"/></Relationships>
</file>

<file path=ppt/drawings/_rels/vmlDrawing20.v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wmf"/><Relationship Id="rId2" Type="http://schemas.openxmlformats.org/officeDocument/2006/relationships/image" Target="../media/image143.wmf"/><Relationship Id="rId1" Type="http://schemas.openxmlformats.org/officeDocument/2006/relationships/image" Target="../media/image142.wmf"/></Relationships>
</file>

<file path=ppt/drawings/_rels/vmlDrawing21.v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wmf"/><Relationship Id="rId2" Type="http://schemas.openxmlformats.org/officeDocument/2006/relationships/image" Target="../media/image148.wmf"/><Relationship Id="rId1" Type="http://schemas.openxmlformats.org/officeDocument/2006/relationships/image" Target="../media/image147.wmf"/></Relationships>
</file>

<file path=ppt/drawings/_rels/vmlDrawing22.v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wmf"/><Relationship Id="rId2" Type="http://schemas.openxmlformats.org/officeDocument/2006/relationships/image" Target="../media/image155.wmf"/><Relationship Id="rId1" Type="http://schemas.openxmlformats.org/officeDocument/2006/relationships/image" Target="../media/image154.wmf"/><Relationship Id="rId4" Type="http://schemas.openxmlformats.org/officeDocument/2006/relationships/image" Target="../media/image157.wmf"/></Relationships>
</file>

<file path=ppt/drawings/_rels/vmlDrawing23.vml.rels><?xml version="1.0" encoding="UTF-8" standalone="yes"?>
<Relationships xmlns="http://schemas.openxmlformats.org/package/2006/relationships"><Relationship Id="rId8" Type="http://schemas.openxmlformats.org/officeDocument/2006/relationships/image" Target="../media/image167.emf"/><Relationship Id="rId3" Type="http://schemas.openxmlformats.org/officeDocument/2006/relationships/image" Target="../media/image162.wmf"/><Relationship Id="rId7" Type="http://schemas.openxmlformats.org/officeDocument/2006/relationships/image" Target="../media/image166.wmf"/><Relationship Id="rId2" Type="http://schemas.openxmlformats.org/officeDocument/2006/relationships/image" Target="../media/image161.wmf"/><Relationship Id="rId1" Type="http://schemas.openxmlformats.org/officeDocument/2006/relationships/image" Target="../media/image160.wmf"/><Relationship Id="rId6" Type="http://schemas.openxmlformats.org/officeDocument/2006/relationships/image" Target="../media/image165.wmf"/><Relationship Id="rId5" Type="http://schemas.openxmlformats.org/officeDocument/2006/relationships/image" Target="../media/image164.wmf"/><Relationship Id="rId4" Type="http://schemas.openxmlformats.org/officeDocument/2006/relationships/image" Target="../media/image163.wmf"/></Relationships>
</file>

<file path=ppt/drawings/_rels/vmlDrawing24.vml.rels><?xml version="1.0" encoding="UTF-8" standalone="yes"?>
<Relationships xmlns="http://schemas.openxmlformats.org/package/2006/relationships"><Relationship Id="rId8" Type="http://schemas.openxmlformats.org/officeDocument/2006/relationships/image" Target="../media/image176.wmf"/><Relationship Id="rId3" Type="http://schemas.openxmlformats.org/officeDocument/2006/relationships/image" Target="../media/image171.wmf"/><Relationship Id="rId7" Type="http://schemas.openxmlformats.org/officeDocument/2006/relationships/image" Target="../media/image175.wmf"/><Relationship Id="rId2" Type="http://schemas.openxmlformats.org/officeDocument/2006/relationships/image" Target="../media/image170.wmf"/><Relationship Id="rId1" Type="http://schemas.openxmlformats.org/officeDocument/2006/relationships/image" Target="../media/image169.wmf"/><Relationship Id="rId6" Type="http://schemas.openxmlformats.org/officeDocument/2006/relationships/image" Target="../media/image174.wmf"/><Relationship Id="rId5" Type="http://schemas.openxmlformats.org/officeDocument/2006/relationships/image" Target="../media/image173.wmf"/><Relationship Id="rId10" Type="http://schemas.openxmlformats.org/officeDocument/2006/relationships/image" Target="../media/image178.wmf"/><Relationship Id="rId4" Type="http://schemas.openxmlformats.org/officeDocument/2006/relationships/image" Target="../media/image172.wmf"/><Relationship Id="rId9" Type="http://schemas.openxmlformats.org/officeDocument/2006/relationships/image" Target="../media/image177.wmf"/></Relationships>
</file>

<file path=ppt/drawings/_rels/vmlDrawing25.vml.rels><?xml version="1.0" encoding="UTF-8" standalone="yes"?>
<Relationships xmlns="http://schemas.openxmlformats.org/package/2006/relationships"><Relationship Id="rId3" Type="http://schemas.openxmlformats.org/officeDocument/2006/relationships/image" Target="../media/image182.wmf"/><Relationship Id="rId7" Type="http://schemas.openxmlformats.org/officeDocument/2006/relationships/image" Target="../media/image186.wmf"/><Relationship Id="rId2" Type="http://schemas.openxmlformats.org/officeDocument/2006/relationships/image" Target="../media/image181.wmf"/><Relationship Id="rId1" Type="http://schemas.openxmlformats.org/officeDocument/2006/relationships/image" Target="../media/image180.wmf"/><Relationship Id="rId6" Type="http://schemas.openxmlformats.org/officeDocument/2006/relationships/image" Target="../media/image185.wmf"/><Relationship Id="rId5" Type="http://schemas.openxmlformats.org/officeDocument/2006/relationships/image" Target="../media/image184.wmf"/><Relationship Id="rId4" Type="http://schemas.openxmlformats.org/officeDocument/2006/relationships/image" Target="../media/image183.wmf"/></Relationships>
</file>

<file path=ppt/drawings/_rels/vmlDrawing26.vml.rels><?xml version="1.0" encoding="UTF-8" standalone="yes"?>
<Relationships xmlns="http://schemas.openxmlformats.org/package/2006/relationships"><Relationship Id="rId2" Type="http://schemas.openxmlformats.org/officeDocument/2006/relationships/image" Target="../media/image189.wmf"/><Relationship Id="rId1" Type="http://schemas.openxmlformats.org/officeDocument/2006/relationships/image" Target="../media/image188.wmf"/></Relationships>
</file>

<file path=ppt/drawings/_rels/vmlDrawing27.vml.rels><?xml version="1.0" encoding="UTF-8" standalone="yes"?>
<Relationships xmlns="http://schemas.openxmlformats.org/package/2006/relationships"><Relationship Id="rId3" Type="http://schemas.openxmlformats.org/officeDocument/2006/relationships/image" Target="../media/image195.wmf"/><Relationship Id="rId2" Type="http://schemas.openxmlformats.org/officeDocument/2006/relationships/image" Target="../media/image194.wmf"/><Relationship Id="rId1" Type="http://schemas.openxmlformats.org/officeDocument/2006/relationships/image" Target="../media/image193.wmf"/></Relationships>
</file>

<file path=ppt/drawings/_rels/vmlDrawing28.v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wmf"/><Relationship Id="rId1" Type="http://schemas.openxmlformats.org/officeDocument/2006/relationships/image" Target="../media/image200.wmf"/></Relationships>
</file>

<file path=ppt/drawings/_rels/vmlDrawing29.vml.rels><?xml version="1.0" encoding="UTF-8" standalone="yes"?>
<Relationships xmlns="http://schemas.openxmlformats.org/package/2006/relationships"><Relationship Id="rId3" Type="http://schemas.openxmlformats.org/officeDocument/2006/relationships/image" Target="../media/image205.wmf"/><Relationship Id="rId2" Type="http://schemas.openxmlformats.org/officeDocument/2006/relationships/image" Target="../media/image204.wmf"/><Relationship Id="rId1" Type="http://schemas.openxmlformats.org/officeDocument/2006/relationships/image" Target="../media/image203.wmf"/><Relationship Id="rId5" Type="http://schemas.openxmlformats.org/officeDocument/2006/relationships/image" Target="../media/image207.wmf"/><Relationship Id="rId4" Type="http://schemas.openxmlformats.org/officeDocument/2006/relationships/image" Target="../media/image206.wmf"/></Relationships>
</file>

<file path=ppt/drawings/_rels/vmlDrawing30.v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wmf"/><Relationship Id="rId7" Type="http://schemas.openxmlformats.org/officeDocument/2006/relationships/image" Target="../media/image215.wmf"/><Relationship Id="rId2" Type="http://schemas.openxmlformats.org/officeDocument/2006/relationships/image" Target="../media/image210.wmf"/><Relationship Id="rId1" Type="http://schemas.openxmlformats.org/officeDocument/2006/relationships/image" Target="../media/image209.wmf"/><Relationship Id="rId6" Type="http://schemas.openxmlformats.org/officeDocument/2006/relationships/image" Target="../media/image214.wmf"/><Relationship Id="rId5" Type="http://schemas.openxmlformats.org/officeDocument/2006/relationships/image" Target="../media/image213.wmf"/><Relationship Id="rId4" Type="http://schemas.openxmlformats.org/officeDocument/2006/relationships/image" Target="../media/image212.wmf"/></Relationships>
</file>

<file path=ppt/drawings/_rels/vmlDrawing31.vml.rels><?xml version="1.0" encoding="UTF-8" standalone="yes"?>
<Relationships xmlns="http://schemas.openxmlformats.org/package/2006/relationships"><Relationship Id="rId8" Type="http://schemas.openxmlformats.org/officeDocument/2006/relationships/image" Target="../media/image224.wmf"/><Relationship Id="rId3" Type="http://schemas.openxmlformats.org/officeDocument/2006/relationships/image" Target="../media/image219.wmf"/><Relationship Id="rId7" Type="http://schemas.openxmlformats.org/officeDocument/2006/relationships/image" Target="../media/image223.wmf"/><Relationship Id="rId2" Type="http://schemas.openxmlformats.org/officeDocument/2006/relationships/image" Target="../media/image218.wmf"/><Relationship Id="rId1" Type="http://schemas.openxmlformats.org/officeDocument/2006/relationships/image" Target="../media/image217.wmf"/><Relationship Id="rId6" Type="http://schemas.openxmlformats.org/officeDocument/2006/relationships/image" Target="../media/image222.wmf"/><Relationship Id="rId5" Type="http://schemas.openxmlformats.org/officeDocument/2006/relationships/image" Target="../media/image221.wmf"/><Relationship Id="rId4" Type="http://schemas.openxmlformats.org/officeDocument/2006/relationships/image" Target="../media/image220.wmf"/></Relationships>
</file>

<file path=ppt/drawings/_rels/vmlDrawing32.vml.rels><?xml version="1.0" encoding="UTF-8" standalone="yes"?>
<Relationships xmlns="http://schemas.openxmlformats.org/package/2006/relationships"><Relationship Id="rId3" Type="http://schemas.openxmlformats.org/officeDocument/2006/relationships/image" Target="../media/image229.wmf"/><Relationship Id="rId2" Type="http://schemas.openxmlformats.org/officeDocument/2006/relationships/image" Target="../media/image228.wmf"/><Relationship Id="rId1" Type="http://schemas.openxmlformats.org/officeDocument/2006/relationships/image" Target="../media/image227.wmf"/><Relationship Id="rId6" Type="http://schemas.openxmlformats.org/officeDocument/2006/relationships/image" Target="../media/image232.wmf"/><Relationship Id="rId5" Type="http://schemas.openxmlformats.org/officeDocument/2006/relationships/image" Target="../media/image231.wmf"/><Relationship Id="rId4" Type="http://schemas.openxmlformats.org/officeDocument/2006/relationships/image" Target="../media/image230.wmf"/></Relationships>
</file>

<file path=ppt/drawings/_rels/vmlDrawing33.vml.rels><?xml version="1.0" encoding="UTF-8" standalone="yes"?>
<Relationships xmlns="http://schemas.openxmlformats.org/package/2006/relationships"><Relationship Id="rId3" Type="http://schemas.openxmlformats.org/officeDocument/2006/relationships/image" Target="../media/image237.wmf"/><Relationship Id="rId2" Type="http://schemas.openxmlformats.org/officeDocument/2006/relationships/image" Target="../media/image236.wmf"/><Relationship Id="rId1" Type="http://schemas.openxmlformats.org/officeDocument/2006/relationships/image" Target="../media/image235.wmf"/><Relationship Id="rId6" Type="http://schemas.openxmlformats.org/officeDocument/2006/relationships/image" Target="../media/image240.wmf"/><Relationship Id="rId5" Type="http://schemas.openxmlformats.org/officeDocument/2006/relationships/image" Target="../media/image239.wmf"/><Relationship Id="rId4" Type="http://schemas.openxmlformats.org/officeDocument/2006/relationships/image" Target="../media/image238.wmf"/></Relationships>
</file>

<file path=ppt/drawings/_rels/vmlDrawing34.vml.rels><?xml version="1.0" encoding="UTF-8" standalone="yes"?>
<Relationships xmlns="http://schemas.openxmlformats.org/package/2006/relationships"><Relationship Id="rId3" Type="http://schemas.openxmlformats.org/officeDocument/2006/relationships/image" Target="../media/image245.wmf"/><Relationship Id="rId2" Type="http://schemas.openxmlformats.org/officeDocument/2006/relationships/image" Target="../media/image244.wmf"/><Relationship Id="rId1" Type="http://schemas.openxmlformats.org/officeDocument/2006/relationships/image" Target="../media/image243.wmf"/><Relationship Id="rId6" Type="http://schemas.openxmlformats.org/officeDocument/2006/relationships/image" Target="../media/image248.wmf"/><Relationship Id="rId5" Type="http://schemas.openxmlformats.org/officeDocument/2006/relationships/image" Target="../media/image247.wmf"/><Relationship Id="rId4" Type="http://schemas.openxmlformats.org/officeDocument/2006/relationships/image" Target="../media/image246.wmf"/></Relationships>
</file>

<file path=ppt/drawings/_rels/vmlDrawing35.vml.rels><?xml version="1.0" encoding="UTF-8" standalone="yes"?>
<Relationships xmlns="http://schemas.openxmlformats.org/package/2006/relationships"><Relationship Id="rId3" Type="http://schemas.openxmlformats.org/officeDocument/2006/relationships/image" Target="../media/image252.wmf"/><Relationship Id="rId2" Type="http://schemas.openxmlformats.org/officeDocument/2006/relationships/image" Target="../media/image251.wmf"/><Relationship Id="rId1" Type="http://schemas.openxmlformats.org/officeDocument/2006/relationships/image" Target="../media/image250.wmf"/><Relationship Id="rId5" Type="http://schemas.openxmlformats.org/officeDocument/2006/relationships/image" Target="../media/image254.wmf"/><Relationship Id="rId4" Type="http://schemas.openxmlformats.org/officeDocument/2006/relationships/image" Target="../media/image253.wmf"/></Relationships>
</file>

<file path=ppt/drawings/_rels/vmlDrawing36.vml.rels><?xml version="1.0" encoding="UTF-8" standalone="yes"?>
<Relationships xmlns="http://schemas.openxmlformats.org/package/2006/relationships"><Relationship Id="rId3" Type="http://schemas.openxmlformats.org/officeDocument/2006/relationships/image" Target="../media/image259.wmf"/><Relationship Id="rId2" Type="http://schemas.openxmlformats.org/officeDocument/2006/relationships/image" Target="../media/image258.wmf"/><Relationship Id="rId1" Type="http://schemas.openxmlformats.org/officeDocument/2006/relationships/image" Target="../media/image257.wmf"/></Relationships>
</file>

<file path=ppt/drawings/_rels/vmlDrawing37.vml.rels><?xml version="1.0" encoding="UTF-8" standalone="yes"?>
<Relationships xmlns="http://schemas.openxmlformats.org/package/2006/relationships"><Relationship Id="rId3" Type="http://schemas.openxmlformats.org/officeDocument/2006/relationships/image" Target="../media/image264.wmf"/><Relationship Id="rId2" Type="http://schemas.openxmlformats.org/officeDocument/2006/relationships/image" Target="../media/image263.wmf"/><Relationship Id="rId1" Type="http://schemas.openxmlformats.org/officeDocument/2006/relationships/image" Target="../media/image262.wmf"/><Relationship Id="rId4" Type="http://schemas.openxmlformats.org/officeDocument/2006/relationships/image" Target="../media/image265.wmf"/></Relationships>
</file>

<file path=ppt/drawings/_rels/vmlDrawing38.vml.rels><?xml version="1.0" encoding="UTF-8" standalone="yes"?>
<Relationships xmlns="http://schemas.openxmlformats.org/package/2006/relationships"><Relationship Id="rId3" Type="http://schemas.openxmlformats.org/officeDocument/2006/relationships/image" Target="../media/image268.wmf"/><Relationship Id="rId2" Type="http://schemas.openxmlformats.org/officeDocument/2006/relationships/image" Target="../media/image267.wmf"/><Relationship Id="rId1" Type="http://schemas.openxmlformats.org/officeDocument/2006/relationships/image" Target="../media/image266.wmf"/></Relationships>
</file>

<file path=ppt/drawings/_rels/vmlDrawing39.vml.rels><?xml version="1.0" encoding="UTF-8" standalone="yes"?>
<Relationships xmlns="http://schemas.openxmlformats.org/package/2006/relationships"><Relationship Id="rId3" Type="http://schemas.openxmlformats.org/officeDocument/2006/relationships/image" Target="../media/image274.wmf"/><Relationship Id="rId7" Type="http://schemas.openxmlformats.org/officeDocument/2006/relationships/image" Target="../media/image278.wmf"/><Relationship Id="rId2" Type="http://schemas.openxmlformats.org/officeDocument/2006/relationships/image" Target="../media/image273.wmf"/><Relationship Id="rId1" Type="http://schemas.openxmlformats.org/officeDocument/2006/relationships/image" Target="../media/image272.wmf"/><Relationship Id="rId6" Type="http://schemas.openxmlformats.org/officeDocument/2006/relationships/image" Target="../media/image277.wmf"/><Relationship Id="rId5" Type="http://schemas.openxmlformats.org/officeDocument/2006/relationships/image" Target="../media/image276.wmf"/><Relationship Id="rId4" Type="http://schemas.openxmlformats.org/officeDocument/2006/relationships/image" Target="../media/image275.wmf"/></Relationships>
</file>

<file path=ppt/drawings/_rels/vmlDrawing40.vml.rels><?xml version="1.0" encoding="UTF-8" standalone="yes"?>
<Relationships xmlns="http://schemas.openxmlformats.org/package/2006/relationships"><Relationship Id="rId3" Type="http://schemas.openxmlformats.org/officeDocument/2006/relationships/image" Target="../media/image288.wmf"/><Relationship Id="rId2" Type="http://schemas.openxmlformats.org/officeDocument/2006/relationships/image" Target="../media/image287.wmf"/><Relationship Id="rId1" Type="http://schemas.openxmlformats.org/officeDocument/2006/relationships/image" Target="../media/image286.wmf"/><Relationship Id="rId4" Type="http://schemas.openxmlformats.org/officeDocument/2006/relationships/image" Target="../media/image289.wmf"/></Relationships>
</file>

<file path=ppt/drawings/_rels/vmlDrawing41.vml.rels><?xml version="1.0" encoding="UTF-8" standalone="yes"?>
<Relationships xmlns="http://schemas.openxmlformats.org/package/2006/relationships"><Relationship Id="rId3" Type="http://schemas.openxmlformats.org/officeDocument/2006/relationships/image" Target="../media/image294.wmf"/><Relationship Id="rId7" Type="http://schemas.openxmlformats.org/officeDocument/2006/relationships/image" Target="../media/image298.wmf"/><Relationship Id="rId2" Type="http://schemas.openxmlformats.org/officeDocument/2006/relationships/image" Target="../media/image293.wmf"/><Relationship Id="rId1" Type="http://schemas.openxmlformats.org/officeDocument/2006/relationships/image" Target="../media/image292.wmf"/><Relationship Id="rId6" Type="http://schemas.openxmlformats.org/officeDocument/2006/relationships/image" Target="../media/image297.wmf"/><Relationship Id="rId5" Type="http://schemas.openxmlformats.org/officeDocument/2006/relationships/image" Target="../media/image296.wmf"/><Relationship Id="rId4" Type="http://schemas.openxmlformats.org/officeDocument/2006/relationships/image" Target="../media/image295.wmf"/></Relationships>
</file>

<file path=ppt/drawings/_rels/vmlDrawing42.vml.rels><?xml version="1.0" encoding="UTF-8" standalone="yes"?>
<Relationships xmlns="http://schemas.openxmlformats.org/package/2006/relationships"><Relationship Id="rId3" Type="http://schemas.openxmlformats.org/officeDocument/2006/relationships/image" Target="../media/image303.wmf"/><Relationship Id="rId2" Type="http://schemas.openxmlformats.org/officeDocument/2006/relationships/image" Target="../media/image302.wmf"/><Relationship Id="rId1" Type="http://schemas.openxmlformats.org/officeDocument/2006/relationships/image" Target="../media/image301.wmf"/><Relationship Id="rId6" Type="http://schemas.openxmlformats.org/officeDocument/2006/relationships/image" Target="../media/image305.wmf"/><Relationship Id="rId5" Type="http://schemas.openxmlformats.org/officeDocument/2006/relationships/image" Target="../media/image304.wmf"/><Relationship Id="rId4" Type="http://schemas.openxmlformats.org/officeDocument/2006/relationships/image" Target="../media/image298.wmf"/></Relationships>
</file>

<file path=ppt/drawings/_rels/vmlDrawing43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3.wmf"/><Relationship Id="rId3" Type="http://schemas.openxmlformats.org/officeDocument/2006/relationships/image" Target="../media/image308.wmf"/><Relationship Id="rId7" Type="http://schemas.openxmlformats.org/officeDocument/2006/relationships/image" Target="../media/image312.wmf"/><Relationship Id="rId2" Type="http://schemas.openxmlformats.org/officeDocument/2006/relationships/image" Target="../media/image307.wmf"/><Relationship Id="rId1" Type="http://schemas.openxmlformats.org/officeDocument/2006/relationships/image" Target="../media/image306.wmf"/><Relationship Id="rId6" Type="http://schemas.openxmlformats.org/officeDocument/2006/relationships/image" Target="../media/image311.wmf"/><Relationship Id="rId5" Type="http://schemas.openxmlformats.org/officeDocument/2006/relationships/image" Target="../media/image310.wmf"/><Relationship Id="rId4" Type="http://schemas.openxmlformats.org/officeDocument/2006/relationships/image" Target="../media/image309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1"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1"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kumimoji="1"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1" sz="1200"/>
            </a:lvl1pPr>
          </a:lstStyle>
          <a:p>
            <a:pPr>
              <a:defRPr/>
            </a:pPr>
            <a:fld id="{6CA68E01-8E16-456C-9169-11DF1CF33BE1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1"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39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1"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839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39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kumimoji="1"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39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1" sz="1200"/>
            </a:lvl1pPr>
          </a:lstStyle>
          <a:p>
            <a:pPr>
              <a:defRPr/>
            </a:pPr>
            <a:fld id="{DE7420CE-B9AB-4D68-A2B3-3E586080677C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12ED14A-B3E2-425A-B0B3-A177B26B0501}" type="slidenum">
              <a:rPr lang="en-US" altLang="zh-CN" smtClean="0"/>
              <a:pPr/>
              <a:t>1</a:t>
            </a:fld>
            <a:endParaRPr lang="en-US" altLang="zh-CN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2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592505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3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1058676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4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1876436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5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3097190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6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7490327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5222590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8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4798521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9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488652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10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7041149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11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680391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12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8904284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13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4381947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14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2058668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15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501620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16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1803020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17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0129010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18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8252465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19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32126525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20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0570382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21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772478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22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5895082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23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3312445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24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2796403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25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87492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26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8093648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27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8635875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28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01632521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29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53385185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30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50026366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31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09484281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32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6394167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33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87709714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34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91794796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35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34940411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36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11250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37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46682956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38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80034432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39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99716810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40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17821436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41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30301383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42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51712128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43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57772949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44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08736417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45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46320098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46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6899497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47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84782809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48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59884366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E7420CE-B9AB-4D68-A2B3-3E586080677C}" type="slidenum">
              <a:rPr lang="en-US" altLang="zh-CN" smtClean="0"/>
              <a:pPr>
                <a:defRPr/>
              </a:pPr>
              <a:t>49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196117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6" descr="未标题-1 拷贝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6859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137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10137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F5D4924-AA54-47D3-894B-171E592B68DE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5A9E370-7543-44F3-A299-79C3EEA9730C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9020D9-156C-4CF0-A82B-CBEB78926752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717314A-B13F-4AF1-8CAE-C52665E3D5E2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D726DB7-EDA2-4AB9-8DA2-B602CB4991CE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E8DF768-A72A-4946-89DF-656276D88202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8FEDAA1-D362-4B40-8C5C-82FA92CF9144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5B22D35-26D7-4EEA-B120-D49CBAA38F2F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9744476-AC96-4BCE-A41E-2164431D002D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66BEEDB-2A0B-4DC2-AB83-202671C8E20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609600"/>
            <a:ext cx="1943100" cy="5486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5676900" cy="5486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2BFEB51-B069-4A9A-A1DA-570FDC466296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7" descr="未标题-2 拷贝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609600"/>
            <a:ext cx="7772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981200"/>
            <a:ext cx="7772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第二层</a:t>
            </a:r>
          </a:p>
          <a:p>
            <a:pPr lvl="2"/>
            <a:r>
              <a:rPr lang="zh-CN" altLang="en-US"/>
              <a:t>第三层</a:t>
            </a:r>
          </a:p>
          <a:p>
            <a:pPr lvl="3"/>
            <a:r>
              <a:rPr lang="zh-CN" altLang="en-US"/>
              <a:t>第四层</a:t>
            </a:r>
          </a:p>
          <a:p>
            <a:pPr lvl="4"/>
            <a:r>
              <a:rPr lang="zh-CN" altLang="en-US"/>
              <a:t>第五层</a:t>
            </a:r>
          </a:p>
        </p:txBody>
      </p:sp>
      <p:sp>
        <p:nvSpPr>
          <p:cNvPr id="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>
              <a:defRPr/>
            </a:pPr>
            <a:fld id="{1BC9BCF9-EAAB-44F6-A0CD-FFBD6AA0CDB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  <a:ea typeface="宋体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  <a:ea typeface="宋体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  <a:ea typeface="宋体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  <a:ea typeface="宋体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  <a:ea typeface="宋体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  <a:ea typeface="宋体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  <a:ea typeface="宋体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  <a:ea typeface="宋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.bin"/><Relationship Id="rId13" Type="http://schemas.openxmlformats.org/officeDocument/2006/relationships/image" Target="../media/image7.wmf"/><Relationship Id="rId18" Type="http://schemas.openxmlformats.org/officeDocument/2006/relationships/image" Target="../media/image10.pn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4.wmf"/><Relationship Id="rId12" Type="http://schemas.openxmlformats.org/officeDocument/2006/relationships/oleObject" Target="../embeddings/oleObject5.bin"/><Relationship Id="rId17" Type="http://schemas.microsoft.com/office/2007/relationships/hdphoto" Target="../media/hdphoto1.wdp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9.png"/><Relationship Id="rId1" Type="http://schemas.openxmlformats.org/officeDocument/2006/relationships/vmlDrawing" Target="../drawings/vmlDrawing1.vml"/><Relationship Id="rId6" Type="http://schemas.openxmlformats.org/officeDocument/2006/relationships/oleObject" Target="../embeddings/oleObject2.bin"/><Relationship Id="rId11" Type="http://schemas.openxmlformats.org/officeDocument/2006/relationships/image" Target="../media/image6.wmf"/><Relationship Id="rId5" Type="http://schemas.openxmlformats.org/officeDocument/2006/relationships/image" Target="../media/image3.wmf"/><Relationship Id="rId15" Type="http://schemas.openxmlformats.org/officeDocument/2006/relationships/image" Target="../media/image8.wmf"/><Relationship Id="rId10" Type="http://schemas.openxmlformats.org/officeDocument/2006/relationships/oleObject" Target="../embeddings/oleObject4.bin"/><Relationship Id="rId19" Type="http://schemas.microsoft.com/office/2007/relationships/hdphoto" Target="../media/hdphoto2.wdp"/><Relationship Id="rId4" Type="http://schemas.openxmlformats.org/officeDocument/2006/relationships/oleObject" Target="../embeddings/oleObject1.bin"/><Relationship Id="rId9" Type="http://schemas.openxmlformats.org/officeDocument/2006/relationships/image" Target="../media/image5.wmf"/><Relationship Id="rId14" Type="http://schemas.openxmlformats.org/officeDocument/2006/relationships/oleObject" Target="../embeddings/oleObject6.bin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.bin"/><Relationship Id="rId13" Type="http://schemas.microsoft.com/office/2007/relationships/hdphoto" Target="../media/hdphoto1.wdp"/><Relationship Id="rId3" Type="http://schemas.openxmlformats.org/officeDocument/2006/relationships/notesSlide" Target="../notesSlides/notesSlide4.xml"/><Relationship Id="rId7" Type="http://schemas.openxmlformats.org/officeDocument/2006/relationships/image" Target="../media/image12.wmf"/><Relationship Id="rId12" Type="http://schemas.openxmlformats.org/officeDocument/2006/relationships/image" Target="../media/image15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6" Type="http://schemas.openxmlformats.org/officeDocument/2006/relationships/oleObject" Target="../embeddings/oleObject8.bin"/><Relationship Id="rId11" Type="http://schemas.openxmlformats.org/officeDocument/2006/relationships/image" Target="../media/image14.wmf"/><Relationship Id="rId5" Type="http://schemas.openxmlformats.org/officeDocument/2006/relationships/image" Target="../media/image11.wmf"/><Relationship Id="rId15" Type="http://schemas.microsoft.com/office/2007/relationships/hdphoto" Target="../media/hdphoto2.wdp"/><Relationship Id="rId10" Type="http://schemas.openxmlformats.org/officeDocument/2006/relationships/oleObject" Target="../embeddings/oleObject10.bin"/><Relationship Id="rId4" Type="http://schemas.openxmlformats.org/officeDocument/2006/relationships/oleObject" Target="../embeddings/oleObject7.bin"/><Relationship Id="rId9" Type="http://schemas.openxmlformats.org/officeDocument/2006/relationships/image" Target="../media/image13.wmf"/><Relationship Id="rId1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.bin"/><Relationship Id="rId13" Type="http://schemas.openxmlformats.org/officeDocument/2006/relationships/image" Target="../media/image20.wmf"/><Relationship Id="rId18" Type="http://schemas.openxmlformats.org/officeDocument/2006/relationships/oleObject" Target="../embeddings/oleObject18.bin"/><Relationship Id="rId3" Type="http://schemas.openxmlformats.org/officeDocument/2006/relationships/notesSlide" Target="../notesSlides/notesSlide5.xml"/><Relationship Id="rId21" Type="http://schemas.openxmlformats.org/officeDocument/2006/relationships/image" Target="../media/image24.wmf"/><Relationship Id="rId7" Type="http://schemas.openxmlformats.org/officeDocument/2006/relationships/image" Target="../media/image17.wmf"/><Relationship Id="rId12" Type="http://schemas.openxmlformats.org/officeDocument/2006/relationships/oleObject" Target="../embeddings/oleObject15.bin"/><Relationship Id="rId17" Type="http://schemas.openxmlformats.org/officeDocument/2006/relationships/image" Target="../media/image22.wmf"/><Relationship Id="rId25" Type="http://schemas.microsoft.com/office/2007/relationships/hdphoto" Target="../media/hdphoto4.wdp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7.bin"/><Relationship Id="rId20" Type="http://schemas.openxmlformats.org/officeDocument/2006/relationships/oleObject" Target="../embeddings/oleObject19.bin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12.bin"/><Relationship Id="rId11" Type="http://schemas.openxmlformats.org/officeDocument/2006/relationships/image" Target="../media/image19.wmf"/><Relationship Id="rId24" Type="http://schemas.openxmlformats.org/officeDocument/2006/relationships/image" Target="../media/image26.png"/><Relationship Id="rId5" Type="http://schemas.openxmlformats.org/officeDocument/2006/relationships/image" Target="../media/image16.wmf"/><Relationship Id="rId15" Type="http://schemas.openxmlformats.org/officeDocument/2006/relationships/image" Target="../media/image21.wmf"/><Relationship Id="rId23" Type="http://schemas.microsoft.com/office/2007/relationships/hdphoto" Target="../media/hdphoto3.wdp"/><Relationship Id="rId10" Type="http://schemas.openxmlformats.org/officeDocument/2006/relationships/oleObject" Target="../embeddings/oleObject14.bin"/><Relationship Id="rId19" Type="http://schemas.openxmlformats.org/officeDocument/2006/relationships/image" Target="../media/image23.wmf"/><Relationship Id="rId4" Type="http://schemas.openxmlformats.org/officeDocument/2006/relationships/oleObject" Target="../embeddings/oleObject11.bin"/><Relationship Id="rId9" Type="http://schemas.openxmlformats.org/officeDocument/2006/relationships/image" Target="../media/image18.wmf"/><Relationship Id="rId14" Type="http://schemas.openxmlformats.org/officeDocument/2006/relationships/oleObject" Target="../embeddings/oleObject16.bin"/><Relationship Id="rId22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2.bin"/><Relationship Id="rId13" Type="http://schemas.microsoft.com/office/2007/relationships/hdphoto" Target="../media/hdphoto6.wdp"/><Relationship Id="rId3" Type="http://schemas.openxmlformats.org/officeDocument/2006/relationships/notesSlide" Target="../notesSlides/notesSlide6.xml"/><Relationship Id="rId7" Type="http://schemas.openxmlformats.org/officeDocument/2006/relationships/image" Target="../media/image28.wmf"/><Relationship Id="rId12" Type="http://schemas.openxmlformats.org/officeDocument/2006/relationships/image" Target="../media/image31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4.vml"/><Relationship Id="rId6" Type="http://schemas.openxmlformats.org/officeDocument/2006/relationships/oleObject" Target="../embeddings/oleObject21.bin"/><Relationship Id="rId11" Type="http://schemas.microsoft.com/office/2007/relationships/hdphoto" Target="../media/hdphoto5.wdp"/><Relationship Id="rId5" Type="http://schemas.openxmlformats.org/officeDocument/2006/relationships/image" Target="../media/image27.wmf"/><Relationship Id="rId15" Type="http://schemas.microsoft.com/office/2007/relationships/hdphoto" Target="../media/hdphoto7.wdp"/><Relationship Id="rId10" Type="http://schemas.openxmlformats.org/officeDocument/2006/relationships/image" Target="../media/image30.png"/><Relationship Id="rId4" Type="http://schemas.openxmlformats.org/officeDocument/2006/relationships/oleObject" Target="../embeddings/oleObject20.bin"/><Relationship Id="rId9" Type="http://schemas.openxmlformats.org/officeDocument/2006/relationships/image" Target="../media/image29.wmf"/><Relationship Id="rId14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5.bin"/><Relationship Id="rId13" Type="http://schemas.microsoft.com/office/2007/relationships/hdphoto" Target="../media/hdphoto9.wdp"/><Relationship Id="rId3" Type="http://schemas.openxmlformats.org/officeDocument/2006/relationships/notesSlide" Target="../notesSlides/notesSlide7.xml"/><Relationship Id="rId7" Type="http://schemas.openxmlformats.org/officeDocument/2006/relationships/image" Target="../media/image34.wmf"/><Relationship Id="rId12" Type="http://schemas.openxmlformats.org/officeDocument/2006/relationships/image" Target="../media/image37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5.vml"/><Relationship Id="rId6" Type="http://schemas.openxmlformats.org/officeDocument/2006/relationships/oleObject" Target="../embeddings/oleObject24.bin"/><Relationship Id="rId11" Type="http://schemas.microsoft.com/office/2007/relationships/hdphoto" Target="../media/hdphoto8.wdp"/><Relationship Id="rId5" Type="http://schemas.openxmlformats.org/officeDocument/2006/relationships/image" Target="../media/image33.wmf"/><Relationship Id="rId10" Type="http://schemas.openxmlformats.org/officeDocument/2006/relationships/image" Target="../media/image36.png"/><Relationship Id="rId4" Type="http://schemas.openxmlformats.org/officeDocument/2006/relationships/oleObject" Target="../embeddings/oleObject23.bin"/><Relationship Id="rId9" Type="http://schemas.openxmlformats.org/officeDocument/2006/relationships/image" Target="../media/image35.w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8.bin"/><Relationship Id="rId13" Type="http://schemas.openxmlformats.org/officeDocument/2006/relationships/image" Target="../media/image42.wmf"/><Relationship Id="rId18" Type="http://schemas.openxmlformats.org/officeDocument/2006/relationships/oleObject" Target="../embeddings/oleObject33.bin"/><Relationship Id="rId3" Type="http://schemas.openxmlformats.org/officeDocument/2006/relationships/notesSlide" Target="../notesSlides/notesSlide8.xml"/><Relationship Id="rId21" Type="http://schemas.microsoft.com/office/2007/relationships/hdphoto" Target="../media/hdphoto10.wdp"/><Relationship Id="rId7" Type="http://schemas.openxmlformats.org/officeDocument/2006/relationships/image" Target="../media/image39.wmf"/><Relationship Id="rId12" Type="http://schemas.openxmlformats.org/officeDocument/2006/relationships/oleObject" Target="../embeddings/oleObject30.bin"/><Relationship Id="rId17" Type="http://schemas.openxmlformats.org/officeDocument/2006/relationships/image" Target="../media/image44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32.bin"/><Relationship Id="rId20" Type="http://schemas.openxmlformats.org/officeDocument/2006/relationships/image" Target="../media/image46.png"/><Relationship Id="rId1" Type="http://schemas.openxmlformats.org/officeDocument/2006/relationships/vmlDrawing" Target="../drawings/vmlDrawing6.vml"/><Relationship Id="rId6" Type="http://schemas.openxmlformats.org/officeDocument/2006/relationships/oleObject" Target="../embeddings/oleObject27.bin"/><Relationship Id="rId11" Type="http://schemas.openxmlformats.org/officeDocument/2006/relationships/image" Target="../media/image41.wmf"/><Relationship Id="rId5" Type="http://schemas.openxmlformats.org/officeDocument/2006/relationships/image" Target="../media/image38.wmf"/><Relationship Id="rId15" Type="http://schemas.openxmlformats.org/officeDocument/2006/relationships/image" Target="../media/image43.wmf"/><Relationship Id="rId23" Type="http://schemas.microsoft.com/office/2007/relationships/hdphoto" Target="../media/hdphoto11.wdp"/><Relationship Id="rId10" Type="http://schemas.openxmlformats.org/officeDocument/2006/relationships/oleObject" Target="../embeddings/oleObject29.bin"/><Relationship Id="rId19" Type="http://schemas.openxmlformats.org/officeDocument/2006/relationships/image" Target="../media/image45.wmf"/><Relationship Id="rId4" Type="http://schemas.openxmlformats.org/officeDocument/2006/relationships/oleObject" Target="../embeddings/oleObject26.bin"/><Relationship Id="rId9" Type="http://schemas.openxmlformats.org/officeDocument/2006/relationships/image" Target="../media/image40.wmf"/><Relationship Id="rId14" Type="http://schemas.openxmlformats.org/officeDocument/2006/relationships/oleObject" Target="../embeddings/oleObject31.bin"/><Relationship Id="rId22" Type="http://schemas.openxmlformats.org/officeDocument/2006/relationships/image" Target="../media/image4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6.bin"/><Relationship Id="rId13" Type="http://schemas.openxmlformats.org/officeDocument/2006/relationships/image" Target="../media/image52.wmf"/><Relationship Id="rId18" Type="http://schemas.openxmlformats.org/officeDocument/2006/relationships/image" Target="../media/image55.png"/><Relationship Id="rId3" Type="http://schemas.openxmlformats.org/officeDocument/2006/relationships/notesSlide" Target="../notesSlides/notesSlide9.xml"/><Relationship Id="rId21" Type="http://schemas.microsoft.com/office/2007/relationships/hdphoto" Target="../media/hdphoto13.wdp"/><Relationship Id="rId7" Type="http://schemas.openxmlformats.org/officeDocument/2006/relationships/image" Target="../media/image49.wmf"/><Relationship Id="rId12" Type="http://schemas.openxmlformats.org/officeDocument/2006/relationships/oleObject" Target="../embeddings/oleObject38.bin"/><Relationship Id="rId17" Type="http://schemas.openxmlformats.org/officeDocument/2006/relationships/image" Target="../media/image54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40.bin"/><Relationship Id="rId20" Type="http://schemas.openxmlformats.org/officeDocument/2006/relationships/image" Target="../media/image56.png"/><Relationship Id="rId1" Type="http://schemas.openxmlformats.org/officeDocument/2006/relationships/vmlDrawing" Target="../drawings/vmlDrawing7.vml"/><Relationship Id="rId6" Type="http://schemas.openxmlformats.org/officeDocument/2006/relationships/oleObject" Target="../embeddings/oleObject35.bin"/><Relationship Id="rId11" Type="http://schemas.openxmlformats.org/officeDocument/2006/relationships/image" Target="../media/image51.wmf"/><Relationship Id="rId5" Type="http://schemas.openxmlformats.org/officeDocument/2006/relationships/image" Target="../media/image48.wmf"/><Relationship Id="rId15" Type="http://schemas.openxmlformats.org/officeDocument/2006/relationships/image" Target="../media/image53.wmf"/><Relationship Id="rId10" Type="http://schemas.openxmlformats.org/officeDocument/2006/relationships/oleObject" Target="../embeddings/oleObject37.bin"/><Relationship Id="rId19" Type="http://schemas.microsoft.com/office/2007/relationships/hdphoto" Target="../media/hdphoto12.wdp"/><Relationship Id="rId4" Type="http://schemas.openxmlformats.org/officeDocument/2006/relationships/oleObject" Target="../embeddings/oleObject34.bin"/><Relationship Id="rId9" Type="http://schemas.openxmlformats.org/officeDocument/2006/relationships/image" Target="../media/image50.wmf"/><Relationship Id="rId14" Type="http://schemas.openxmlformats.org/officeDocument/2006/relationships/oleObject" Target="../embeddings/oleObject39.bin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3.bin"/><Relationship Id="rId13" Type="http://schemas.openxmlformats.org/officeDocument/2006/relationships/image" Target="../media/image61.wmf"/><Relationship Id="rId3" Type="http://schemas.openxmlformats.org/officeDocument/2006/relationships/notesSlide" Target="../notesSlides/notesSlide10.xml"/><Relationship Id="rId7" Type="http://schemas.openxmlformats.org/officeDocument/2006/relationships/image" Target="../media/image58.wmf"/><Relationship Id="rId12" Type="http://schemas.openxmlformats.org/officeDocument/2006/relationships/oleObject" Target="../embeddings/oleObject45.bin"/><Relationship Id="rId17" Type="http://schemas.microsoft.com/office/2007/relationships/hdphoto" Target="../media/hdphoto15.wdp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63.png"/><Relationship Id="rId1" Type="http://schemas.openxmlformats.org/officeDocument/2006/relationships/vmlDrawing" Target="../drawings/vmlDrawing8.vml"/><Relationship Id="rId6" Type="http://schemas.openxmlformats.org/officeDocument/2006/relationships/oleObject" Target="../embeddings/oleObject42.bin"/><Relationship Id="rId11" Type="http://schemas.openxmlformats.org/officeDocument/2006/relationships/image" Target="../media/image60.wmf"/><Relationship Id="rId5" Type="http://schemas.openxmlformats.org/officeDocument/2006/relationships/image" Target="../media/image57.wmf"/><Relationship Id="rId15" Type="http://schemas.microsoft.com/office/2007/relationships/hdphoto" Target="../media/hdphoto14.wdp"/><Relationship Id="rId10" Type="http://schemas.openxmlformats.org/officeDocument/2006/relationships/oleObject" Target="../embeddings/oleObject44.bin"/><Relationship Id="rId4" Type="http://schemas.openxmlformats.org/officeDocument/2006/relationships/oleObject" Target="../embeddings/oleObject41.bin"/><Relationship Id="rId9" Type="http://schemas.openxmlformats.org/officeDocument/2006/relationships/image" Target="../media/image59.wmf"/><Relationship Id="rId14" Type="http://schemas.openxmlformats.org/officeDocument/2006/relationships/image" Target="../media/image6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8.bin"/><Relationship Id="rId13" Type="http://schemas.microsoft.com/office/2007/relationships/hdphoto" Target="../media/hdphoto16.wdp"/><Relationship Id="rId3" Type="http://schemas.openxmlformats.org/officeDocument/2006/relationships/notesSlide" Target="../notesSlides/notesSlide11.xml"/><Relationship Id="rId7" Type="http://schemas.openxmlformats.org/officeDocument/2006/relationships/image" Target="../media/image65.wmf"/><Relationship Id="rId12" Type="http://schemas.openxmlformats.org/officeDocument/2006/relationships/image" Target="../media/image68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9.vml"/><Relationship Id="rId6" Type="http://schemas.openxmlformats.org/officeDocument/2006/relationships/oleObject" Target="../embeddings/oleObject47.bin"/><Relationship Id="rId11" Type="http://schemas.openxmlformats.org/officeDocument/2006/relationships/image" Target="../media/image67.wmf"/><Relationship Id="rId5" Type="http://schemas.openxmlformats.org/officeDocument/2006/relationships/image" Target="../media/image64.wmf"/><Relationship Id="rId15" Type="http://schemas.microsoft.com/office/2007/relationships/hdphoto" Target="../media/hdphoto17.wdp"/><Relationship Id="rId10" Type="http://schemas.openxmlformats.org/officeDocument/2006/relationships/oleObject" Target="../embeddings/oleObject49.bin"/><Relationship Id="rId4" Type="http://schemas.openxmlformats.org/officeDocument/2006/relationships/oleObject" Target="../embeddings/oleObject46.bin"/><Relationship Id="rId9" Type="http://schemas.openxmlformats.org/officeDocument/2006/relationships/image" Target="../media/image66.wmf"/><Relationship Id="rId14" Type="http://schemas.openxmlformats.org/officeDocument/2006/relationships/image" Target="../media/image6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2.bin"/><Relationship Id="rId13" Type="http://schemas.microsoft.com/office/2007/relationships/hdphoto" Target="../media/hdphoto18.wdp"/><Relationship Id="rId3" Type="http://schemas.openxmlformats.org/officeDocument/2006/relationships/notesSlide" Target="../notesSlides/notesSlide12.xml"/><Relationship Id="rId7" Type="http://schemas.openxmlformats.org/officeDocument/2006/relationships/image" Target="../media/image71.wmf"/><Relationship Id="rId12" Type="http://schemas.openxmlformats.org/officeDocument/2006/relationships/image" Target="../media/image74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0.vml"/><Relationship Id="rId6" Type="http://schemas.openxmlformats.org/officeDocument/2006/relationships/oleObject" Target="../embeddings/oleObject51.bin"/><Relationship Id="rId11" Type="http://schemas.openxmlformats.org/officeDocument/2006/relationships/image" Target="../media/image73.wmf"/><Relationship Id="rId5" Type="http://schemas.openxmlformats.org/officeDocument/2006/relationships/image" Target="../media/image70.wmf"/><Relationship Id="rId15" Type="http://schemas.microsoft.com/office/2007/relationships/hdphoto" Target="../media/hdphoto19.wdp"/><Relationship Id="rId10" Type="http://schemas.openxmlformats.org/officeDocument/2006/relationships/oleObject" Target="../embeddings/oleObject53.bin"/><Relationship Id="rId4" Type="http://schemas.openxmlformats.org/officeDocument/2006/relationships/oleObject" Target="../embeddings/oleObject50.bin"/><Relationship Id="rId9" Type="http://schemas.openxmlformats.org/officeDocument/2006/relationships/image" Target="../media/image72.wmf"/><Relationship Id="rId14" Type="http://schemas.openxmlformats.org/officeDocument/2006/relationships/image" Target="../media/image7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6.bin"/><Relationship Id="rId3" Type="http://schemas.openxmlformats.org/officeDocument/2006/relationships/notesSlide" Target="../notesSlides/notesSlide13.xml"/><Relationship Id="rId7" Type="http://schemas.openxmlformats.org/officeDocument/2006/relationships/image" Target="../media/image77.w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1.vml"/><Relationship Id="rId6" Type="http://schemas.openxmlformats.org/officeDocument/2006/relationships/oleObject" Target="../embeddings/oleObject55.bin"/><Relationship Id="rId11" Type="http://schemas.microsoft.com/office/2007/relationships/hdphoto" Target="../media/hdphoto20.wdp"/><Relationship Id="rId5" Type="http://schemas.openxmlformats.org/officeDocument/2006/relationships/image" Target="../media/image76.wmf"/><Relationship Id="rId10" Type="http://schemas.openxmlformats.org/officeDocument/2006/relationships/image" Target="../media/image79.png"/><Relationship Id="rId4" Type="http://schemas.openxmlformats.org/officeDocument/2006/relationships/oleObject" Target="../embeddings/oleObject54.bin"/><Relationship Id="rId9" Type="http://schemas.openxmlformats.org/officeDocument/2006/relationships/image" Target="../media/image78.wmf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9.bin"/><Relationship Id="rId13" Type="http://schemas.microsoft.com/office/2007/relationships/hdphoto" Target="../media/hdphoto21.wdp"/><Relationship Id="rId3" Type="http://schemas.openxmlformats.org/officeDocument/2006/relationships/notesSlide" Target="../notesSlides/notesSlide14.xml"/><Relationship Id="rId7" Type="http://schemas.openxmlformats.org/officeDocument/2006/relationships/image" Target="../media/image81.wmf"/><Relationship Id="rId12" Type="http://schemas.openxmlformats.org/officeDocument/2006/relationships/image" Target="../media/image84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2.vml"/><Relationship Id="rId6" Type="http://schemas.openxmlformats.org/officeDocument/2006/relationships/oleObject" Target="../embeddings/oleObject58.bin"/><Relationship Id="rId11" Type="http://schemas.openxmlformats.org/officeDocument/2006/relationships/image" Target="../media/image83.wmf"/><Relationship Id="rId5" Type="http://schemas.openxmlformats.org/officeDocument/2006/relationships/image" Target="../media/image80.wmf"/><Relationship Id="rId15" Type="http://schemas.microsoft.com/office/2007/relationships/hdphoto" Target="../media/hdphoto22.wdp"/><Relationship Id="rId10" Type="http://schemas.openxmlformats.org/officeDocument/2006/relationships/oleObject" Target="../embeddings/oleObject60.bin"/><Relationship Id="rId4" Type="http://schemas.openxmlformats.org/officeDocument/2006/relationships/oleObject" Target="../embeddings/oleObject57.bin"/><Relationship Id="rId9" Type="http://schemas.openxmlformats.org/officeDocument/2006/relationships/image" Target="../media/image82.wmf"/><Relationship Id="rId14" Type="http://schemas.openxmlformats.org/officeDocument/2006/relationships/image" Target="../media/image8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3" Type="http://schemas.openxmlformats.org/officeDocument/2006/relationships/notesSlide" Target="../notesSlides/notesSlide15.xml"/><Relationship Id="rId7" Type="http://schemas.openxmlformats.org/officeDocument/2006/relationships/image" Target="../media/image87.w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3.vml"/><Relationship Id="rId6" Type="http://schemas.openxmlformats.org/officeDocument/2006/relationships/oleObject" Target="../embeddings/oleObject62.bin"/><Relationship Id="rId11" Type="http://schemas.microsoft.com/office/2007/relationships/hdphoto" Target="../media/hdphoto24.wdp"/><Relationship Id="rId5" Type="http://schemas.openxmlformats.org/officeDocument/2006/relationships/image" Target="../media/image86.wmf"/><Relationship Id="rId10" Type="http://schemas.openxmlformats.org/officeDocument/2006/relationships/image" Target="../media/image89.png"/><Relationship Id="rId4" Type="http://schemas.openxmlformats.org/officeDocument/2006/relationships/oleObject" Target="../embeddings/oleObject61.bin"/><Relationship Id="rId9" Type="http://schemas.microsoft.com/office/2007/relationships/hdphoto" Target="../media/hdphoto23.wdp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5.bin"/><Relationship Id="rId13" Type="http://schemas.openxmlformats.org/officeDocument/2006/relationships/image" Target="../media/image94.wmf"/><Relationship Id="rId18" Type="http://schemas.openxmlformats.org/officeDocument/2006/relationships/oleObject" Target="../embeddings/oleObject70.bin"/><Relationship Id="rId3" Type="http://schemas.openxmlformats.org/officeDocument/2006/relationships/notesSlide" Target="../notesSlides/notesSlide16.xml"/><Relationship Id="rId21" Type="http://schemas.openxmlformats.org/officeDocument/2006/relationships/image" Target="../media/image98.wmf"/><Relationship Id="rId7" Type="http://schemas.openxmlformats.org/officeDocument/2006/relationships/image" Target="../media/image91.wmf"/><Relationship Id="rId12" Type="http://schemas.openxmlformats.org/officeDocument/2006/relationships/oleObject" Target="../embeddings/oleObject67.bin"/><Relationship Id="rId17" Type="http://schemas.openxmlformats.org/officeDocument/2006/relationships/image" Target="../media/image96.wmf"/><Relationship Id="rId25" Type="http://schemas.microsoft.com/office/2007/relationships/hdphoto" Target="../media/hdphoto26.wdp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69.bin"/><Relationship Id="rId20" Type="http://schemas.openxmlformats.org/officeDocument/2006/relationships/oleObject" Target="../embeddings/oleObject71.bin"/><Relationship Id="rId1" Type="http://schemas.openxmlformats.org/officeDocument/2006/relationships/vmlDrawing" Target="../drawings/vmlDrawing14.vml"/><Relationship Id="rId6" Type="http://schemas.openxmlformats.org/officeDocument/2006/relationships/oleObject" Target="../embeddings/oleObject64.bin"/><Relationship Id="rId11" Type="http://schemas.openxmlformats.org/officeDocument/2006/relationships/image" Target="../media/image93.wmf"/><Relationship Id="rId24" Type="http://schemas.openxmlformats.org/officeDocument/2006/relationships/image" Target="../media/image100.png"/><Relationship Id="rId5" Type="http://schemas.openxmlformats.org/officeDocument/2006/relationships/image" Target="../media/image90.wmf"/><Relationship Id="rId15" Type="http://schemas.openxmlformats.org/officeDocument/2006/relationships/image" Target="../media/image95.wmf"/><Relationship Id="rId23" Type="http://schemas.microsoft.com/office/2007/relationships/hdphoto" Target="../media/hdphoto25.wdp"/><Relationship Id="rId10" Type="http://schemas.openxmlformats.org/officeDocument/2006/relationships/oleObject" Target="../embeddings/oleObject66.bin"/><Relationship Id="rId19" Type="http://schemas.openxmlformats.org/officeDocument/2006/relationships/image" Target="../media/image97.wmf"/><Relationship Id="rId4" Type="http://schemas.openxmlformats.org/officeDocument/2006/relationships/oleObject" Target="../embeddings/oleObject63.bin"/><Relationship Id="rId9" Type="http://schemas.openxmlformats.org/officeDocument/2006/relationships/image" Target="../media/image92.wmf"/><Relationship Id="rId14" Type="http://schemas.openxmlformats.org/officeDocument/2006/relationships/oleObject" Target="../embeddings/oleObject68.bin"/><Relationship Id="rId22" Type="http://schemas.openxmlformats.org/officeDocument/2006/relationships/image" Target="../media/image9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4.bin"/><Relationship Id="rId13" Type="http://schemas.openxmlformats.org/officeDocument/2006/relationships/image" Target="../media/image105.wmf"/><Relationship Id="rId18" Type="http://schemas.openxmlformats.org/officeDocument/2006/relationships/oleObject" Target="../embeddings/oleObject80.bin"/><Relationship Id="rId26" Type="http://schemas.microsoft.com/office/2007/relationships/hdphoto" Target="../media/hdphoto25.wdp"/><Relationship Id="rId3" Type="http://schemas.openxmlformats.org/officeDocument/2006/relationships/notesSlide" Target="../notesSlides/notesSlide17.xml"/><Relationship Id="rId21" Type="http://schemas.openxmlformats.org/officeDocument/2006/relationships/oleObject" Target="../embeddings/oleObject82.bin"/><Relationship Id="rId7" Type="http://schemas.openxmlformats.org/officeDocument/2006/relationships/image" Target="../media/image102.wmf"/><Relationship Id="rId12" Type="http://schemas.openxmlformats.org/officeDocument/2006/relationships/oleObject" Target="../embeddings/oleObject76.bin"/><Relationship Id="rId17" Type="http://schemas.openxmlformats.org/officeDocument/2006/relationships/oleObject" Target="../embeddings/oleObject79.bin"/><Relationship Id="rId25" Type="http://schemas.openxmlformats.org/officeDocument/2006/relationships/image" Target="../media/image99.png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78.bin"/><Relationship Id="rId20" Type="http://schemas.openxmlformats.org/officeDocument/2006/relationships/image" Target="../media/image107.wmf"/><Relationship Id="rId1" Type="http://schemas.openxmlformats.org/officeDocument/2006/relationships/vmlDrawing" Target="../drawings/vmlDrawing15.vml"/><Relationship Id="rId6" Type="http://schemas.openxmlformats.org/officeDocument/2006/relationships/oleObject" Target="../embeddings/oleObject73.bin"/><Relationship Id="rId11" Type="http://schemas.openxmlformats.org/officeDocument/2006/relationships/image" Target="../media/image104.wmf"/><Relationship Id="rId24" Type="http://schemas.openxmlformats.org/officeDocument/2006/relationships/image" Target="../media/image109.wmf"/><Relationship Id="rId5" Type="http://schemas.openxmlformats.org/officeDocument/2006/relationships/image" Target="../media/image101.wmf"/><Relationship Id="rId15" Type="http://schemas.openxmlformats.org/officeDocument/2006/relationships/image" Target="../media/image106.wmf"/><Relationship Id="rId23" Type="http://schemas.openxmlformats.org/officeDocument/2006/relationships/oleObject" Target="../embeddings/oleObject83.bin"/><Relationship Id="rId28" Type="http://schemas.microsoft.com/office/2007/relationships/hdphoto" Target="../media/hdphoto26.wdp"/><Relationship Id="rId10" Type="http://schemas.openxmlformats.org/officeDocument/2006/relationships/oleObject" Target="../embeddings/oleObject75.bin"/><Relationship Id="rId19" Type="http://schemas.openxmlformats.org/officeDocument/2006/relationships/oleObject" Target="../embeddings/oleObject81.bin"/><Relationship Id="rId4" Type="http://schemas.openxmlformats.org/officeDocument/2006/relationships/oleObject" Target="../embeddings/oleObject72.bin"/><Relationship Id="rId9" Type="http://schemas.openxmlformats.org/officeDocument/2006/relationships/image" Target="../media/image103.wmf"/><Relationship Id="rId14" Type="http://schemas.openxmlformats.org/officeDocument/2006/relationships/oleObject" Target="../embeddings/oleObject77.bin"/><Relationship Id="rId22" Type="http://schemas.openxmlformats.org/officeDocument/2006/relationships/image" Target="../media/image108.wmf"/><Relationship Id="rId27" Type="http://schemas.openxmlformats.org/officeDocument/2006/relationships/image" Target="../media/image10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3" Type="http://schemas.openxmlformats.org/officeDocument/2006/relationships/notesSlide" Target="../notesSlides/notesSlide18.xml"/><Relationship Id="rId7" Type="http://schemas.openxmlformats.org/officeDocument/2006/relationships/image" Target="../media/image111.w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6.vml"/><Relationship Id="rId6" Type="http://schemas.openxmlformats.org/officeDocument/2006/relationships/oleObject" Target="../embeddings/oleObject85.bin"/><Relationship Id="rId11" Type="http://schemas.microsoft.com/office/2007/relationships/hdphoto" Target="../media/hdphoto28.wdp"/><Relationship Id="rId5" Type="http://schemas.openxmlformats.org/officeDocument/2006/relationships/image" Target="../media/image110.wmf"/><Relationship Id="rId10" Type="http://schemas.openxmlformats.org/officeDocument/2006/relationships/image" Target="../media/image113.png"/><Relationship Id="rId4" Type="http://schemas.openxmlformats.org/officeDocument/2006/relationships/oleObject" Target="../embeddings/oleObject84.bin"/><Relationship Id="rId9" Type="http://schemas.microsoft.com/office/2007/relationships/hdphoto" Target="../media/hdphoto27.wdp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8.bin"/><Relationship Id="rId13" Type="http://schemas.openxmlformats.org/officeDocument/2006/relationships/image" Target="../media/image118.wmf"/><Relationship Id="rId18" Type="http://schemas.openxmlformats.org/officeDocument/2006/relationships/oleObject" Target="../embeddings/oleObject93.bin"/><Relationship Id="rId3" Type="http://schemas.openxmlformats.org/officeDocument/2006/relationships/notesSlide" Target="../notesSlides/notesSlide19.xml"/><Relationship Id="rId21" Type="http://schemas.microsoft.com/office/2007/relationships/hdphoto" Target="../media/hdphoto29.wdp"/><Relationship Id="rId7" Type="http://schemas.openxmlformats.org/officeDocument/2006/relationships/image" Target="../media/image115.wmf"/><Relationship Id="rId12" Type="http://schemas.openxmlformats.org/officeDocument/2006/relationships/oleObject" Target="../embeddings/oleObject90.bin"/><Relationship Id="rId17" Type="http://schemas.openxmlformats.org/officeDocument/2006/relationships/image" Target="../media/image120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92.bin"/><Relationship Id="rId20" Type="http://schemas.openxmlformats.org/officeDocument/2006/relationships/image" Target="../media/image122.png"/><Relationship Id="rId1" Type="http://schemas.openxmlformats.org/officeDocument/2006/relationships/vmlDrawing" Target="../drawings/vmlDrawing17.vml"/><Relationship Id="rId6" Type="http://schemas.openxmlformats.org/officeDocument/2006/relationships/oleObject" Target="../embeddings/oleObject87.bin"/><Relationship Id="rId11" Type="http://schemas.openxmlformats.org/officeDocument/2006/relationships/image" Target="../media/image117.wmf"/><Relationship Id="rId5" Type="http://schemas.openxmlformats.org/officeDocument/2006/relationships/image" Target="../media/image114.wmf"/><Relationship Id="rId15" Type="http://schemas.openxmlformats.org/officeDocument/2006/relationships/image" Target="../media/image119.wmf"/><Relationship Id="rId23" Type="http://schemas.microsoft.com/office/2007/relationships/hdphoto" Target="../media/hdphoto30.wdp"/><Relationship Id="rId10" Type="http://schemas.openxmlformats.org/officeDocument/2006/relationships/oleObject" Target="../embeddings/oleObject89.bin"/><Relationship Id="rId19" Type="http://schemas.openxmlformats.org/officeDocument/2006/relationships/image" Target="../media/image121.wmf"/><Relationship Id="rId4" Type="http://schemas.openxmlformats.org/officeDocument/2006/relationships/oleObject" Target="../embeddings/oleObject86.bin"/><Relationship Id="rId9" Type="http://schemas.openxmlformats.org/officeDocument/2006/relationships/image" Target="../media/image116.wmf"/><Relationship Id="rId14" Type="http://schemas.openxmlformats.org/officeDocument/2006/relationships/oleObject" Target="../embeddings/oleObject91.bin"/><Relationship Id="rId22" Type="http://schemas.openxmlformats.org/officeDocument/2006/relationships/image" Target="../media/image12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6.bin"/><Relationship Id="rId13" Type="http://schemas.openxmlformats.org/officeDocument/2006/relationships/image" Target="../media/image128.wmf"/><Relationship Id="rId18" Type="http://schemas.openxmlformats.org/officeDocument/2006/relationships/oleObject" Target="../embeddings/oleObject99.bin"/><Relationship Id="rId3" Type="http://schemas.openxmlformats.org/officeDocument/2006/relationships/notesSlide" Target="../notesSlides/notesSlide20.xml"/><Relationship Id="rId21" Type="http://schemas.openxmlformats.org/officeDocument/2006/relationships/image" Target="../media/image130.wmf"/><Relationship Id="rId7" Type="http://schemas.openxmlformats.org/officeDocument/2006/relationships/image" Target="../media/image125.wmf"/><Relationship Id="rId12" Type="http://schemas.openxmlformats.org/officeDocument/2006/relationships/oleObject" Target="../embeddings/oleObject98.bin"/><Relationship Id="rId17" Type="http://schemas.microsoft.com/office/2007/relationships/hdphoto" Target="../media/hdphoto30.wdp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23.png"/><Relationship Id="rId20" Type="http://schemas.openxmlformats.org/officeDocument/2006/relationships/oleObject" Target="../embeddings/oleObject100.bin"/><Relationship Id="rId1" Type="http://schemas.openxmlformats.org/officeDocument/2006/relationships/vmlDrawing" Target="../drawings/vmlDrawing18.vml"/><Relationship Id="rId6" Type="http://schemas.openxmlformats.org/officeDocument/2006/relationships/oleObject" Target="../embeddings/oleObject95.bin"/><Relationship Id="rId11" Type="http://schemas.openxmlformats.org/officeDocument/2006/relationships/image" Target="../media/image127.wmf"/><Relationship Id="rId5" Type="http://schemas.openxmlformats.org/officeDocument/2006/relationships/image" Target="../media/image124.wmf"/><Relationship Id="rId15" Type="http://schemas.microsoft.com/office/2007/relationships/hdphoto" Target="../media/hdphoto29.wdp"/><Relationship Id="rId10" Type="http://schemas.openxmlformats.org/officeDocument/2006/relationships/oleObject" Target="../embeddings/oleObject97.bin"/><Relationship Id="rId19" Type="http://schemas.openxmlformats.org/officeDocument/2006/relationships/image" Target="../media/image129.wmf"/><Relationship Id="rId4" Type="http://schemas.openxmlformats.org/officeDocument/2006/relationships/oleObject" Target="../embeddings/oleObject94.bin"/><Relationship Id="rId9" Type="http://schemas.openxmlformats.org/officeDocument/2006/relationships/image" Target="../media/image126.wmf"/><Relationship Id="rId14" Type="http://schemas.openxmlformats.org/officeDocument/2006/relationships/image" Target="../media/image12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3.bin"/><Relationship Id="rId13" Type="http://schemas.openxmlformats.org/officeDocument/2006/relationships/image" Target="../media/image135.wmf"/><Relationship Id="rId18" Type="http://schemas.openxmlformats.org/officeDocument/2006/relationships/image" Target="../media/image138.png"/><Relationship Id="rId3" Type="http://schemas.openxmlformats.org/officeDocument/2006/relationships/notesSlide" Target="../notesSlides/notesSlide21.xml"/><Relationship Id="rId7" Type="http://schemas.openxmlformats.org/officeDocument/2006/relationships/image" Target="../media/image132.wmf"/><Relationship Id="rId12" Type="http://schemas.openxmlformats.org/officeDocument/2006/relationships/oleObject" Target="../embeddings/oleObject105.bin"/><Relationship Id="rId17" Type="http://schemas.microsoft.com/office/2007/relationships/hdphoto" Target="../media/hdphoto31.wdp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37.png"/><Relationship Id="rId1" Type="http://schemas.openxmlformats.org/officeDocument/2006/relationships/vmlDrawing" Target="../drawings/vmlDrawing19.vml"/><Relationship Id="rId6" Type="http://schemas.openxmlformats.org/officeDocument/2006/relationships/oleObject" Target="../embeddings/oleObject102.bin"/><Relationship Id="rId11" Type="http://schemas.openxmlformats.org/officeDocument/2006/relationships/image" Target="../media/image134.wmf"/><Relationship Id="rId5" Type="http://schemas.openxmlformats.org/officeDocument/2006/relationships/image" Target="../media/image131.wmf"/><Relationship Id="rId15" Type="http://schemas.openxmlformats.org/officeDocument/2006/relationships/image" Target="../media/image136.wmf"/><Relationship Id="rId10" Type="http://schemas.openxmlformats.org/officeDocument/2006/relationships/oleObject" Target="../embeddings/oleObject104.bin"/><Relationship Id="rId19" Type="http://schemas.microsoft.com/office/2007/relationships/hdphoto" Target="../media/hdphoto32.wdp"/><Relationship Id="rId4" Type="http://schemas.openxmlformats.org/officeDocument/2006/relationships/oleObject" Target="../embeddings/oleObject101.bin"/><Relationship Id="rId9" Type="http://schemas.openxmlformats.org/officeDocument/2006/relationships/image" Target="../media/image133.wmf"/><Relationship Id="rId14" Type="http://schemas.openxmlformats.org/officeDocument/2006/relationships/oleObject" Target="../embeddings/oleObject106.bin"/></Relationships>
</file>

<file path=ppt/slides/_rels/slide22.xml.rels><?xml version="1.0" encoding="UTF-8" standalone="yes"?>
<Relationships xmlns="http://schemas.openxmlformats.org/package/2006/relationships"><Relationship Id="rId8" Type="http://schemas.microsoft.com/office/2007/relationships/hdphoto" Target="../media/hdphoto35.wdp"/><Relationship Id="rId3" Type="http://schemas.openxmlformats.org/officeDocument/2006/relationships/image" Target="../media/image139.png"/><Relationship Id="rId7" Type="http://schemas.openxmlformats.org/officeDocument/2006/relationships/image" Target="../media/image1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microsoft.com/office/2007/relationships/hdphoto" Target="../media/hdphoto34.wdp"/><Relationship Id="rId5" Type="http://schemas.openxmlformats.org/officeDocument/2006/relationships/image" Target="../media/image140.png"/><Relationship Id="rId4" Type="http://schemas.microsoft.com/office/2007/relationships/hdphoto" Target="../media/hdphoto33.wdp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9.bin"/><Relationship Id="rId13" Type="http://schemas.microsoft.com/office/2007/relationships/hdphoto" Target="../media/hdphoto37.wdp"/><Relationship Id="rId3" Type="http://schemas.openxmlformats.org/officeDocument/2006/relationships/notesSlide" Target="../notesSlides/notesSlide23.xml"/><Relationship Id="rId7" Type="http://schemas.openxmlformats.org/officeDocument/2006/relationships/image" Target="../media/image143.wmf"/><Relationship Id="rId12" Type="http://schemas.openxmlformats.org/officeDocument/2006/relationships/image" Target="../media/image146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0.vml"/><Relationship Id="rId6" Type="http://schemas.openxmlformats.org/officeDocument/2006/relationships/oleObject" Target="../embeddings/oleObject108.bin"/><Relationship Id="rId11" Type="http://schemas.microsoft.com/office/2007/relationships/hdphoto" Target="../media/hdphoto36.wdp"/><Relationship Id="rId5" Type="http://schemas.openxmlformats.org/officeDocument/2006/relationships/image" Target="../media/image142.wmf"/><Relationship Id="rId10" Type="http://schemas.openxmlformats.org/officeDocument/2006/relationships/image" Target="../media/image145.png"/><Relationship Id="rId4" Type="http://schemas.openxmlformats.org/officeDocument/2006/relationships/oleObject" Target="../embeddings/oleObject107.bin"/><Relationship Id="rId9" Type="http://schemas.openxmlformats.org/officeDocument/2006/relationships/image" Target="../media/image144.wmf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13" Type="http://schemas.openxmlformats.org/officeDocument/2006/relationships/image" Target="../media/image149.wmf"/><Relationship Id="rId3" Type="http://schemas.openxmlformats.org/officeDocument/2006/relationships/notesSlide" Target="../notesSlides/notesSlide24.xml"/><Relationship Id="rId7" Type="http://schemas.openxmlformats.org/officeDocument/2006/relationships/image" Target="../media/image148.wmf"/><Relationship Id="rId12" Type="http://schemas.openxmlformats.org/officeDocument/2006/relationships/oleObject" Target="../embeddings/oleObject112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1.vml"/><Relationship Id="rId6" Type="http://schemas.openxmlformats.org/officeDocument/2006/relationships/oleObject" Target="../embeddings/oleObject111.bin"/><Relationship Id="rId11" Type="http://schemas.microsoft.com/office/2007/relationships/hdphoto" Target="../media/hdphoto37.wdp"/><Relationship Id="rId5" Type="http://schemas.openxmlformats.org/officeDocument/2006/relationships/image" Target="../media/image147.wmf"/><Relationship Id="rId10" Type="http://schemas.openxmlformats.org/officeDocument/2006/relationships/image" Target="../media/image146.png"/><Relationship Id="rId4" Type="http://schemas.openxmlformats.org/officeDocument/2006/relationships/oleObject" Target="../embeddings/oleObject110.bin"/><Relationship Id="rId9" Type="http://schemas.microsoft.com/office/2007/relationships/hdphoto" Target="../media/hdphoto36.wdp"/><Relationship Id="rId14" Type="http://schemas.openxmlformats.org/officeDocument/2006/relationships/image" Target="../media/image15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7" Type="http://schemas.openxmlformats.org/officeDocument/2006/relationships/image" Target="../media/image15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microsoft.com/office/2007/relationships/hdphoto" Target="../media/hdphoto39.wdp"/><Relationship Id="rId5" Type="http://schemas.openxmlformats.org/officeDocument/2006/relationships/image" Target="../media/image152.png"/><Relationship Id="rId4" Type="http://schemas.microsoft.com/office/2007/relationships/hdphoto" Target="../media/hdphoto38.wdp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5.bin"/><Relationship Id="rId13" Type="http://schemas.microsoft.com/office/2007/relationships/hdphoto" Target="../media/hdphoto40.wdp"/><Relationship Id="rId3" Type="http://schemas.openxmlformats.org/officeDocument/2006/relationships/notesSlide" Target="../notesSlides/notesSlide26.xml"/><Relationship Id="rId7" Type="http://schemas.openxmlformats.org/officeDocument/2006/relationships/image" Target="../media/image155.wmf"/><Relationship Id="rId12" Type="http://schemas.openxmlformats.org/officeDocument/2006/relationships/image" Target="../media/image158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2.vml"/><Relationship Id="rId6" Type="http://schemas.openxmlformats.org/officeDocument/2006/relationships/oleObject" Target="../embeddings/oleObject114.bin"/><Relationship Id="rId11" Type="http://schemas.openxmlformats.org/officeDocument/2006/relationships/image" Target="../media/image157.wmf"/><Relationship Id="rId5" Type="http://schemas.openxmlformats.org/officeDocument/2006/relationships/image" Target="../media/image154.wmf"/><Relationship Id="rId15" Type="http://schemas.microsoft.com/office/2007/relationships/hdphoto" Target="../media/hdphoto41.wdp"/><Relationship Id="rId10" Type="http://schemas.openxmlformats.org/officeDocument/2006/relationships/oleObject" Target="../embeddings/oleObject116.bin"/><Relationship Id="rId4" Type="http://schemas.openxmlformats.org/officeDocument/2006/relationships/oleObject" Target="../embeddings/oleObject113.bin"/><Relationship Id="rId9" Type="http://schemas.openxmlformats.org/officeDocument/2006/relationships/image" Target="../media/image156.wmf"/><Relationship Id="rId14" Type="http://schemas.openxmlformats.org/officeDocument/2006/relationships/image" Target="../media/image159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9.bin"/><Relationship Id="rId13" Type="http://schemas.openxmlformats.org/officeDocument/2006/relationships/image" Target="../media/image164.wmf"/><Relationship Id="rId18" Type="http://schemas.openxmlformats.org/officeDocument/2006/relationships/image" Target="../media/image168.png"/><Relationship Id="rId3" Type="http://schemas.openxmlformats.org/officeDocument/2006/relationships/notesSlide" Target="../notesSlides/notesSlide27.xml"/><Relationship Id="rId21" Type="http://schemas.openxmlformats.org/officeDocument/2006/relationships/image" Target="../media/image165.wmf"/><Relationship Id="rId7" Type="http://schemas.openxmlformats.org/officeDocument/2006/relationships/image" Target="../media/image161.wmf"/><Relationship Id="rId12" Type="http://schemas.openxmlformats.org/officeDocument/2006/relationships/oleObject" Target="../embeddings/oleObject121.bin"/><Relationship Id="rId17" Type="http://schemas.microsoft.com/office/2007/relationships/hdphoto" Target="../media/hdphoto41.wdp"/><Relationship Id="rId25" Type="http://schemas.openxmlformats.org/officeDocument/2006/relationships/image" Target="../media/image167.emf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59.png"/><Relationship Id="rId20" Type="http://schemas.openxmlformats.org/officeDocument/2006/relationships/oleObject" Target="../embeddings/oleObject122.bin"/><Relationship Id="rId1" Type="http://schemas.openxmlformats.org/officeDocument/2006/relationships/vmlDrawing" Target="../drawings/vmlDrawing23.vml"/><Relationship Id="rId6" Type="http://schemas.openxmlformats.org/officeDocument/2006/relationships/oleObject" Target="../embeddings/oleObject118.bin"/><Relationship Id="rId11" Type="http://schemas.openxmlformats.org/officeDocument/2006/relationships/image" Target="../media/image163.wmf"/><Relationship Id="rId24" Type="http://schemas.openxmlformats.org/officeDocument/2006/relationships/oleObject" Target="../embeddings/oleObject124.bin"/><Relationship Id="rId5" Type="http://schemas.openxmlformats.org/officeDocument/2006/relationships/image" Target="../media/image160.wmf"/><Relationship Id="rId15" Type="http://schemas.microsoft.com/office/2007/relationships/hdphoto" Target="../media/hdphoto40.wdp"/><Relationship Id="rId23" Type="http://schemas.openxmlformats.org/officeDocument/2006/relationships/image" Target="../media/image166.wmf"/><Relationship Id="rId10" Type="http://schemas.openxmlformats.org/officeDocument/2006/relationships/oleObject" Target="../embeddings/oleObject120.bin"/><Relationship Id="rId19" Type="http://schemas.microsoft.com/office/2007/relationships/hdphoto" Target="../media/hdphoto42.wdp"/><Relationship Id="rId4" Type="http://schemas.openxmlformats.org/officeDocument/2006/relationships/oleObject" Target="../embeddings/oleObject117.bin"/><Relationship Id="rId9" Type="http://schemas.openxmlformats.org/officeDocument/2006/relationships/image" Target="../media/image162.wmf"/><Relationship Id="rId14" Type="http://schemas.openxmlformats.org/officeDocument/2006/relationships/image" Target="../media/image158.png"/><Relationship Id="rId22" Type="http://schemas.openxmlformats.org/officeDocument/2006/relationships/oleObject" Target="../embeddings/oleObject123.bin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7.bin"/><Relationship Id="rId13" Type="http://schemas.openxmlformats.org/officeDocument/2006/relationships/image" Target="../media/image173.wmf"/><Relationship Id="rId18" Type="http://schemas.openxmlformats.org/officeDocument/2006/relationships/image" Target="../media/image158.png"/><Relationship Id="rId26" Type="http://schemas.openxmlformats.org/officeDocument/2006/relationships/image" Target="../media/image178.wmf"/><Relationship Id="rId3" Type="http://schemas.openxmlformats.org/officeDocument/2006/relationships/notesSlide" Target="../notesSlides/notesSlide28.xml"/><Relationship Id="rId21" Type="http://schemas.openxmlformats.org/officeDocument/2006/relationships/oleObject" Target="../embeddings/oleObject133.bin"/><Relationship Id="rId7" Type="http://schemas.openxmlformats.org/officeDocument/2006/relationships/image" Target="../media/image170.wmf"/><Relationship Id="rId12" Type="http://schemas.openxmlformats.org/officeDocument/2006/relationships/oleObject" Target="../embeddings/oleObject129.bin"/><Relationship Id="rId17" Type="http://schemas.openxmlformats.org/officeDocument/2006/relationships/image" Target="../media/image175.wmf"/><Relationship Id="rId25" Type="http://schemas.openxmlformats.org/officeDocument/2006/relationships/oleObject" Target="../embeddings/oleObject135.bin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31.bin"/><Relationship Id="rId20" Type="http://schemas.openxmlformats.org/officeDocument/2006/relationships/oleObject" Target="../embeddings/oleObject132.bin"/><Relationship Id="rId1" Type="http://schemas.openxmlformats.org/officeDocument/2006/relationships/vmlDrawing" Target="../drawings/vmlDrawing24.vml"/><Relationship Id="rId6" Type="http://schemas.openxmlformats.org/officeDocument/2006/relationships/oleObject" Target="../embeddings/oleObject126.bin"/><Relationship Id="rId11" Type="http://schemas.openxmlformats.org/officeDocument/2006/relationships/image" Target="../media/image172.wmf"/><Relationship Id="rId24" Type="http://schemas.openxmlformats.org/officeDocument/2006/relationships/image" Target="../media/image177.wmf"/><Relationship Id="rId5" Type="http://schemas.openxmlformats.org/officeDocument/2006/relationships/image" Target="../media/image169.wmf"/><Relationship Id="rId15" Type="http://schemas.openxmlformats.org/officeDocument/2006/relationships/image" Target="../media/image174.wmf"/><Relationship Id="rId23" Type="http://schemas.openxmlformats.org/officeDocument/2006/relationships/oleObject" Target="../embeddings/oleObject134.bin"/><Relationship Id="rId28" Type="http://schemas.microsoft.com/office/2007/relationships/hdphoto" Target="../media/hdphoto43.wdp"/><Relationship Id="rId10" Type="http://schemas.openxmlformats.org/officeDocument/2006/relationships/oleObject" Target="../embeddings/oleObject128.bin"/><Relationship Id="rId19" Type="http://schemas.microsoft.com/office/2007/relationships/hdphoto" Target="../media/hdphoto40.wdp"/><Relationship Id="rId4" Type="http://schemas.openxmlformats.org/officeDocument/2006/relationships/oleObject" Target="../embeddings/oleObject125.bin"/><Relationship Id="rId9" Type="http://schemas.openxmlformats.org/officeDocument/2006/relationships/image" Target="../media/image171.wmf"/><Relationship Id="rId14" Type="http://schemas.openxmlformats.org/officeDocument/2006/relationships/oleObject" Target="../embeddings/oleObject130.bin"/><Relationship Id="rId22" Type="http://schemas.openxmlformats.org/officeDocument/2006/relationships/image" Target="../media/image176.wmf"/><Relationship Id="rId27" Type="http://schemas.openxmlformats.org/officeDocument/2006/relationships/image" Target="../media/image179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8.bin"/><Relationship Id="rId13" Type="http://schemas.microsoft.com/office/2007/relationships/hdphoto" Target="../media/hdphoto40.wdp"/><Relationship Id="rId18" Type="http://schemas.openxmlformats.org/officeDocument/2006/relationships/oleObject" Target="../embeddings/oleObject142.bin"/><Relationship Id="rId3" Type="http://schemas.openxmlformats.org/officeDocument/2006/relationships/notesSlide" Target="../notesSlides/notesSlide29.xml"/><Relationship Id="rId21" Type="http://schemas.microsoft.com/office/2007/relationships/hdphoto" Target="../media/hdphoto44.wdp"/><Relationship Id="rId7" Type="http://schemas.openxmlformats.org/officeDocument/2006/relationships/image" Target="../media/image181.wmf"/><Relationship Id="rId12" Type="http://schemas.openxmlformats.org/officeDocument/2006/relationships/image" Target="../media/image158.png"/><Relationship Id="rId17" Type="http://schemas.openxmlformats.org/officeDocument/2006/relationships/image" Target="../media/image185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41.bin"/><Relationship Id="rId20" Type="http://schemas.openxmlformats.org/officeDocument/2006/relationships/image" Target="../media/image187.png"/><Relationship Id="rId1" Type="http://schemas.openxmlformats.org/officeDocument/2006/relationships/vmlDrawing" Target="../drawings/vmlDrawing25.vml"/><Relationship Id="rId6" Type="http://schemas.openxmlformats.org/officeDocument/2006/relationships/oleObject" Target="../embeddings/oleObject137.bin"/><Relationship Id="rId11" Type="http://schemas.openxmlformats.org/officeDocument/2006/relationships/image" Target="../media/image183.wmf"/><Relationship Id="rId5" Type="http://schemas.openxmlformats.org/officeDocument/2006/relationships/image" Target="../media/image180.wmf"/><Relationship Id="rId15" Type="http://schemas.openxmlformats.org/officeDocument/2006/relationships/image" Target="../media/image184.wmf"/><Relationship Id="rId10" Type="http://schemas.openxmlformats.org/officeDocument/2006/relationships/oleObject" Target="../embeddings/oleObject139.bin"/><Relationship Id="rId19" Type="http://schemas.openxmlformats.org/officeDocument/2006/relationships/image" Target="../media/image186.wmf"/><Relationship Id="rId4" Type="http://schemas.openxmlformats.org/officeDocument/2006/relationships/oleObject" Target="../embeddings/oleObject136.bin"/><Relationship Id="rId9" Type="http://schemas.openxmlformats.org/officeDocument/2006/relationships/image" Target="../media/image182.wmf"/><Relationship Id="rId14" Type="http://schemas.openxmlformats.org/officeDocument/2006/relationships/oleObject" Target="../embeddings/oleObject140.bin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png"/><Relationship Id="rId3" Type="http://schemas.openxmlformats.org/officeDocument/2006/relationships/notesSlide" Target="../notesSlides/notesSlide30.xml"/><Relationship Id="rId7" Type="http://schemas.openxmlformats.org/officeDocument/2006/relationships/image" Target="../media/image189.wmf"/><Relationship Id="rId12" Type="http://schemas.microsoft.com/office/2007/relationships/hdphoto" Target="../media/hdphoto46.wdp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6.vml"/><Relationship Id="rId6" Type="http://schemas.openxmlformats.org/officeDocument/2006/relationships/oleObject" Target="../embeddings/oleObject144.bin"/><Relationship Id="rId11" Type="http://schemas.openxmlformats.org/officeDocument/2006/relationships/image" Target="../media/image192.png"/><Relationship Id="rId5" Type="http://schemas.openxmlformats.org/officeDocument/2006/relationships/image" Target="../media/image188.wmf"/><Relationship Id="rId10" Type="http://schemas.microsoft.com/office/2007/relationships/hdphoto" Target="../media/hdphoto45.wdp"/><Relationship Id="rId4" Type="http://schemas.openxmlformats.org/officeDocument/2006/relationships/oleObject" Target="../embeddings/oleObject143.bin"/><Relationship Id="rId9" Type="http://schemas.openxmlformats.org/officeDocument/2006/relationships/image" Target="../media/image191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4.wmf"/><Relationship Id="rId13" Type="http://schemas.openxmlformats.org/officeDocument/2006/relationships/image" Target="../media/image198.png"/><Relationship Id="rId3" Type="http://schemas.openxmlformats.org/officeDocument/2006/relationships/notesSlide" Target="../notesSlides/notesSlide31.xml"/><Relationship Id="rId7" Type="http://schemas.openxmlformats.org/officeDocument/2006/relationships/oleObject" Target="../embeddings/oleObject146.bin"/><Relationship Id="rId12" Type="http://schemas.microsoft.com/office/2007/relationships/hdphoto" Target="../media/hdphoto47.wdp"/><Relationship Id="rId2" Type="http://schemas.openxmlformats.org/officeDocument/2006/relationships/slideLayout" Target="../slideLayouts/slideLayout2.xml"/><Relationship Id="rId16" Type="http://schemas.microsoft.com/office/2007/relationships/hdphoto" Target="../media/hdphoto49.wdp"/><Relationship Id="rId1" Type="http://schemas.openxmlformats.org/officeDocument/2006/relationships/vmlDrawing" Target="../drawings/vmlDrawing27.vml"/><Relationship Id="rId6" Type="http://schemas.openxmlformats.org/officeDocument/2006/relationships/image" Target="../media/image193.wmf"/><Relationship Id="rId11" Type="http://schemas.openxmlformats.org/officeDocument/2006/relationships/image" Target="../media/image197.png"/><Relationship Id="rId5" Type="http://schemas.openxmlformats.org/officeDocument/2006/relationships/oleObject" Target="../embeddings/oleObject145.bin"/><Relationship Id="rId15" Type="http://schemas.openxmlformats.org/officeDocument/2006/relationships/image" Target="../media/image199.png"/><Relationship Id="rId10" Type="http://schemas.openxmlformats.org/officeDocument/2006/relationships/image" Target="../media/image195.wmf"/><Relationship Id="rId4" Type="http://schemas.openxmlformats.org/officeDocument/2006/relationships/image" Target="../media/image196.png"/><Relationship Id="rId9" Type="http://schemas.openxmlformats.org/officeDocument/2006/relationships/oleObject" Target="../embeddings/oleObject147.bin"/><Relationship Id="rId14" Type="http://schemas.microsoft.com/office/2007/relationships/hdphoto" Target="../media/hdphoto48.wdp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2.png"/><Relationship Id="rId3" Type="http://schemas.openxmlformats.org/officeDocument/2006/relationships/notesSlide" Target="../notesSlides/notesSlide32.xml"/><Relationship Id="rId7" Type="http://schemas.openxmlformats.org/officeDocument/2006/relationships/image" Target="../media/image201.w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8.vml"/><Relationship Id="rId6" Type="http://schemas.openxmlformats.org/officeDocument/2006/relationships/oleObject" Target="../embeddings/oleObject149.bin"/><Relationship Id="rId5" Type="http://schemas.openxmlformats.org/officeDocument/2006/relationships/image" Target="../media/image200.wmf"/><Relationship Id="rId4" Type="http://schemas.openxmlformats.org/officeDocument/2006/relationships/oleObject" Target="../embeddings/oleObject148.bin"/><Relationship Id="rId9" Type="http://schemas.microsoft.com/office/2007/relationships/hdphoto" Target="../media/hdphoto50.wdp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52.bin"/><Relationship Id="rId13" Type="http://schemas.openxmlformats.org/officeDocument/2006/relationships/image" Target="../media/image207.wmf"/><Relationship Id="rId3" Type="http://schemas.openxmlformats.org/officeDocument/2006/relationships/notesSlide" Target="../notesSlides/notesSlide33.xml"/><Relationship Id="rId7" Type="http://schemas.openxmlformats.org/officeDocument/2006/relationships/image" Target="../media/image204.wmf"/><Relationship Id="rId12" Type="http://schemas.openxmlformats.org/officeDocument/2006/relationships/oleObject" Target="../embeddings/oleObject15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9.vml"/><Relationship Id="rId6" Type="http://schemas.openxmlformats.org/officeDocument/2006/relationships/oleObject" Target="../embeddings/oleObject151.bin"/><Relationship Id="rId11" Type="http://schemas.openxmlformats.org/officeDocument/2006/relationships/image" Target="../media/image206.wmf"/><Relationship Id="rId5" Type="http://schemas.openxmlformats.org/officeDocument/2006/relationships/image" Target="../media/image203.wmf"/><Relationship Id="rId15" Type="http://schemas.microsoft.com/office/2007/relationships/hdphoto" Target="../media/hdphoto51.wdp"/><Relationship Id="rId10" Type="http://schemas.openxmlformats.org/officeDocument/2006/relationships/oleObject" Target="../embeddings/oleObject153.bin"/><Relationship Id="rId4" Type="http://schemas.openxmlformats.org/officeDocument/2006/relationships/oleObject" Target="../embeddings/oleObject150.bin"/><Relationship Id="rId9" Type="http://schemas.openxmlformats.org/officeDocument/2006/relationships/image" Target="../media/image205.wmf"/><Relationship Id="rId14" Type="http://schemas.openxmlformats.org/officeDocument/2006/relationships/image" Target="../media/image208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57.bin"/><Relationship Id="rId13" Type="http://schemas.openxmlformats.org/officeDocument/2006/relationships/image" Target="../media/image213.wmf"/><Relationship Id="rId18" Type="http://schemas.openxmlformats.org/officeDocument/2006/relationships/oleObject" Target="../embeddings/oleObject161.bin"/><Relationship Id="rId3" Type="http://schemas.openxmlformats.org/officeDocument/2006/relationships/notesSlide" Target="../notesSlides/notesSlide34.xml"/><Relationship Id="rId7" Type="http://schemas.openxmlformats.org/officeDocument/2006/relationships/image" Target="../media/image210.wmf"/><Relationship Id="rId12" Type="http://schemas.openxmlformats.org/officeDocument/2006/relationships/oleObject" Target="../embeddings/oleObject159.bin"/><Relationship Id="rId17" Type="http://schemas.openxmlformats.org/officeDocument/2006/relationships/image" Target="../media/image214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60.bin"/><Relationship Id="rId1" Type="http://schemas.openxmlformats.org/officeDocument/2006/relationships/vmlDrawing" Target="../drawings/vmlDrawing30.vml"/><Relationship Id="rId6" Type="http://schemas.openxmlformats.org/officeDocument/2006/relationships/oleObject" Target="../embeddings/oleObject156.bin"/><Relationship Id="rId11" Type="http://schemas.openxmlformats.org/officeDocument/2006/relationships/image" Target="../media/image212.wmf"/><Relationship Id="rId5" Type="http://schemas.openxmlformats.org/officeDocument/2006/relationships/image" Target="../media/image209.wmf"/><Relationship Id="rId15" Type="http://schemas.microsoft.com/office/2007/relationships/hdphoto" Target="../media/hdphoto52.wdp"/><Relationship Id="rId10" Type="http://schemas.openxmlformats.org/officeDocument/2006/relationships/oleObject" Target="../embeddings/oleObject158.bin"/><Relationship Id="rId19" Type="http://schemas.openxmlformats.org/officeDocument/2006/relationships/image" Target="../media/image215.wmf"/><Relationship Id="rId4" Type="http://schemas.openxmlformats.org/officeDocument/2006/relationships/oleObject" Target="../embeddings/oleObject155.bin"/><Relationship Id="rId9" Type="http://schemas.openxmlformats.org/officeDocument/2006/relationships/image" Target="../media/image211.wmf"/><Relationship Id="rId14" Type="http://schemas.openxmlformats.org/officeDocument/2006/relationships/image" Target="../media/image216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4.bin"/><Relationship Id="rId13" Type="http://schemas.openxmlformats.org/officeDocument/2006/relationships/image" Target="../media/image221.wmf"/><Relationship Id="rId18" Type="http://schemas.openxmlformats.org/officeDocument/2006/relationships/oleObject" Target="../embeddings/oleObject169.bin"/><Relationship Id="rId3" Type="http://schemas.openxmlformats.org/officeDocument/2006/relationships/notesSlide" Target="../notesSlides/notesSlide35.xml"/><Relationship Id="rId21" Type="http://schemas.microsoft.com/office/2007/relationships/hdphoto" Target="../media/hdphoto53.wdp"/><Relationship Id="rId7" Type="http://schemas.openxmlformats.org/officeDocument/2006/relationships/image" Target="../media/image218.wmf"/><Relationship Id="rId12" Type="http://schemas.openxmlformats.org/officeDocument/2006/relationships/oleObject" Target="../embeddings/oleObject166.bin"/><Relationship Id="rId17" Type="http://schemas.openxmlformats.org/officeDocument/2006/relationships/image" Target="../media/image223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68.bin"/><Relationship Id="rId20" Type="http://schemas.openxmlformats.org/officeDocument/2006/relationships/image" Target="../media/image225.png"/><Relationship Id="rId1" Type="http://schemas.openxmlformats.org/officeDocument/2006/relationships/vmlDrawing" Target="../drawings/vmlDrawing31.vml"/><Relationship Id="rId6" Type="http://schemas.openxmlformats.org/officeDocument/2006/relationships/oleObject" Target="../embeddings/oleObject163.bin"/><Relationship Id="rId11" Type="http://schemas.openxmlformats.org/officeDocument/2006/relationships/image" Target="../media/image220.wmf"/><Relationship Id="rId5" Type="http://schemas.openxmlformats.org/officeDocument/2006/relationships/image" Target="../media/image217.wmf"/><Relationship Id="rId15" Type="http://schemas.openxmlformats.org/officeDocument/2006/relationships/image" Target="../media/image222.wmf"/><Relationship Id="rId23" Type="http://schemas.microsoft.com/office/2007/relationships/hdphoto" Target="../media/hdphoto54.wdp"/><Relationship Id="rId10" Type="http://schemas.openxmlformats.org/officeDocument/2006/relationships/oleObject" Target="../embeddings/oleObject165.bin"/><Relationship Id="rId19" Type="http://schemas.openxmlformats.org/officeDocument/2006/relationships/image" Target="../media/image224.wmf"/><Relationship Id="rId4" Type="http://schemas.openxmlformats.org/officeDocument/2006/relationships/oleObject" Target="../embeddings/oleObject162.bin"/><Relationship Id="rId9" Type="http://schemas.openxmlformats.org/officeDocument/2006/relationships/image" Target="../media/image219.wmf"/><Relationship Id="rId14" Type="http://schemas.openxmlformats.org/officeDocument/2006/relationships/oleObject" Target="../embeddings/oleObject167.bin"/><Relationship Id="rId22" Type="http://schemas.openxmlformats.org/officeDocument/2006/relationships/image" Target="../media/image226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72.bin"/><Relationship Id="rId13" Type="http://schemas.openxmlformats.org/officeDocument/2006/relationships/image" Target="../media/image231.wmf"/><Relationship Id="rId18" Type="http://schemas.openxmlformats.org/officeDocument/2006/relationships/image" Target="../media/image234.png"/><Relationship Id="rId3" Type="http://schemas.openxmlformats.org/officeDocument/2006/relationships/notesSlide" Target="../notesSlides/notesSlide36.xml"/><Relationship Id="rId7" Type="http://schemas.openxmlformats.org/officeDocument/2006/relationships/image" Target="../media/image228.wmf"/><Relationship Id="rId12" Type="http://schemas.openxmlformats.org/officeDocument/2006/relationships/oleObject" Target="../embeddings/oleObject174.bin"/><Relationship Id="rId17" Type="http://schemas.microsoft.com/office/2007/relationships/hdphoto" Target="../media/hdphoto55.wdp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33.png"/><Relationship Id="rId1" Type="http://schemas.openxmlformats.org/officeDocument/2006/relationships/vmlDrawing" Target="../drawings/vmlDrawing32.vml"/><Relationship Id="rId6" Type="http://schemas.openxmlformats.org/officeDocument/2006/relationships/oleObject" Target="../embeddings/oleObject171.bin"/><Relationship Id="rId11" Type="http://schemas.openxmlformats.org/officeDocument/2006/relationships/image" Target="../media/image230.wmf"/><Relationship Id="rId5" Type="http://schemas.openxmlformats.org/officeDocument/2006/relationships/image" Target="../media/image227.wmf"/><Relationship Id="rId15" Type="http://schemas.openxmlformats.org/officeDocument/2006/relationships/image" Target="../media/image232.wmf"/><Relationship Id="rId10" Type="http://schemas.openxmlformats.org/officeDocument/2006/relationships/oleObject" Target="../embeddings/oleObject173.bin"/><Relationship Id="rId19" Type="http://schemas.microsoft.com/office/2007/relationships/hdphoto" Target="../media/hdphoto56.wdp"/><Relationship Id="rId4" Type="http://schemas.openxmlformats.org/officeDocument/2006/relationships/oleObject" Target="../embeddings/oleObject170.bin"/><Relationship Id="rId9" Type="http://schemas.openxmlformats.org/officeDocument/2006/relationships/image" Target="../media/image229.wmf"/><Relationship Id="rId14" Type="http://schemas.openxmlformats.org/officeDocument/2006/relationships/oleObject" Target="../embeddings/oleObject175.bin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78.bin"/><Relationship Id="rId13" Type="http://schemas.openxmlformats.org/officeDocument/2006/relationships/image" Target="../media/image239.wmf"/><Relationship Id="rId18" Type="http://schemas.openxmlformats.org/officeDocument/2006/relationships/image" Target="../media/image242.png"/><Relationship Id="rId3" Type="http://schemas.openxmlformats.org/officeDocument/2006/relationships/notesSlide" Target="../notesSlides/notesSlide37.xml"/><Relationship Id="rId7" Type="http://schemas.openxmlformats.org/officeDocument/2006/relationships/image" Target="../media/image236.wmf"/><Relationship Id="rId12" Type="http://schemas.openxmlformats.org/officeDocument/2006/relationships/oleObject" Target="../embeddings/oleObject180.bin"/><Relationship Id="rId17" Type="http://schemas.microsoft.com/office/2007/relationships/hdphoto" Target="../media/hdphoto57.wdp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41.png"/><Relationship Id="rId1" Type="http://schemas.openxmlformats.org/officeDocument/2006/relationships/vmlDrawing" Target="../drawings/vmlDrawing33.vml"/><Relationship Id="rId6" Type="http://schemas.openxmlformats.org/officeDocument/2006/relationships/oleObject" Target="../embeddings/oleObject177.bin"/><Relationship Id="rId11" Type="http://schemas.openxmlformats.org/officeDocument/2006/relationships/image" Target="../media/image238.wmf"/><Relationship Id="rId5" Type="http://schemas.openxmlformats.org/officeDocument/2006/relationships/image" Target="../media/image235.wmf"/><Relationship Id="rId15" Type="http://schemas.openxmlformats.org/officeDocument/2006/relationships/image" Target="../media/image240.wmf"/><Relationship Id="rId10" Type="http://schemas.openxmlformats.org/officeDocument/2006/relationships/oleObject" Target="../embeddings/oleObject179.bin"/><Relationship Id="rId19" Type="http://schemas.microsoft.com/office/2007/relationships/hdphoto" Target="../media/hdphoto58.wdp"/><Relationship Id="rId4" Type="http://schemas.openxmlformats.org/officeDocument/2006/relationships/oleObject" Target="../embeddings/oleObject176.bin"/><Relationship Id="rId9" Type="http://schemas.openxmlformats.org/officeDocument/2006/relationships/image" Target="../media/image237.wmf"/><Relationship Id="rId14" Type="http://schemas.openxmlformats.org/officeDocument/2006/relationships/oleObject" Target="../embeddings/oleObject181.bin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84.bin"/><Relationship Id="rId13" Type="http://schemas.openxmlformats.org/officeDocument/2006/relationships/image" Target="../media/image247.wmf"/><Relationship Id="rId3" Type="http://schemas.openxmlformats.org/officeDocument/2006/relationships/notesSlide" Target="../notesSlides/notesSlide38.xml"/><Relationship Id="rId7" Type="http://schemas.openxmlformats.org/officeDocument/2006/relationships/image" Target="../media/image244.wmf"/><Relationship Id="rId12" Type="http://schemas.openxmlformats.org/officeDocument/2006/relationships/oleObject" Target="../embeddings/oleObject186.bin"/><Relationship Id="rId17" Type="http://schemas.microsoft.com/office/2007/relationships/hdphoto" Target="../media/hdphoto59.wdp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49.png"/><Relationship Id="rId1" Type="http://schemas.openxmlformats.org/officeDocument/2006/relationships/vmlDrawing" Target="../drawings/vmlDrawing34.vml"/><Relationship Id="rId6" Type="http://schemas.openxmlformats.org/officeDocument/2006/relationships/oleObject" Target="../embeddings/oleObject183.bin"/><Relationship Id="rId11" Type="http://schemas.openxmlformats.org/officeDocument/2006/relationships/image" Target="../media/image246.wmf"/><Relationship Id="rId5" Type="http://schemas.openxmlformats.org/officeDocument/2006/relationships/image" Target="../media/image243.wmf"/><Relationship Id="rId15" Type="http://schemas.openxmlformats.org/officeDocument/2006/relationships/image" Target="../media/image248.wmf"/><Relationship Id="rId10" Type="http://schemas.openxmlformats.org/officeDocument/2006/relationships/oleObject" Target="../embeddings/oleObject185.bin"/><Relationship Id="rId4" Type="http://schemas.openxmlformats.org/officeDocument/2006/relationships/oleObject" Target="../embeddings/oleObject182.bin"/><Relationship Id="rId9" Type="http://schemas.openxmlformats.org/officeDocument/2006/relationships/image" Target="../media/image245.wmf"/><Relationship Id="rId14" Type="http://schemas.openxmlformats.org/officeDocument/2006/relationships/oleObject" Target="../embeddings/oleObject187.bin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90.bin"/><Relationship Id="rId13" Type="http://schemas.openxmlformats.org/officeDocument/2006/relationships/image" Target="../media/image254.wmf"/><Relationship Id="rId3" Type="http://schemas.openxmlformats.org/officeDocument/2006/relationships/notesSlide" Target="../notesSlides/notesSlide39.xml"/><Relationship Id="rId7" Type="http://schemas.openxmlformats.org/officeDocument/2006/relationships/image" Target="../media/image251.wmf"/><Relationship Id="rId12" Type="http://schemas.openxmlformats.org/officeDocument/2006/relationships/oleObject" Target="../embeddings/oleObject192.bin"/><Relationship Id="rId17" Type="http://schemas.microsoft.com/office/2007/relationships/hdphoto" Target="../media/hdphoto61.wdp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56.png"/><Relationship Id="rId1" Type="http://schemas.openxmlformats.org/officeDocument/2006/relationships/vmlDrawing" Target="../drawings/vmlDrawing35.vml"/><Relationship Id="rId6" Type="http://schemas.openxmlformats.org/officeDocument/2006/relationships/oleObject" Target="../embeddings/oleObject189.bin"/><Relationship Id="rId11" Type="http://schemas.openxmlformats.org/officeDocument/2006/relationships/image" Target="../media/image253.wmf"/><Relationship Id="rId5" Type="http://schemas.openxmlformats.org/officeDocument/2006/relationships/image" Target="../media/image250.wmf"/><Relationship Id="rId15" Type="http://schemas.microsoft.com/office/2007/relationships/hdphoto" Target="../media/hdphoto60.wdp"/><Relationship Id="rId10" Type="http://schemas.openxmlformats.org/officeDocument/2006/relationships/oleObject" Target="../embeddings/oleObject191.bin"/><Relationship Id="rId4" Type="http://schemas.openxmlformats.org/officeDocument/2006/relationships/oleObject" Target="../embeddings/oleObject188.bin"/><Relationship Id="rId9" Type="http://schemas.openxmlformats.org/officeDocument/2006/relationships/image" Target="../media/image252.wmf"/><Relationship Id="rId14" Type="http://schemas.openxmlformats.org/officeDocument/2006/relationships/image" Target="../media/image255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95.bin"/><Relationship Id="rId13" Type="http://schemas.microsoft.com/office/2007/relationships/hdphoto" Target="../media/hdphoto63.wdp"/><Relationship Id="rId3" Type="http://schemas.openxmlformats.org/officeDocument/2006/relationships/notesSlide" Target="../notesSlides/notesSlide40.xml"/><Relationship Id="rId7" Type="http://schemas.openxmlformats.org/officeDocument/2006/relationships/image" Target="../media/image258.wmf"/><Relationship Id="rId12" Type="http://schemas.openxmlformats.org/officeDocument/2006/relationships/image" Target="../media/image261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6.vml"/><Relationship Id="rId6" Type="http://schemas.openxmlformats.org/officeDocument/2006/relationships/oleObject" Target="../embeddings/oleObject194.bin"/><Relationship Id="rId11" Type="http://schemas.microsoft.com/office/2007/relationships/hdphoto" Target="../media/hdphoto62.wdp"/><Relationship Id="rId5" Type="http://schemas.openxmlformats.org/officeDocument/2006/relationships/image" Target="../media/image257.wmf"/><Relationship Id="rId10" Type="http://schemas.openxmlformats.org/officeDocument/2006/relationships/image" Target="../media/image260.png"/><Relationship Id="rId4" Type="http://schemas.openxmlformats.org/officeDocument/2006/relationships/oleObject" Target="../embeddings/oleObject193.bin"/><Relationship Id="rId9" Type="http://schemas.openxmlformats.org/officeDocument/2006/relationships/image" Target="../media/image259.wmf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98.bin"/><Relationship Id="rId13" Type="http://schemas.microsoft.com/office/2007/relationships/hdphoto" Target="../media/hdphoto62.wdp"/><Relationship Id="rId3" Type="http://schemas.openxmlformats.org/officeDocument/2006/relationships/notesSlide" Target="../notesSlides/notesSlide41.xml"/><Relationship Id="rId7" Type="http://schemas.openxmlformats.org/officeDocument/2006/relationships/image" Target="../media/image263.wmf"/><Relationship Id="rId12" Type="http://schemas.openxmlformats.org/officeDocument/2006/relationships/image" Target="../media/image260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7.vml"/><Relationship Id="rId6" Type="http://schemas.openxmlformats.org/officeDocument/2006/relationships/oleObject" Target="../embeddings/oleObject197.bin"/><Relationship Id="rId11" Type="http://schemas.openxmlformats.org/officeDocument/2006/relationships/image" Target="../media/image265.wmf"/><Relationship Id="rId5" Type="http://schemas.openxmlformats.org/officeDocument/2006/relationships/image" Target="../media/image262.wmf"/><Relationship Id="rId15" Type="http://schemas.microsoft.com/office/2007/relationships/hdphoto" Target="../media/hdphoto63.wdp"/><Relationship Id="rId10" Type="http://schemas.openxmlformats.org/officeDocument/2006/relationships/oleObject" Target="../embeddings/oleObject199.bin"/><Relationship Id="rId4" Type="http://schemas.openxmlformats.org/officeDocument/2006/relationships/oleObject" Target="../embeddings/oleObject196.bin"/><Relationship Id="rId9" Type="http://schemas.openxmlformats.org/officeDocument/2006/relationships/image" Target="../media/image264.wmf"/><Relationship Id="rId14" Type="http://schemas.openxmlformats.org/officeDocument/2006/relationships/image" Target="../media/image261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13" Type="http://schemas.openxmlformats.org/officeDocument/2006/relationships/image" Target="../media/image268.wmf"/><Relationship Id="rId3" Type="http://schemas.openxmlformats.org/officeDocument/2006/relationships/notesSlide" Target="../notesSlides/notesSlide42.xml"/><Relationship Id="rId7" Type="http://schemas.microsoft.com/office/2007/relationships/hdphoto" Target="../media/hdphoto64.wdp"/><Relationship Id="rId12" Type="http://schemas.openxmlformats.org/officeDocument/2006/relationships/oleObject" Target="../embeddings/oleObject202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8.vml"/><Relationship Id="rId6" Type="http://schemas.openxmlformats.org/officeDocument/2006/relationships/image" Target="../media/image269.png"/><Relationship Id="rId11" Type="http://schemas.openxmlformats.org/officeDocument/2006/relationships/image" Target="../media/image267.wmf"/><Relationship Id="rId5" Type="http://schemas.openxmlformats.org/officeDocument/2006/relationships/image" Target="../media/image266.wmf"/><Relationship Id="rId10" Type="http://schemas.openxmlformats.org/officeDocument/2006/relationships/oleObject" Target="../embeddings/oleObject201.bin"/><Relationship Id="rId4" Type="http://schemas.openxmlformats.org/officeDocument/2006/relationships/oleObject" Target="../embeddings/oleObject200.bin"/><Relationship Id="rId9" Type="http://schemas.microsoft.com/office/2007/relationships/hdphoto" Target="../media/hdphoto65.wdp"/><Relationship Id="rId14" Type="http://schemas.openxmlformats.org/officeDocument/2006/relationships/image" Target="../media/image271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0.png"/><Relationship Id="rId13" Type="http://schemas.openxmlformats.org/officeDocument/2006/relationships/image" Target="../media/image274.wmf"/><Relationship Id="rId18" Type="http://schemas.openxmlformats.org/officeDocument/2006/relationships/oleObject" Target="../embeddings/oleObject208.bin"/><Relationship Id="rId3" Type="http://schemas.openxmlformats.org/officeDocument/2006/relationships/notesSlide" Target="../notesSlides/notesSlide43.xml"/><Relationship Id="rId21" Type="http://schemas.openxmlformats.org/officeDocument/2006/relationships/image" Target="../media/image278.wmf"/><Relationship Id="rId7" Type="http://schemas.microsoft.com/office/2007/relationships/hdphoto" Target="../media/hdphoto66.wdp"/><Relationship Id="rId12" Type="http://schemas.openxmlformats.org/officeDocument/2006/relationships/oleObject" Target="../embeddings/oleObject205.bin"/><Relationship Id="rId17" Type="http://schemas.openxmlformats.org/officeDocument/2006/relationships/image" Target="../media/image276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207.bin"/><Relationship Id="rId20" Type="http://schemas.openxmlformats.org/officeDocument/2006/relationships/oleObject" Target="../embeddings/oleObject209.bin"/><Relationship Id="rId1" Type="http://schemas.openxmlformats.org/officeDocument/2006/relationships/vmlDrawing" Target="../drawings/vmlDrawing39.vml"/><Relationship Id="rId6" Type="http://schemas.openxmlformats.org/officeDocument/2006/relationships/image" Target="../media/image279.png"/><Relationship Id="rId11" Type="http://schemas.openxmlformats.org/officeDocument/2006/relationships/image" Target="../media/image273.wmf"/><Relationship Id="rId5" Type="http://schemas.openxmlformats.org/officeDocument/2006/relationships/image" Target="../media/image272.wmf"/><Relationship Id="rId15" Type="http://schemas.openxmlformats.org/officeDocument/2006/relationships/image" Target="../media/image275.wmf"/><Relationship Id="rId10" Type="http://schemas.openxmlformats.org/officeDocument/2006/relationships/oleObject" Target="../embeddings/oleObject204.bin"/><Relationship Id="rId19" Type="http://schemas.openxmlformats.org/officeDocument/2006/relationships/image" Target="../media/image277.wmf"/><Relationship Id="rId4" Type="http://schemas.openxmlformats.org/officeDocument/2006/relationships/oleObject" Target="../embeddings/oleObject203.bin"/><Relationship Id="rId9" Type="http://schemas.microsoft.com/office/2007/relationships/hdphoto" Target="../media/hdphoto67.wdp"/><Relationship Id="rId14" Type="http://schemas.openxmlformats.org/officeDocument/2006/relationships/oleObject" Target="../embeddings/oleObject206.bin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microsoft.com/office/2007/relationships/hdphoto" Target="../media/hdphoto69.wdp"/><Relationship Id="rId5" Type="http://schemas.openxmlformats.org/officeDocument/2006/relationships/image" Target="../media/image282.png"/><Relationship Id="rId4" Type="http://schemas.microsoft.com/office/2007/relationships/hdphoto" Target="../media/hdphoto68.wdp"/></Relationships>
</file>

<file path=ppt/slides/_rels/slide45.xml.rels><?xml version="1.0" encoding="UTF-8" standalone="yes"?>
<Relationships xmlns="http://schemas.openxmlformats.org/package/2006/relationships"><Relationship Id="rId8" Type="http://schemas.microsoft.com/office/2007/relationships/hdphoto" Target="../media/hdphoto72.wdp"/><Relationship Id="rId3" Type="http://schemas.openxmlformats.org/officeDocument/2006/relationships/image" Target="../media/image283.png"/><Relationship Id="rId7" Type="http://schemas.openxmlformats.org/officeDocument/2006/relationships/image" Target="../media/image28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microsoft.com/office/2007/relationships/hdphoto" Target="../media/hdphoto71.wdp"/><Relationship Id="rId5" Type="http://schemas.openxmlformats.org/officeDocument/2006/relationships/image" Target="../media/image284.png"/><Relationship Id="rId4" Type="http://schemas.microsoft.com/office/2007/relationships/hdphoto" Target="../media/hdphoto70.wdp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1.png"/><Relationship Id="rId13" Type="http://schemas.openxmlformats.org/officeDocument/2006/relationships/image" Target="../media/image288.wmf"/><Relationship Id="rId3" Type="http://schemas.openxmlformats.org/officeDocument/2006/relationships/notesSlide" Target="../notesSlides/notesSlide46.xml"/><Relationship Id="rId7" Type="http://schemas.microsoft.com/office/2007/relationships/hdphoto" Target="../media/hdphoto73.wdp"/><Relationship Id="rId12" Type="http://schemas.openxmlformats.org/officeDocument/2006/relationships/oleObject" Target="../embeddings/oleObject212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40.vml"/><Relationship Id="rId6" Type="http://schemas.openxmlformats.org/officeDocument/2006/relationships/image" Target="../media/image290.png"/><Relationship Id="rId11" Type="http://schemas.openxmlformats.org/officeDocument/2006/relationships/image" Target="../media/image287.wmf"/><Relationship Id="rId5" Type="http://schemas.openxmlformats.org/officeDocument/2006/relationships/image" Target="../media/image286.wmf"/><Relationship Id="rId15" Type="http://schemas.openxmlformats.org/officeDocument/2006/relationships/image" Target="../media/image289.wmf"/><Relationship Id="rId10" Type="http://schemas.openxmlformats.org/officeDocument/2006/relationships/oleObject" Target="../embeddings/oleObject211.bin"/><Relationship Id="rId4" Type="http://schemas.openxmlformats.org/officeDocument/2006/relationships/oleObject" Target="../embeddings/oleObject210.bin"/><Relationship Id="rId9" Type="http://schemas.microsoft.com/office/2007/relationships/hdphoto" Target="../media/hdphoto74.wdp"/><Relationship Id="rId14" Type="http://schemas.openxmlformats.org/officeDocument/2006/relationships/oleObject" Target="../embeddings/oleObject213.bin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13" Type="http://schemas.openxmlformats.org/officeDocument/2006/relationships/image" Target="../media/image294.wmf"/><Relationship Id="rId18" Type="http://schemas.openxmlformats.org/officeDocument/2006/relationships/oleObject" Target="../embeddings/oleObject219.bin"/><Relationship Id="rId3" Type="http://schemas.openxmlformats.org/officeDocument/2006/relationships/notesSlide" Target="../notesSlides/notesSlide47.xml"/><Relationship Id="rId21" Type="http://schemas.openxmlformats.org/officeDocument/2006/relationships/image" Target="../media/image298.wmf"/><Relationship Id="rId7" Type="http://schemas.microsoft.com/office/2007/relationships/hdphoto" Target="../media/hdphoto75.wdp"/><Relationship Id="rId12" Type="http://schemas.openxmlformats.org/officeDocument/2006/relationships/oleObject" Target="../embeddings/oleObject216.bin"/><Relationship Id="rId17" Type="http://schemas.openxmlformats.org/officeDocument/2006/relationships/image" Target="../media/image296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218.bin"/><Relationship Id="rId20" Type="http://schemas.openxmlformats.org/officeDocument/2006/relationships/oleObject" Target="../embeddings/oleObject220.bin"/><Relationship Id="rId1" Type="http://schemas.openxmlformats.org/officeDocument/2006/relationships/vmlDrawing" Target="../drawings/vmlDrawing41.vml"/><Relationship Id="rId6" Type="http://schemas.openxmlformats.org/officeDocument/2006/relationships/image" Target="../media/image299.png"/><Relationship Id="rId11" Type="http://schemas.openxmlformats.org/officeDocument/2006/relationships/image" Target="../media/image293.wmf"/><Relationship Id="rId5" Type="http://schemas.openxmlformats.org/officeDocument/2006/relationships/image" Target="../media/image292.wmf"/><Relationship Id="rId15" Type="http://schemas.openxmlformats.org/officeDocument/2006/relationships/image" Target="../media/image295.wmf"/><Relationship Id="rId10" Type="http://schemas.openxmlformats.org/officeDocument/2006/relationships/oleObject" Target="../embeddings/oleObject215.bin"/><Relationship Id="rId19" Type="http://schemas.openxmlformats.org/officeDocument/2006/relationships/image" Target="../media/image297.wmf"/><Relationship Id="rId4" Type="http://schemas.openxmlformats.org/officeDocument/2006/relationships/oleObject" Target="../embeddings/oleObject214.bin"/><Relationship Id="rId9" Type="http://schemas.microsoft.com/office/2007/relationships/hdphoto" Target="../media/hdphoto76.wdp"/><Relationship Id="rId14" Type="http://schemas.openxmlformats.org/officeDocument/2006/relationships/oleObject" Target="../embeddings/oleObject217.bin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21.bin"/><Relationship Id="rId13" Type="http://schemas.openxmlformats.org/officeDocument/2006/relationships/image" Target="../media/image303.wmf"/><Relationship Id="rId18" Type="http://schemas.openxmlformats.org/officeDocument/2006/relationships/oleObject" Target="../embeddings/oleObject226.bin"/><Relationship Id="rId3" Type="http://schemas.openxmlformats.org/officeDocument/2006/relationships/notesSlide" Target="../notesSlides/notesSlide48.xml"/><Relationship Id="rId7" Type="http://schemas.microsoft.com/office/2007/relationships/hdphoto" Target="../media/hdphoto76.wdp"/><Relationship Id="rId12" Type="http://schemas.openxmlformats.org/officeDocument/2006/relationships/oleObject" Target="../embeddings/oleObject223.bin"/><Relationship Id="rId17" Type="http://schemas.openxmlformats.org/officeDocument/2006/relationships/image" Target="../media/image304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225.bin"/><Relationship Id="rId1" Type="http://schemas.openxmlformats.org/officeDocument/2006/relationships/vmlDrawing" Target="../drawings/vmlDrawing42.vml"/><Relationship Id="rId6" Type="http://schemas.openxmlformats.org/officeDocument/2006/relationships/image" Target="../media/image300.png"/><Relationship Id="rId11" Type="http://schemas.openxmlformats.org/officeDocument/2006/relationships/image" Target="../media/image302.wmf"/><Relationship Id="rId5" Type="http://schemas.microsoft.com/office/2007/relationships/hdphoto" Target="../media/hdphoto75.wdp"/><Relationship Id="rId15" Type="http://schemas.openxmlformats.org/officeDocument/2006/relationships/image" Target="../media/image298.wmf"/><Relationship Id="rId10" Type="http://schemas.openxmlformats.org/officeDocument/2006/relationships/oleObject" Target="../embeddings/oleObject222.bin"/><Relationship Id="rId19" Type="http://schemas.openxmlformats.org/officeDocument/2006/relationships/image" Target="../media/image305.wmf"/><Relationship Id="rId4" Type="http://schemas.openxmlformats.org/officeDocument/2006/relationships/image" Target="../media/image299.png"/><Relationship Id="rId9" Type="http://schemas.openxmlformats.org/officeDocument/2006/relationships/image" Target="../media/image301.wmf"/><Relationship Id="rId14" Type="http://schemas.openxmlformats.org/officeDocument/2006/relationships/oleObject" Target="../embeddings/oleObject224.bin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5.png"/><Relationship Id="rId13" Type="http://schemas.openxmlformats.org/officeDocument/2006/relationships/image" Target="../media/image308.wmf"/><Relationship Id="rId18" Type="http://schemas.openxmlformats.org/officeDocument/2006/relationships/oleObject" Target="../embeddings/oleObject232.bin"/><Relationship Id="rId3" Type="http://schemas.openxmlformats.org/officeDocument/2006/relationships/notesSlide" Target="../notesSlides/notesSlide49.xml"/><Relationship Id="rId21" Type="http://schemas.openxmlformats.org/officeDocument/2006/relationships/image" Target="../media/image312.wmf"/><Relationship Id="rId7" Type="http://schemas.microsoft.com/office/2007/relationships/hdphoto" Target="../media/hdphoto77.wdp"/><Relationship Id="rId12" Type="http://schemas.openxmlformats.org/officeDocument/2006/relationships/oleObject" Target="../embeddings/oleObject229.bin"/><Relationship Id="rId17" Type="http://schemas.openxmlformats.org/officeDocument/2006/relationships/image" Target="../media/image310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231.bin"/><Relationship Id="rId20" Type="http://schemas.openxmlformats.org/officeDocument/2006/relationships/oleObject" Target="../embeddings/oleObject233.bin"/><Relationship Id="rId1" Type="http://schemas.openxmlformats.org/officeDocument/2006/relationships/vmlDrawing" Target="../drawings/vmlDrawing43.vml"/><Relationship Id="rId6" Type="http://schemas.openxmlformats.org/officeDocument/2006/relationships/image" Target="../media/image314.png"/><Relationship Id="rId11" Type="http://schemas.openxmlformats.org/officeDocument/2006/relationships/image" Target="../media/image307.wmf"/><Relationship Id="rId5" Type="http://schemas.openxmlformats.org/officeDocument/2006/relationships/image" Target="../media/image306.wmf"/><Relationship Id="rId15" Type="http://schemas.openxmlformats.org/officeDocument/2006/relationships/image" Target="../media/image309.wmf"/><Relationship Id="rId23" Type="http://schemas.openxmlformats.org/officeDocument/2006/relationships/image" Target="../media/image313.wmf"/><Relationship Id="rId10" Type="http://schemas.openxmlformats.org/officeDocument/2006/relationships/oleObject" Target="../embeddings/oleObject228.bin"/><Relationship Id="rId19" Type="http://schemas.openxmlformats.org/officeDocument/2006/relationships/image" Target="../media/image311.wmf"/><Relationship Id="rId4" Type="http://schemas.openxmlformats.org/officeDocument/2006/relationships/oleObject" Target="../embeddings/oleObject227.bin"/><Relationship Id="rId9" Type="http://schemas.microsoft.com/office/2007/relationships/hdphoto" Target="../media/hdphoto78.wdp"/><Relationship Id="rId14" Type="http://schemas.openxmlformats.org/officeDocument/2006/relationships/oleObject" Target="../embeddings/oleObject230.bin"/><Relationship Id="rId22" Type="http://schemas.openxmlformats.org/officeDocument/2006/relationships/oleObject" Target="../embeddings/oleObject234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1"/>
          <p:cNvSpPr txBox="1">
            <a:spLocks noChangeArrowheads="1"/>
          </p:cNvSpPr>
          <p:nvPr/>
        </p:nvSpPr>
        <p:spPr bwMode="auto">
          <a:xfrm>
            <a:off x="917848" y="4581128"/>
            <a:ext cx="7308304" cy="1080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rtl="0" eaLnBrk="0" fontAlgn="base" hangingPunct="0">
              <a:spcBef>
                <a:spcPct val="20000"/>
              </a:spcBef>
              <a:spcAft>
                <a:spcPct val="0"/>
              </a:spcAft>
              <a:buFontTx/>
              <a:buNone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eaLnBrk="1" hangingPunct="1"/>
            <a:r>
              <a:rPr lang="zh-CN" altLang="en-US" sz="2000" kern="0" dirty="0">
                <a:latin typeface="黑体" panose="02010609060101010101" pitchFamily="49" charset="-122"/>
                <a:ea typeface="黑体" panose="02010609060101010101" pitchFamily="49" charset="-122"/>
              </a:rPr>
              <a:t>浙江大学机械电子控制工程系</a:t>
            </a:r>
            <a:endParaRPr lang="en-US" altLang="zh-CN" sz="2000" kern="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eaLnBrk="1" hangingPunct="1"/>
            <a:r>
              <a:rPr lang="zh-CN" altLang="en-US" sz="2000" kern="0" dirty="0">
                <a:latin typeface="黑体" panose="02010609060101010101" pitchFamily="49" charset="-122"/>
                <a:ea typeface="黑体" panose="02010609060101010101" pitchFamily="49" charset="-122"/>
              </a:rPr>
              <a:t>流体动力基础件与机电系统全国重点实验室</a:t>
            </a:r>
            <a:endParaRPr lang="en-US" altLang="zh-CN" sz="2000" kern="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eaLnBrk="1" hangingPunct="1"/>
            <a:r>
              <a:rPr lang="en-US" altLang="zh-CN" sz="2000" kern="0" dirty="0">
                <a:latin typeface="黑体" panose="02010609060101010101" pitchFamily="49" charset="-122"/>
                <a:ea typeface="黑体" panose="02010609060101010101" pitchFamily="49" charset="-122"/>
              </a:rPr>
              <a:t>2026.01.06</a:t>
            </a:r>
          </a:p>
        </p:txBody>
      </p:sp>
      <p:sp>
        <p:nvSpPr>
          <p:cNvPr id="7" name="Rectangle 10">
            <a:extLst>
              <a:ext uri="{FF2B5EF4-FFF2-40B4-BE49-F238E27FC236}">
                <a16:creationId xmlns:a16="http://schemas.microsoft.com/office/drawing/2014/main" id="{040110D3-0640-4B82-A6E8-F59993907A68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755576" y="1340768"/>
            <a:ext cx="7772400" cy="2232248"/>
          </a:xfrm>
        </p:spPr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液压传动及控制（乙）</a:t>
            </a:r>
            <a:b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</a:br>
            <a:r>
              <a:rPr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 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习题讲解</a:t>
            </a:r>
            <a:endParaRPr lang="en-US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59475C7D-60A9-4801-93EE-92D8A1C8D5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7848" y="3573016"/>
            <a:ext cx="7308304" cy="1080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rtl="0" eaLnBrk="0" fontAlgn="base" hangingPunct="0">
              <a:spcBef>
                <a:spcPct val="20000"/>
              </a:spcBef>
              <a:spcAft>
                <a:spcPct val="0"/>
              </a:spcAft>
              <a:buFontTx/>
              <a:buNone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eaLnBrk="1" hangingPunct="1"/>
            <a:r>
              <a:rPr lang="zh-CN" altLang="en-US" sz="2000" kern="0" dirty="0">
                <a:latin typeface="黑体" panose="02010609060101010101" pitchFamily="49" charset="-122"/>
                <a:ea typeface="黑体" panose="02010609060101010101" pitchFamily="49" charset="-122"/>
              </a:rPr>
              <a:t>彭泽钦 博士生</a:t>
            </a:r>
            <a:endParaRPr lang="en-US" altLang="zh-CN" sz="2000" kern="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eaLnBrk="1" hangingPunct="1"/>
            <a:r>
              <a:rPr lang="zh-CN" altLang="en-US" sz="2000" kern="0" dirty="0">
                <a:latin typeface="黑体" panose="02010609060101010101" pitchFamily="49" charset="-122"/>
                <a:ea typeface="黑体" panose="02010609060101010101" pitchFamily="49" charset="-122"/>
              </a:rPr>
              <a:t>研究方向 数字阀设计与控制</a:t>
            </a:r>
            <a:endParaRPr lang="en-US" altLang="zh-CN" sz="2000" kern="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作业要点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64FD588-7975-4411-8CCB-582B5265BDF6}"/>
              </a:ext>
            </a:extLst>
          </p:cNvPr>
          <p:cNvSpPr txBox="1"/>
          <p:nvPr/>
        </p:nvSpPr>
        <p:spPr>
          <a:xfrm>
            <a:off x="611560" y="1412776"/>
            <a:ext cx="8352928" cy="2951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、负载决定压力，流量决定速度！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、计算速度使用流量连续性方程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、计算力时使用力平衡，计算时注意等效面积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、了解各液压元件的功能甚至原理（各类压力阀、流量阀）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、课本相关公式（体积模量、粘度、薄壁小孔流量、液动力、伯努利、功率、蓄能器、速度刚度）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、单位换算（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min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MPa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7969046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第一章作业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7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EE6ED-0E40-4FF3-BB5B-40CA4677B30B}"/>
              </a:ext>
            </a:extLst>
          </p:cNvPr>
          <p:cNvSpPr txBox="1"/>
          <p:nvPr/>
        </p:nvSpPr>
        <p:spPr>
          <a:xfrm>
            <a:off x="-106928" y="2430881"/>
            <a:ext cx="3454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）举起重物需要的压强：</a:t>
            </a:r>
          </a:p>
        </p:txBody>
      </p:sp>
      <p:graphicFrame>
        <p:nvGraphicFramePr>
          <p:cNvPr id="6" name="对象 5">
            <a:extLst>
              <a:ext uri="{FF2B5EF4-FFF2-40B4-BE49-F238E27FC236}">
                <a16:creationId xmlns:a16="http://schemas.microsoft.com/office/drawing/2014/main" id="{16968499-510B-4C05-8494-388B4DA82A6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51890830"/>
              </p:ext>
            </p:extLst>
          </p:nvPr>
        </p:nvGraphicFramePr>
        <p:xfrm>
          <a:off x="761748" y="2858447"/>
          <a:ext cx="2679771" cy="8400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2221" name="Equation" r:id="rId4" imgW="1663560" imgH="520560" progId="Equation.DSMT4">
                  <p:embed/>
                </p:oleObj>
              </mc:Choice>
              <mc:Fallback>
                <p:oleObj name="Equation" r:id="rId4" imgW="1663560" imgH="520560" progId="Equation.DSMT4">
                  <p:embed/>
                  <p:pic>
                    <p:nvPicPr>
                      <p:cNvPr id="3" name="对象 2">
                        <a:extLst>
                          <a:ext uri="{FF2B5EF4-FFF2-40B4-BE49-F238E27FC236}">
                            <a16:creationId xmlns:a16="http://schemas.microsoft.com/office/drawing/2014/main" id="{C9A4858A-C892-4B1D-9798-95DDCB98BA6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61748" y="2858447"/>
                        <a:ext cx="2679771" cy="8400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F75663CE-61A1-4D0A-924D-A1C330DAE302}"/>
              </a:ext>
            </a:extLst>
          </p:cNvPr>
          <p:cNvSpPr txBox="1"/>
          <p:nvPr/>
        </p:nvSpPr>
        <p:spPr>
          <a:xfrm>
            <a:off x="339399" y="3645024"/>
            <a:ext cx="2601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根据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帕斯卡原理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(p24)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graphicFrame>
        <p:nvGraphicFramePr>
          <p:cNvPr id="8" name="对象 7">
            <a:extLst>
              <a:ext uri="{FF2B5EF4-FFF2-40B4-BE49-F238E27FC236}">
                <a16:creationId xmlns:a16="http://schemas.microsoft.com/office/drawing/2014/main" id="{9700349F-1109-4A3E-A262-031BF18E531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68778026"/>
              </p:ext>
            </p:extLst>
          </p:nvPr>
        </p:nvGraphicFramePr>
        <p:xfrm>
          <a:off x="1733810" y="3964578"/>
          <a:ext cx="735647" cy="32851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2222" name="Equation" r:id="rId6" imgW="457200" imgH="203040" progId="Equation.DSMT4">
                  <p:embed/>
                </p:oleObj>
              </mc:Choice>
              <mc:Fallback>
                <p:oleObj name="Equation" r:id="rId6" imgW="457200" imgH="203040" progId="Equation.DSMT4">
                  <p:embed/>
                  <p:pic>
                    <p:nvPicPr>
                      <p:cNvPr id="6" name="对象 5">
                        <a:extLst>
                          <a:ext uri="{FF2B5EF4-FFF2-40B4-BE49-F238E27FC236}">
                            <a16:creationId xmlns:a16="http://schemas.microsoft.com/office/drawing/2014/main" id="{16968499-510B-4C05-8494-388B4DA82A6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733810" y="3964578"/>
                        <a:ext cx="735647" cy="32851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文本框 8">
            <a:extLst>
              <a:ext uri="{FF2B5EF4-FFF2-40B4-BE49-F238E27FC236}">
                <a16:creationId xmlns:a16="http://schemas.microsoft.com/office/drawing/2014/main" id="{8B03B5EE-4F18-4A1A-9E5D-6D95A6B5F8B6}"/>
              </a:ext>
            </a:extLst>
          </p:cNvPr>
          <p:cNvSpPr txBox="1"/>
          <p:nvPr/>
        </p:nvSpPr>
        <p:spPr>
          <a:xfrm>
            <a:off x="339399" y="442782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对应小活塞的出力为：</a:t>
            </a:r>
          </a:p>
        </p:txBody>
      </p:sp>
      <p:graphicFrame>
        <p:nvGraphicFramePr>
          <p:cNvPr id="10" name="对象 9">
            <a:extLst>
              <a:ext uri="{FF2B5EF4-FFF2-40B4-BE49-F238E27FC236}">
                <a16:creationId xmlns:a16="http://schemas.microsoft.com/office/drawing/2014/main" id="{95CE0228-9B91-41CD-A5E6-E547491BDB5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02541008"/>
              </p:ext>
            </p:extLst>
          </p:nvPr>
        </p:nvGraphicFramePr>
        <p:xfrm>
          <a:off x="405657" y="4870317"/>
          <a:ext cx="3391952" cy="57490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2223" name="Equation" r:id="rId8" imgW="2108160" imgH="355320" progId="Equation.DSMT4">
                  <p:embed/>
                </p:oleObj>
              </mc:Choice>
              <mc:Fallback>
                <p:oleObj name="Equation" r:id="rId8" imgW="2108160" imgH="355320" progId="Equation.DSMT4">
                  <p:embed/>
                  <p:pic>
                    <p:nvPicPr>
                      <p:cNvPr id="8" name="对象 7">
                        <a:extLst>
                          <a:ext uri="{FF2B5EF4-FFF2-40B4-BE49-F238E27FC236}">
                            <a16:creationId xmlns:a16="http://schemas.microsoft.com/office/drawing/2014/main" id="{9700349F-1109-4A3E-A262-031BF18E53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5657" y="4870317"/>
                        <a:ext cx="3391952" cy="57490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206B306A-C7B5-4B75-994C-2627B7619E1F}"/>
              </a:ext>
            </a:extLst>
          </p:cNvPr>
          <p:cNvSpPr txBox="1"/>
          <p:nvPr/>
        </p:nvSpPr>
        <p:spPr>
          <a:xfrm>
            <a:off x="339399" y="5517232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根据杠杆原理计算出杠杆端的力为：</a:t>
            </a:r>
          </a:p>
        </p:txBody>
      </p: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C73AD95B-FAA4-4EE2-A72E-E93F6E71438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13850482"/>
              </p:ext>
            </p:extLst>
          </p:nvPr>
        </p:nvGraphicFramePr>
        <p:xfrm>
          <a:off x="323528" y="5950437"/>
          <a:ext cx="3556211" cy="57490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2224" name="Equation" r:id="rId10" imgW="2209680" imgH="355320" progId="Equation.DSMT4">
                  <p:embed/>
                </p:oleObj>
              </mc:Choice>
              <mc:Fallback>
                <p:oleObj name="Equation" r:id="rId10" imgW="2209680" imgH="355320" progId="Equation.DSMT4">
                  <p:embed/>
                  <p:pic>
                    <p:nvPicPr>
                      <p:cNvPr id="10" name="对象 9">
                        <a:extLst>
                          <a:ext uri="{FF2B5EF4-FFF2-40B4-BE49-F238E27FC236}">
                            <a16:creationId xmlns:a16="http://schemas.microsoft.com/office/drawing/2014/main" id="{95CE0228-9B91-41CD-A5E6-E547491BDB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323528" y="5950437"/>
                        <a:ext cx="3556211" cy="57490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文本框 13">
            <a:extLst>
              <a:ext uri="{FF2B5EF4-FFF2-40B4-BE49-F238E27FC236}">
                <a16:creationId xmlns:a16="http://schemas.microsoft.com/office/drawing/2014/main" id="{C017C363-AD20-48F0-A635-4AEB2D536197}"/>
              </a:ext>
            </a:extLst>
          </p:cNvPr>
          <p:cNvSpPr txBox="1"/>
          <p:nvPr/>
        </p:nvSpPr>
        <p:spPr>
          <a:xfrm>
            <a:off x="5004048" y="3068960"/>
            <a:ext cx="3089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）杠杆上升时吸油体积：</a:t>
            </a:r>
          </a:p>
        </p:txBody>
      </p:sp>
      <p:graphicFrame>
        <p:nvGraphicFramePr>
          <p:cNvPr id="15" name="对象 14">
            <a:extLst>
              <a:ext uri="{FF2B5EF4-FFF2-40B4-BE49-F238E27FC236}">
                <a16:creationId xmlns:a16="http://schemas.microsoft.com/office/drawing/2014/main" id="{3B32E4CC-E593-4244-AE87-A32404E5439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45273790"/>
              </p:ext>
            </p:extLst>
          </p:nvPr>
        </p:nvGraphicFramePr>
        <p:xfrm>
          <a:off x="5364088" y="3419007"/>
          <a:ext cx="2967038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2225" name="Equation" r:id="rId12" imgW="1841400" imgH="355320" progId="Equation.DSMT4">
                  <p:embed/>
                </p:oleObj>
              </mc:Choice>
              <mc:Fallback>
                <p:oleObj name="Equation" r:id="rId12" imgW="1841400" imgH="355320" progId="Equation.DSMT4">
                  <p:embed/>
                  <p:pic>
                    <p:nvPicPr>
                      <p:cNvPr id="6" name="对象 5">
                        <a:extLst>
                          <a:ext uri="{FF2B5EF4-FFF2-40B4-BE49-F238E27FC236}">
                            <a16:creationId xmlns:a16="http://schemas.microsoft.com/office/drawing/2014/main" id="{16968499-510B-4C05-8494-388B4DA82A6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5364088" y="3419007"/>
                        <a:ext cx="2967038" cy="5746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73CDCFD9-9578-4594-9A4A-9551A7B8A8F0}"/>
              </a:ext>
            </a:extLst>
          </p:cNvPr>
          <p:cNvSpPr txBox="1"/>
          <p:nvPr/>
        </p:nvSpPr>
        <p:spPr>
          <a:xfrm>
            <a:off x="5582796" y="3923063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杠杆下降排油，重物上升量：</a:t>
            </a:r>
          </a:p>
        </p:txBody>
      </p:sp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7C093003-6030-4E71-8AAA-8B9DDCF9F09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4372877"/>
              </p:ext>
            </p:extLst>
          </p:nvPr>
        </p:nvGraphicFramePr>
        <p:xfrm>
          <a:off x="5496000" y="4283103"/>
          <a:ext cx="2701925" cy="841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2226" name="Equation" r:id="rId14" imgW="1676160" imgH="520560" progId="Equation.DSMT4">
                  <p:embed/>
                </p:oleObj>
              </mc:Choice>
              <mc:Fallback>
                <p:oleObj name="Equation" r:id="rId14" imgW="1676160" imgH="520560" progId="Equation.DSMT4">
                  <p:embed/>
                  <p:pic>
                    <p:nvPicPr>
                      <p:cNvPr id="15" name="对象 14">
                        <a:extLst>
                          <a:ext uri="{FF2B5EF4-FFF2-40B4-BE49-F238E27FC236}">
                            <a16:creationId xmlns:a16="http://schemas.microsoft.com/office/drawing/2014/main" id="{3B32E4CC-E593-4244-AE87-A32404E543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5496000" y="4283103"/>
                        <a:ext cx="2701925" cy="8413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872877B8-7386-462B-A663-8A11D2D3642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55521" y="782180"/>
            <a:ext cx="2031551" cy="152004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95D63EFB-E17C-4A78-BE85-62855A265BF4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496" y="745190"/>
            <a:ext cx="6876256" cy="16372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第一章作业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7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AC8775C-FF6F-4BE3-8B8B-0DBA2CA4C59B}"/>
              </a:ext>
            </a:extLst>
          </p:cNvPr>
          <p:cNvSpPr txBox="1"/>
          <p:nvPr/>
        </p:nvSpPr>
        <p:spPr>
          <a:xfrm>
            <a:off x="755576" y="2636912"/>
            <a:ext cx="2858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）考虑摩擦和泄漏后：</a:t>
            </a:r>
          </a:p>
        </p:txBody>
      </p:sp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E8F0D93B-3069-4E6B-A347-D44EA61138B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7729739"/>
              </p:ext>
            </p:extLst>
          </p:nvPr>
        </p:nvGraphicFramePr>
        <p:xfrm>
          <a:off x="853183" y="3078252"/>
          <a:ext cx="3538537" cy="860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780" name="Equation" r:id="rId4" imgW="2197080" imgH="533160" progId="Equation.DSMT4">
                  <p:embed/>
                </p:oleObj>
              </mc:Choice>
              <mc:Fallback>
                <p:oleObj name="Equation" r:id="rId4" imgW="2197080" imgH="53316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E8F0D93B-3069-4E6B-A347-D44EA61138B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53183" y="3078252"/>
                        <a:ext cx="3538537" cy="8604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对象 19">
            <a:extLst>
              <a:ext uri="{FF2B5EF4-FFF2-40B4-BE49-F238E27FC236}">
                <a16:creationId xmlns:a16="http://schemas.microsoft.com/office/drawing/2014/main" id="{9AF03922-BD73-42B5-AB55-3AB52A16F33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23700835"/>
              </p:ext>
            </p:extLst>
          </p:nvPr>
        </p:nvGraphicFramePr>
        <p:xfrm>
          <a:off x="925898" y="3942348"/>
          <a:ext cx="3391952" cy="57490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781" name="Equation" r:id="rId6" imgW="2108160" imgH="355320" progId="Equation.DSMT4">
                  <p:embed/>
                </p:oleObj>
              </mc:Choice>
              <mc:Fallback>
                <p:oleObj name="Equation" r:id="rId6" imgW="2108160" imgH="355320" progId="Equation.DSMT4">
                  <p:embed/>
                  <p:pic>
                    <p:nvPicPr>
                      <p:cNvPr id="20" name="对象 19">
                        <a:extLst>
                          <a:ext uri="{FF2B5EF4-FFF2-40B4-BE49-F238E27FC236}">
                            <a16:creationId xmlns:a16="http://schemas.microsoft.com/office/drawing/2014/main" id="{9AF03922-BD73-42B5-AB55-3AB52A16F3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925898" y="3942348"/>
                        <a:ext cx="3391952" cy="57490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对象 20">
            <a:extLst>
              <a:ext uri="{FF2B5EF4-FFF2-40B4-BE49-F238E27FC236}">
                <a16:creationId xmlns:a16="http://schemas.microsoft.com/office/drawing/2014/main" id="{76F4997F-1DA5-4E22-9629-2AC0BF37C70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72198734"/>
              </p:ext>
            </p:extLst>
          </p:nvPr>
        </p:nvGraphicFramePr>
        <p:xfrm>
          <a:off x="190177" y="4590420"/>
          <a:ext cx="4741863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782" name="Equation" r:id="rId8" imgW="2946240" imgH="355320" progId="Equation.DSMT4">
                  <p:embed/>
                </p:oleObj>
              </mc:Choice>
              <mc:Fallback>
                <p:oleObj name="Equation" r:id="rId8" imgW="2946240" imgH="355320" progId="Equation.DSMT4">
                  <p:embed/>
                  <p:pic>
                    <p:nvPicPr>
                      <p:cNvPr id="21" name="对象 20">
                        <a:extLst>
                          <a:ext uri="{FF2B5EF4-FFF2-40B4-BE49-F238E27FC236}">
                            <a16:creationId xmlns:a16="http://schemas.microsoft.com/office/drawing/2014/main" id="{76F4997F-1DA5-4E22-9629-2AC0BF37C70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90177" y="4590420"/>
                        <a:ext cx="4741863" cy="5746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对象 22">
            <a:extLst>
              <a:ext uri="{FF2B5EF4-FFF2-40B4-BE49-F238E27FC236}">
                <a16:creationId xmlns:a16="http://schemas.microsoft.com/office/drawing/2014/main" id="{5F825B2F-80FD-45D5-A3B6-8447A5738DF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1171146"/>
              </p:ext>
            </p:extLst>
          </p:nvPr>
        </p:nvGraphicFramePr>
        <p:xfrm>
          <a:off x="842070" y="5310500"/>
          <a:ext cx="3560763" cy="8620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783" name="Equation" r:id="rId10" imgW="2209680" imgH="533160" progId="Equation.DSMT4">
                  <p:embed/>
                </p:oleObj>
              </mc:Choice>
              <mc:Fallback>
                <p:oleObj name="Equation" r:id="rId10" imgW="2209680" imgH="533160" progId="Equation.DSMT4">
                  <p:embed/>
                  <p:pic>
                    <p:nvPicPr>
                      <p:cNvPr id="23" name="对象 22">
                        <a:extLst>
                          <a:ext uri="{FF2B5EF4-FFF2-40B4-BE49-F238E27FC236}">
                            <a16:creationId xmlns:a16="http://schemas.microsoft.com/office/drawing/2014/main" id="{5F825B2F-80FD-45D5-A3B6-8447A5738DF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842070" y="5310500"/>
                        <a:ext cx="3560763" cy="8620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872877B8-7386-462B-A663-8A11D2D3642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55521" y="782180"/>
            <a:ext cx="2031551" cy="152004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95D63EFB-E17C-4A78-BE85-62855A265BF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496" y="745190"/>
            <a:ext cx="6876256" cy="1637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2177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262EE6ED-0E40-4FF3-BB5B-40CA4677B30B}"/>
              </a:ext>
            </a:extLst>
          </p:cNvPr>
          <p:cNvSpPr txBox="1"/>
          <p:nvPr/>
        </p:nvSpPr>
        <p:spPr>
          <a:xfrm>
            <a:off x="-106928" y="1844824"/>
            <a:ext cx="4012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）两缸并联时，</a:t>
            </a: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负载小的先动作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D3F3853-456F-45BB-85C0-36D36835C90E}"/>
              </a:ext>
            </a:extLst>
          </p:cNvPr>
          <p:cNvSpPr txBox="1"/>
          <p:nvPr/>
        </p:nvSpPr>
        <p:spPr>
          <a:xfrm>
            <a:off x="467251" y="2214156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活塞移动速度：</a:t>
            </a:r>
          </a:p>
        </p:txBody>
      </p:sp>
      <p:graphicFrame>
        <p:nvGraphicFramePr>
          <p:cNvPr id="3" name="对象 2">
            <a:extLst>
              <a:ext uri="{FF2B5EF4-FFF2-40B4-BE49-F238E27FC236}">
                <a16:creationId xmlns:a16="http://schemas.microsoft.com/office/drawing/2014/main" id="{FE0A95F2-87A2-434A-ADE9-39BF417C380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21537693"/>
              </p:ext>
            </p:extLst>
          </p:nvPr>
        </p:nvGraphicFramePr>
        <p:xfrm>
          <a:off x="1665288" y="2584450"/>
          <a:ext cx="865187" cy="509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220" name="Equation" r:id="rId4" imgW="647640" imgH="380880" progId="Equation.DSMT4">
                  <p:embed/>
                </p:oleObj>
              </mc:Choice>
              <mc:Fallback>
                <p:oleObj name="Equation" r:id="rId4" imgW="647640" imgH="3808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665288" y="2584450"/>
                        <a:ext cx="865187" cy="509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文本框 24">
            <a:extLst>
              <a:ext uri="{FF2B5EF4-FFF2-40B4-BE49-F238E27FC236}">
                <a16:creationId xmlns:a16="http://schemas.microsoft.com/office/drawing/2014/main" id="{D5A31478-AD67-4E3B-A33A-F192CA72BE9D}"/>
              </a:ext>
            </a:extLst>
          </p:cNvPr>
          <p:cNvSpPr txBox="1"/>
          <p:nvPr/>
        </p:nvSpPr>
        <p:spPr>
          <a:xfrm>
            <a:off x="496868" y="3094038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缸内压力：</a:t>
            </a:r>
          </a:p>
        </p:txBody>
      </p:sp>
      <p:graphicFrame>
        <p:nvGraphicFramePr>
          <p:cNvPr id="26" name="对象 25">
            <a:extLst>
              <a:ext uri="{FF2B5EF4-FFF2-40B4-BE49-F238E27FC236}">
                <a16:creationId xmlns:a16="http://schemas.microsoft.com/office/drawing/2014/main" id="{64F17363-8B8B-4403-BC81-80F249171F8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76162388"/>
              </p:ext>
            </p:extLst>
          </p:nvPr>
        </p:nvGraphicFramePr>
        <p:xfrm>
          <a:off x="2627784" y="3612881"/>
          <a:ext cx="560387" cy="50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221" name="Equation" r:id="rId6" imgW="419040" imgH="380880" progId="Equation.DSMT4">
                  <p:embed/>
                </p:oleObj>
              </mc:Choice>
              <mc:Fallback>
                <p:oleObj name="Equation" r:id="rId6" imgW="419040" imgH="380880" progId="Equation.DSMT4">
                  <p:embed/>
                  <p:pic>
                    <p:nvPicPr>
                      <p:cNvPr id="3" name="对象 2">
                        <a:extLst>
                          <a:ext uri="{FF2B5EF4-FFF2-40B4-BE49-F238E27FC236}">
                            <a16:creationId xmlns:a16="http://schemas.microsoft.com/office/drawing/2014/main" id="{FE0A95F2-87A2-434A-ADE9-39BF417C380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627784" y="3612881"/>
                        <a:ext cx="560387" cy="50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" name="对象 26">
            <a:extLst>
              <a:ext uri="{FF2B5EF4-FFF2-40B4-BE49-F238E27FC236}">
                <a16:creationId xmlns:a16="http://schemas.microsoft.com/office/drawing/2014/main" id="{29E92238-7FA3-4259-ACBA-6769F04411B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28527407"/>
              </p:ext>
            </p:extLst>
          </p:nvPr>
        </p:nvGraphicFramePr>
        <p:xfrm>
          <a:off x="1243559" y="3612881"/>
          <a:ext cx="592137" cy="50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222" name="Equation" r:id="rId8" imgW="444240" imgH="380880" progId="Equation.DSMT4">
                  <p:embed/>
                </p:oleObj>
              </mc:Choice>
              <mc:Fallback>
                <p:oleObj name="Equation" r:id="rId8" imgW="444240" imgH="380880" progId="Equation.DSMT4">
                  <p:embed/>
                  <p:pic>
                    <p:nvPicPr>
                      <p:cNvPr id="26" name="对象 25">
                        <a:extLst>
                          <a:ext uri="{FF2B5EF4-FFF2-40B4-BE49-F238E27FC236}">
                            <a16:creationId xmlns:a16="http://schemas.microsoft.com/office/drawing/2014/main" id="{64F17363-8B8B-4403-BC81-80F249171F8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243559" y="3612881"/>
                        <a:ext cx="592137" cy="50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文本框 27">
            <a:extLst>
              <a:ext uri="{FF2B5EF4-FFF2-40B4-BE49-F238E27FC236}">
                <a16:creationId xmlns:a16="http://schemas.microsoft.com/office/drawing/2014/main" id="{D89BA9AF-5F52-4822-AC07-E3101B718A71}"/>
              </a:ext>
            </a:extLst>
          </p:cNvPr>
          <p:cNvSpPr txBox="1"/>
          <p:nvPr/>
        </p:nvSpPr>
        <p:spPr>
          <a:xfrm>
            <a:off x="4250172" y="1916832"/>
            <a:ext cx="5166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）两缸串联时，</a:t>
            </a: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压力逐渐升高直至同时动作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B2AE6C17-18C0-46DA-A330-226E99DBB489}"/>
              </a:ext>
            </a:extLst>
          </p:cNvPr>
          <p:cNvSpPr txBox="1"/>
          <p:nvPr/>
        </p:nvSpPr>
        <p:spPr>
          <a:xfrm>
            <a:off x="5228312" y="2286164"/>
            <a:ext cx="3550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根据进油流量计算液压缸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速度：</a:t>
            </a:r>
          </a:p>
        </p:txBody>
      </p:sp>
      <p:graphicFrame>
        <p:nvGraphicFramePr>
          <p:cNvPr id="30" name="对象 29">
            <a:extLst>
              <a:ext uri="{FF2B5EF4-FFF2-40B4-BE49-F238E27FC236}">
                <a16:creationId xmlns:a16="http://schemas.microsoft.com/office/drawing/2014/main" id="{C24795F4-5C6E-47DF-81FC-CA353363461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63745642"/>
              </p:ext>
            </p:extLst>
          </p:nvPr>
        </p:nvGraphicFramePr>
        <p:xfrm>
          <a:off x="6012325" y="2613846"/>
          <a:ext cx="542925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223" name="Equation" r:id="rId10" imgW="406080" imgH="380880" progId="Equation.DSMT4">
                  <p:embed/>
                </p:oleObj>
              </mc:Choice>
              <mc:Fallback>
                <p:oleObj name="Equation" r:id="rId10" imgW="406080" imgH="380880" progId="Equation.DSMT4">
                  <p:embed/>
                  <p:pic>
                    <p:nvPicPr>
                      <p:cNvPr id="3" name="对象 2">
                        <a:extLst>
                          <a:ext uri="{FF2B5EF4-FFF2-40B4-BE49-F238E27FC236}">
                            <a16:creationId xmlns:a16="http://schemas.microsoft.com/office/drawing/2014/main" id="{FE0A95F2-87A2-434A-ADE9-39BF417C380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6012325" y="2613846"/>
                        <a:ext cx="542925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" name="对象 30">
            <a:extLst>
              <a:ext uri="{FF2B5EF4-FFF2-40B4-BE49-F238E27FC236}">
                <a16:creationId xmlns:a16="http://schemas.microsoft.com/office/drawing/2014/main" id="{58684E1B-9430-4432-8D86-99FE685D34B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57006489"/>
              </p:ext>
            </p:extLst>
          </p:nvPr>
        </p:nvGraphicFramePr>
        <p:xfrm>
          <a:off x="6012325" y="3519591"/>
          <a:ext cx="746125" cy="271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224" name="Equation" r:id="rId12" imgW="558720" imgH="203040" progId="Equation.DSMT4">
                  <p:embed/>
                </p:oleObj>
              </mc:Choice>
              <mc:Fallback>
                <p:oleObj name="Equation" r:id="rId12" imgW="558720" imgH="203040" progId="Equation.DSMT4">
                  <p:embed/>
                  <p:pic>
                    <p:nvPicPr>
                      <p:cNvPr id="30" name="对象 29">
                        <a:extLst>
                          <a:ext uri="{FF2B5EF4-FFF2-40B4-BE49-F238E27FC236}">
                            <a16:creationId xmlns:a16="http://schemas.microsoft.com/office/drawing/2014/main" id="{C24795F4-5C6E-47DF-81FC-CA35336346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6012325" y="3519591"/>
                        <a:ext cx="746125" cy="2714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DB66B1AF-8303-4377-8D1B-628013F1D6AD}"/>
              </a:ext>
            </a:extLst>
          </p:cNvPr>
          <p:cNvSpPr txBox="1"/>
          <p:nvPr/>
        </p:nvSpPr>
        <p:spPr>
          <a:xfrm>
            <a:off x="5228312" y="3130975"/>
            <a:ext cx="2396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液压缸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有杆腔流量：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4890BAC4-98B7-4BD9-9DCA-AF83A26934B9}"/>
              </a:ext>
            </a:extLst>
          </p:cNvPr>
          <p:cNvSpPr txBox="1"/>
          <p:nvPr/>
        </p:nvSpPr>
        <p:spPr>
          <a:xfrm>
            <a:off x="5228312" y="3879631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液压缸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速度：</a:t>
            </a:r>
          </a:p>
        </p:txBody>
      </p:sp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8F590B11-72D7-4E9C-9BD8-B855921FD0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5063251"/>
              </p:ext>
            </p:extLst>
          </p:nvPr>
        </p:nvGraphicFramePr>
        <p:xfrm>
          <a:off x="5604392" y="4239671"/>
          <a:ext cx="1644650" cy="5254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225" name="Equation" r:id="rId14" imgW="1231560" imgH="393480" progId="Equation.DSMT4">
                  <p:embed/>
                </p:oleObj>
              </mc:Choice>
              <mc:Fallback>
                <p:oleObj name="Equation" r:id="rId14" imgW="1231560" imgH="393480" progId="Equation.DSMT4">
                  <p:embed/>
                  <p:pic>
                    <p:nvPicPr>
                      <p:cNvPr id="31" name="对象 30">
                        <a:extLst>
                          <a:ext uri="{FF2B5EF4-FFF2-40B4-BE49-F238E27FC236}">
                            <a16:creationId xmlns:a16="http://schemas.microsoft.com/office/drawing/2014/main" id="{58684E1B-9430-4432-8D86-99FE685D34B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5604392" y="4239671"/>
                        <a:ext cx="1644650" cy="5254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7" name="文本框 46">
            <a:extLst>
              <a:ext uri="{FF2B5EF4-FFF2-40B4-BE49-F238E27FC236}">
                <a16:creationId xmlns:a16="http://schemas.microsoft.com/office/drawing/2014/main" id="{DBCEC1B1-B429-4077-B32E-6312C4A895F9}"/>
              </a:ext>
            </a:extLst>
          </p:cNvPr>
          <p:cNvSpPr txBox="1"/>
          <p:nvPr/>
        </p:nvSpPr>
        <p:spPr>
          <a:xfrm>
            <a:off x="5228312" y="4803661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液压缸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压力：</a:t>
            </a:r>
          </a:p>
        </p:txBody>
      </p:sp>
      <p:graphicFrame>
        <p:nvGraphicFramePr>
          <p:cNvPr id="48" name="对象 47">
            <a:extLst>
              <a:ext uri="{FF2B5EF4-FFF2-40B4-BE49-F238E27FC236}">
                <a16:creationId xmlns:a16="http://schemas.microsoft.com/office/drawing/2014/main" id="{E2F2AEB3-C900-4766-815D-4C02A86FE5F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4418050"/>
              </p:ext>
            </p:extLst>
          </p:nvPr>
        </p:nvGraphicFramePr>
        <p:xfrm>
          <a:off x="6089318" y="5133443"/>
          <a:ext cx="592137" cy="50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226" name="Equation" r:id="rId16" imgW="444240" imgH="380880" progId="Equation.DSMT4">
                  <p:embed/>
                </p:oleObj>
              </mc:Choice>
              <mc:Fallback>
                <p:oleObj name="Equation" r:id="rId16" imgW="444240" imgH="380880" progId="Equation.DSMT4">
                  <p:embed/>
                  <p:pic>
                    <p:nvPicPr>
                      <p:cNvPr id="27" name="对象 26">
                        <a:extLst>
                          <a:ext uri="{FF2B5EF4-FFF2-40B4-BE49-F238E27FC236}">
                            <a16:creationId xmlns:a16="http://schemas.microsoft.com/office/drawing/2014/main" id="{29E92238-7FA3-4259-ACBA-6769F04411B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6089318" y="5133443"/>
                        <a:ext cx="592137" cy="50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9" name="文本框 48">
            <a:extLst>
              <a:ext uri="{FF2B5EF4-FFF2-40B4-BE49-F238E27FC236}">
                <a16:creationId xmlns:a16="http://schemas.microsoft.com/office/drawing/2014/main" id="{66C1FBAC-7847-47FC-8518-3A6AF4BA8869}"/>
              </a:ext>
            </a:extLst>
          </p:cNvPr>
          <p:cNvSpPr txBox="1"/>
          <p:nvPr/>
        </p:nvSpPr>
        <p:spPr>
          <a:xfrm>
            <a:off x="5228312" y="5631713"/>
            <a:ext cx="3550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液压缸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压力根据；力平衡得到：</a:t>
            </a:r>
          </a:p>
        </p:txBody>
      </p:sp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DCEAD142-2A5A-487E-95B7-013E3DCBBDD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0737682"/>
              </p:ext>
            </p:extLst>
          </p:nvPr>
        </p:nvGraphicFramePr>
        <p:xfrm>
          <a:off x="5436096" y="6216352"/>
          <a:ext cx="1116012" cy="25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227" name="Equation" r:id="rId18" imgW="838080" imgH="190440" progId="Equation.DSMT4">
                  <p:embed/>
                </p:oleObj>
              </mc:Choice>
              <mc:Fallback>
                <p:oleObj name="Equation" r:id="rId18" imgW="838080" imgH="190440" progId="Equation.DSMT4">
                  <p:embed/>
                  <p:pic>
                    <p:nvPicPr>
                      <p:cNvPr id="48" name="对象 47">
                        <a:extLst>
                          <a:ext uri="{FF2B5EF4-FFF2-40B4-BE49-F238E27FC236}">
                            <a16:creationId xmlns:a16="http://schemas.microsoft.com/office/drawing/2014/main" id="{E2F2AEB3-C900-4766-815D-4C02A86FE5F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5436096" y="6216352"/>
                        <a:ext cx="1116012" cy="254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E62ACF44-8862-45FC-AAF6-F7825B375FE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07636189"/>
              </p:ext>
            </p:extLst>
          </p:nvPr>
        </p:nvGraphicFramePr>
        <p:xfrm>
          <a:off x="6826572" y="6089352"/>
          <a:ext cx="1993900" cy="50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228" name="Equation" r:id="rId20" imgW="1498320" imgH="380880" progId="Equation.DSMT4">
                  <p:embed/>
                </p:oleObj>
              </mc:Choice>
              <mc:Fallback>
                <p:oleObj name="Equation" r:id="rId20" imgW="1498320" imgH="380880" progId="Equation.DSMT4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DCEAD142-2A5A-487E-95B7-013E3DCBBDD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6826572" y="6089352"/>
                        <a:ext cx="1993900" cy="50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Title 1">
            <a:extLst>
              <a:ext uri="{FF2B5EF4-FFF2-40B4-BE49-F238E27FC236}">
                <a16:creationId xmlns:a16="http://schemas.microsoft.com/office/drawing/2014/main" id="{6CDAE800-787D-4883-9912-B0982F76A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第一章作业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7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BD9A7696-F30E-484E-B383-CEF2998DF5D3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BEBA8EAE-BF5A-486C-A8C5-ECC9F3942E4B}">
                <a14:imgProps xmlns:a14="http://schemas.microsoft.com/office/drawing/2010/main">
                  <a14:imgLayer r:embed="rId23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6845" y="764704"/>
            <a:ext cx="8879651" cy="909506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94BAC73-4700-4C44-94F4-58C27D7BFFF7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BEBA8EAE-BF5A-486C-A8C5-ECC9F3942E4B}">
                <a14:imgProps xmlns:a14="http://schemas.microsoft.com/office/drawing/2010/main">
                  <a14:imgLayer r:embed="rId25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87496" y="4262031"/>
            <a:ext cx="4116509" cy="247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2628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第二章作业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20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EE6ED-0E40-4FF3-BB5B-40CA4677B30B}"/>
              </a:ext>
            </a:extLst>
          </p:cNvPr>
          <p:cNvSpPr txBox="1"/>
          <p:nvPr/>
        </p:nvSpPr>
        <p:spPr>
          <a:xfrm>
            <a:off x="287501" y="1556792"/>
            <a:ext cx="3809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2-3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：根据体积模量公式（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p11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</a:p>
        </p:txBody>
      </p:sp>
      <p:graphicFrame>
        <p:nvGraphicFramePr>
          <p:cNvPr id="5" name="对象 4">
            <a:extLst>
              <a:ext uri="{FF2B5EF4-FFF2-40B4-BE49-F238E27FC236}">
                <a16:creationId xmlns:a16="http://schemas.microsoft.com/office/drawing/2014/main" id="{4D93AE23-B8F3-4934-90FF-6EDD71BFB3D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76280413"/>
              </p:ext>
            </p:extLst>
          </p:nvPr>
        </p:nvGraphicFramePr>
        <p:xfrm>
          <a:off x="1101775" y="2006030"/>
          <a:ext cx="955675" cy="477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2775" name="Equation" r:id="rId4" imgW="761760" imgH="380880" progId="Equation.DSMT4">
                  <p:embed/>
                </p:oleObj>
              </mc:Choice>
              <mc:Fallback>
                <p:oleObj name="Equation" r:id="rId4" imgW="761760" imgH="3808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01775" y="2006030"/>
                        <a:ext cx="955675" cy="477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对象 22">
            <a:extLst>
              <a:ext uri="{FF2B5EF4-FFF2-40B4-BE49-F238E27FC236}">
                <a16:creationId xmlns:a16="http://schemas.microsoft.com/office/drawing/2014/main" id="{8D1C5EFC-EA75-44B7-AFCF-C2DDCA0BB0C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18704940"/>
              </p:ext>
            </p:extLst>
          </p:nvPr>
        </p:nvGraphicFramePr>
        <p:xfrm>
          <a:off x="1101775" y="2599184"/>
          <a:ext cx="269240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2776" name="Equation" r:id="rId6" imgW="2145960" imgH="545760" progId="Equation.DSMT4">
                  <p:embed/>
                </p:oleObj>
              </mc:Choice>
              <mc:Fallback>
                <p:oleObj name="Equation" r:id="rId6" imgW="2145960" imgH="545760" progId="Equation.DSMT4">
                  <p:embed/>
                  <p:pic>
                    <p:nvPicPr>
                      <p:cNvPr id="5" name="对象 4">
                        <a:extLst>
                          <a:ext uri="{FF2B5EF4-FFF2-40B4-BE49-F238E27FC236}">
                            <a16:creationId xmlns:a16="http://schemas.microsoft.com/office/drawing/2014/main" id="{4D93AE23-B8F3-4934-90FF-6EDD71BFB3D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101775" y="2599184"/>
                        <a:ext cx="2692400" cy="685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" name="文本框 31">
            <a:extLst>
              <a:ext uri="{FF2B5EF4-FFF2-40B4-BE49-F238E27FC236}">
                <a16:creationId xmlns:a16="http://schemas.microsoft.com/office/drawing/2014/main" id="{ADCE971B-D3CF-4BAA-AF36-DACEFC31C91C}"/>
              </a:ext>
            </a:extLst>
          </p:cNvPr>
          <p:cNvSpPr txBox="1"/>
          <p:nvPr/>
        </p:nvSpPr>
        <p:spPr>
          <a:xfrm>
            <a:off x="287501" y="4347346"/>
            <a:ext cx="3831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2-5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：根据动力粘度公式（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p12</a:t>
            </a: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graphicFrame>
        <p:nvGraphicFramePr>
          <p:cNvPr id="33" name="对象 32">
            <a:extLst>
              <a:ext uri="{FF2B5EF4-FFF2-40B4-BE49-F238E27FC236}">
                <a16:creationId xmlns:a16="http://schemas.microsoft.com/office/drawing/2014/main" id="{AD712D6D-8939-4E56-BE65-611EFC211EB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1147359"/>
              </p:ext>
            </p:extLst>
          </p:nvPr>
        </p:nvGraphicFramePr>
        <p:xfrm>
          <a:off x="499492" y="4810968"/>
          <a:ext cx="4000500" cy="1930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2777" name="Equation" r:id="rId8" imgW="3187440" imgH="1536480" progId="Equation.DSMT4">
                  <p:embed/>
                </p:oleObj>
              </mc:Choice>
              <mc:Fallback>
                <p:oleObj name="Equation" r:id="rId8" imgW="3187440" imgH="1536480" progId="Equation.DSMT4">
                  <p:embed/>
                  <p:pic>
                    <p:nvPicPr>
                      <p:cNvPr id="23" name="对象 22">
                        <a:extLst>
                          <a:ext uri="{FF2B5EF4-FFF2-40B4-BE49-F238E27FC236}">
                            <a16:creationId xmlns:a16="http://schemas.microsoft.com/office/drawing/2014/main" id="{8D1C5EFC-EA75-44B7-AFCF-C2DDCA0BB0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99492" y="4810968"/>
                        <a:ext cx="4000500" cy="1930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816A3AD6-E9BB-43CE-9013-6BB47B9C2C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827363"/>
            <a:ext cx="9144000" cy="5854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774B9AB4-5279-4980-8021-8D3CBB73AD8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3348298"/>
            <a:ext cx="9144000" cy="94479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56F793F-025A-4DBE-9DF1-9905C5B7430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788024" y="4532012"/>
            <a:ext cx="4200000" cy="18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12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第三章作业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56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EE6ED-0E40-4FF3-BB5B-40CA4677B30B}"/>
              </a:ext>
            </a:extLst>
          </p:cNvPr>
          <p:cNvSpPr txBox="1"/>
          <p:nvPr/>
        </p:nvSpPr>
        <p:spPr>
          <a:xfrm>
            <a:off x="287501" y="1484784"/>
            <a:ext cx="4777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3-8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：根据受力平衡公式（</a:t>
            </a: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注意等效面积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</a:p>
        </p:txBody>
      </p:sp>
      <p:graphicFrame>
        <p:nvGraphicFramePr>
          <p:cNvPr id="3" name="对象 2">
            <a:extLst>
              <a:ext uri="{FF2B5EF4-FFF2-40B4-BE49-F238E27FC236}">
                <a16:creationId xmlns:a16="http://schemas.microsoft.com/office/drawing/2014/main" id="{C09D968A-11ED-4FC5-86A6-23D693A6504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78893147"/>
              </p:ext>
            </p:extLst>
          </p:nvPr>
        </p:nvGraphicFramePr>
        <p:xfrm>
          <a:off x="1547813" y="1904554"/>
          <a:ext cx="1231900" cy="393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70" name="Equation" r:id="rId4" imgW="634680" imgH="203040" progId="Equation.DSMT4">
                  <p:embed/>
                </p:oleObj>
              </mc:Choice>
              <mc:Fallback>
                <p:oleObj name="Equation" r:id="rId4" imgW="634680" imgH="2030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47813" y="1904554"/>
                        <a:ext cx="1231900" cy="3937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FF9D920E-8B00-4DD1-8770-63B17A6D36D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4999628"/>
              </p:ext>
            </p:extLst>
          </p:nvPr>
        </p:nvGraphicFramePr>
        <p:xfrm>
          <a:off x="1547813" y="2276872"/>
          <a:ext cx="1871663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71" name="Equation" r:id="rId6" imgW="965160" imgH="355320" progId="Equation.DSMT4">
                  <p:embed/>
                </p:oleObj>
              </mc:Choice>
              <mc:Fallback>
                <p:oleObj name="Equation" r:id="rId6" imgW="965160" imgH="355320" progId="Equation.DSMT4">
                  <p:embed/>
                  <p:pic>
                    <p:nvPicPr>
                      <p:cNvPr id="3" name="对象 2">
                        <a:extLst>
                          <a:ext uri="{FF2B5EF4-FFF2-40B4-BE49-F238E27FC236}">
                            <a16:creationId xmlns:a16="http://schemas.microsoft.com/office/drawing/2014/main" id="{C09D968A-11ED-4FC5-86A6-23D693A6504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47813" y="2276872"/>
                        <a:ext cx="1871663" cy="6905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>
            <a:extLst>
              <a:ext uri="{FF2B5EF4-FFF2-40B4-BE49-F238E27FC236}">
                <a16:creationId xmlns:a16="http://schemas.microsoft.com/office/drawing/2014/main" id="{324A0CFB-DD7D-408B-B9DE-5213A054DD2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9732177"/>
              </p:ext>
            </p:extLst>
          </p:nvPr>
        </p:nvGraphicFramePr>
        <p:xfrm>
          <a:off x="1547813" y="2996952"/>
          <a:ext cx="2192337" cy="170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72" name="Equation" r:id="rId8" imgW="1130040" imgH="876240" progId="Equation.DSMT4">
                  <p:embed/>
                </p:oleObj>
              </mc:Choice>
              <mc:Fallback>
                <p:oleObj name="Equation" r:id="rId8" imgW="1130040" imgH="876240" progId="Equation.DSMT4">
                  <p:embed/>
                  <p:pic>
                    <p:nvPicPr>
                      <p:cNvPr id="9" name="对象 8">
                        <a:extLst>
                          <a:ext uri="{FF2B5EF4-FFF2-40B4-BE49-F238E27FC236}">
                            <a16:creationId xmlns:a16="http://schemas.microsoft.com/office/drawing/2014/main" id="{FF9D920E-8B00-4DD1-8770-63B17A6D36D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47813" y="2996952"/>
                        <a:ext cx="2192337" cy="1701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图片 4">
            <a:extLst>
              <a:ext uri="{FF2B5EF4-FFF2-40B4-BE49-F238E27FC236}">
                <a16:creationId xmlns:a16="http://schemas.microsoft.com/office/drawing/2014/main" id="{5456E426-8C2C-41A2-875A-03CEFF894C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67126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799A7589-6514-4E64-B729-A88585BBC87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403852" y="1488604"/>
            <a:ext cx="3565229" cy="2152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831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第三章作业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58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58457AB-C08B-416B-9A6E-DCA706A82132}"/>
              </a:ext>
            </a:extLst>
          </p:cNvPr>
          <p:cNvSpPr txBox="1"/>
          <p:nvPr/>
        </p:nvSpPr>
        <p:spPr>
          <a:xfrm>
            <a:off x="179512" y="2276872"/>
            <a:ext cx="3757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3-20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：通过流量计算吸油管流速：</a:t>
            </a:r>
          </a:p>
        </p:txBody>
      </p:sp>
      <p:graphicFrame>
        <p:nvGraphicFramePr>
          <p:cNvPr id="12" name="对象 11">
            <a:extLst>
              <a:ext uri="{FF2B5EF4-FFF2-40B4-BE49-F238E27FC236}">
                <a16:creationId xmlns:a16="http://schemas.microsoft.com/office/drawing/2014/main" id="{85D32592-AE75-4DE9-936A-DCFB03DD6BE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38609048"/>
              </p:ext>
            </p:extLst>
          </p:nvPr>
        </p:nvGraphicFramePr>
        <p:xfrm>
          <a:off x="1123702" y="2666842"/>
          <a:ext cx="2700250" cy="71743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8221" name="Equation" r:id="rId4" imgW="1955520" imgH="520560" progId="Equation.DSMT4">
                  <p:embed/>
                </p:oleObj>
              </mc:Choice>
              <mc:Fallback>
                <p:oleObj name="Equation" r:id="rId4" imgW="1955520" imgH="520560" progId="Equation.DSMT4">
                  <p:embed/>
                  <p:pic>
                    <p:nvPicPr>
                      <p:cNvPr id="12" name="对象 11">
                        <a:extLst>
                          <a:ext uri="{FF2B5EF4-FFF2-40B4-BE49-F238E27FC236}">
                            <a16:creationId xmlns:a16="http://schemas.microsoft.com/office/drawing/2014/main" id="{85D32592-AE75-4DE9-936A-DCFB03DD6BE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23702" y="2666842"/>
                        <a:ext cx="2700250" cy="71743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文本框 12">
            <a:extLst>
              <a:ext uri="{FF2B5EF4-FFF2-40B4-BE49-F238E27FC236}">
                <a16:creationId xmlns:a16="http://schemas.microsoft.com/office/drawing/2014/main" id="{8E86D0F6-475D-46F5-A94C-828B10D4AB9B}"/>
              </a:ext>
            </a:extLst>
          </p:cNvPr>
          <p:cNvSpPr txBox="1"/>
          <p:nvPr/>
        </p:nvSpPr>
        <p:spPr>
          <a:xfrm>
            <a:off x="1015732" y="3356992"/>
            <a:ext cx="2008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雷诺数（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p34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</a:p>
        </p:txBody>
      </p:sp>
      <p:graphicFrame>
        <p:nvGraphicFramePr>
          <p:cNvPr id="14" name="对象 13">
            <a:extLst>
              <a:ext uri="{FF2B5EF4-FFF2-40B4-BE49-F238E27FC236}">
                <a16:creationId xmlns:a16="http://schemas.microsoft.com/office/drawing/2014/main" id="{DCB91D1C-8DD0-44FC-9F20-DB4ED6E5EF8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06090496"/>
              </p:ext>
            </p:extLst>
          </p:nvPr>
        </p:nvGraphicFramePr>
        <p:xfrm>
          <a:off x="1123702" y="3717032"/>
          <a:ext cx="3016250" cy="506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8222" name="Equation" r:id="rId6" imgW="2184120" imgH="368280" progId="Equation.DSMT4">
                  <p:embed/>
                </p:oleObj>
              </mc:Choice>
              <mc:Fallback>
                <p:oleObj name="Equation" r:id="rId6" imgW="2184120" imgH="368280" progId="Equation.DSMT4">
                  <p:embed/>
                  <p:pic>
                    <p:nvPicPr>
                      <p:cNvPr id="14" name="对象 13">
                        <a:extLst>
                          <a:ext uri="{FF2B5EF4-FFF2-40B4-BE49-F238E27FC236}">
                            <a16:creationId xmlns:a16="http://schemas.microsoft.com/office/drawing/2014/main" id="{DCB91D1C-8DD0-44FC-9F20-DB4ED6E5EF8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123702" y="3717032"/>
                        <a:ext cx="3016250" cy="5064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文本框 14">
            <a:extLst>
              <a:ext uri="{FF2B5EF4-FFF2-40B4-BE49-F238E27FC236}">
                <a16:creationId xmlns:a16="http://schemas.microsoft.com/office/drawing/2014/main" id="{74B8D9A5-FA3C-41F1-8C38-624915C5DE21}"/>
              </a:ext>
            </a:extLst>
          </p:cNvPr>
          <p:cNvSpPr txBox="1"/>
          <p:nvPr/>
        </p:nvSpPr>
        <p:spPr>
          <a:xfrm>
            <a:off x="4976172" y="2326219"/>
            <a:ext cx="4267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判断为层流，动能修正系数取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p37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797BF66-BF34-44E7-ABDF-AC10DE58E26F}"/>
              </a:ext>
            </a:extLst>
          </p:cNvPr>
          <p:cNvSpPr txBox="1"/>
          <p:nvPr/>
        </p:nvSpPr>
        <p:spPr>
          <a:xfrm>
            <a:off x="4716015" y="2708920"/>
            <a:ext cx="4452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以油箱液面为基准建立伯努利方程（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p38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包括</a:t>
            </a: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滤网、弯头、沿程压力损失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</a:p>
        </p:txBody>
      </p:sp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F90B1F08-7E17-4000-9C08-BB1069D45BC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16598003"/>
              </p:ext>
            </p:extLst>
          </p:nvPr>
        </p:nvGraphicFramePr>
        <p:xfrm>
          <a:off x="4499992" y="3384501"/>
          <a:ext cx="4452937" cy="558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8223" name="Equation" r:id="rId8" imgW="3225600" imgH="406080" progId="Equation.DSMT4">
                  <p:embed/>
                </p:oleObj>
              </mc:Choice>
              <mc:Fallback>
                <p:oleObj name="Equation" r:id="rId8" imgW="3225600" imgH="406080" progId="Equation.DSMT4">
                  <p:embed/>
                  <p:pic>
                    <p:nvPicPr>
                      <p:cNvPr id="17" name="对象 16">
                        <a:extLst>
                          <a:ext uri="{FF2B5EF4-FFF2-40B4-BE49-F238E27FC236}">
                            <a16:creationId xmlns:a16="http://schemas.microsoft.com/office/drawing/2014/main" id="{F90B1F08-7E17-4000-9C08-BB1069D45B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499992" y="3384501"/>
                        <a:ext cx="4452937" cy="558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文本框 17">
            <a:extLst>
              <a:ext uri="{FF2B5EF4-FFF2-40B4-BE49-F238E27FC236}">
                <a16:creationId xmlns:a16="http://schemas.microsoft.com/office/drawing/2014/main" id="{FE3CDC89-4AF6-41EA-BB73-2E0DE624BCCC}"/>
              </a:ext>
            </a:extLst>
          </p:cNvPr>
          <p:cNvSpPr txBox="1"/>
          <p:nvPr/>
        </p:nvSpPr>
        <p:spPr>
          <a:xfrm>
            <a:off x="4976172" y="446643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真空度：</a:t>
            </a:r>
          </a:p>
        </p:txBody>
      </p:sp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6A8767B9-2290-4720-A7B3-E990E0E73C7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24019324"/>
              </p:ext>
            </p:extLst>
          </p:nvPr>
        </p:nvGraphicFramePr>
        <p:xfrm>
          <a:off x="4499992" y="4854526"/>
          <a:ext cx="4384675" cy="506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8224" name="Equation" r:id="rId10" imgW="3174840" imgH="368280" progId="Equation.DSMT4">
                  <p:embed/>
                </p:oleObj>
              </mc:Choice>
              <mc:Fallback>
                <p:oleObj name="Equation" r:id="rId10" imgW="3174840" imgH="36828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6A8767B9-2290-4720-A7B3-E990E0E73C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4499992" y="4854526"/>
                        <a:ext cx="4384675" cy="5064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对象 19">
            <a:extLst>
              <a:ext uri="{FF2B5EF4-FFF2-40B4-BE49-F238E27FC236}">
                <a16:creationId xmlns:a16="http://schemas.microsoft.com/office/drawing/2014/main" id="{E7188E7F-4297-4A55-9F87-1669C45C816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82627821"/>
              </p:ext>
            </p:extLst>
          </p:nvPr>
        </p:nvGraphicFramePr>
        <p:xfrm>
          <a:off x="6491734" y="5523706"/>
          <a:ext cx="893763" cy="209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8225" name="Equation" r:id="rId12" imgW="647640" imgH="152280" progId="Equation.DSMT4">
                  <p:embed/>
                </p:oleObj>
              </mc:Choice>
              <mc:Fallback>
                <p:oleObj name="Equation" r:id="rId12" imgW="647640" imgH="152280" progId="Equation.DSMT4">
                  <p:embed/>
                  <p:pic>
                    <p:nvPicPr>
                      <p:cNvPr id="20" name="对象 19">
                        <a:extLst>
                          <a:ext uri="{FF2B5EF4-FFF2-40B4-BE49-F238E27FC236}">
                            <a16:creationId xmlns:a16="http://schemas.microsoft.com/office/drawing/2014/main" id="{E7188E7F-4297-4A55-9F87-1669C45C81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6491734" y="5523706"/>
                        <a:ext cx="893763" cy="2095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文本框 21">
            <a:extLst>
              <a:ext uri="{FF2B5EF4-FFF2-40B4-BE49-F238E27FC236}">
                <a16:creationId xmlns:a16="http://schemas.microsoft.com/office/drawing/2014/main" id="{842D0DFF-CD7F-432D-A19E-EA5E0CA67679}"/>
              </a:ext>
            </a:extLst>
          </p:cNvPr>
          <p:cNvSpPr txBox="1"/>
          <p:nvPr/>
        </p:nvSpPr>
        <p:spPr>
          <a:xfrm>
            <a:off x="4976172" y="398465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其中：</a:t>
            </a:r>
          </a:p>
        </p:txBody>
      </p:sp>
      <p:graphicFrame>
        <p:nvGraphicFramePr>
          <p:cNvPr id="24" name="对象 23">
            <a:extLst>
              <a:ext uri="{FF2B5EF4-FFF2-40B4-BE49-F238E27FC236}">
                <a16:creationId xmlns:a16="http://schemas.microsoft.com/office/drawing/2014/main" id="{5BAC0A29-24FC-4F77-BEA1-A6F3F755C1C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33757408"/>
              </p:ext>
            </p:extLst>
          </p:nvPr>
        </p:nvGraphicFramePr>
        <p:xfrm>
          <a:off x="5724128" y="4031159"/>
          <a:ext cx="455613" cy="261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8226" name="Equation" r:id="rId14" imgW="330120" imgH="190440" progId="Equation.DSMT4">
                  <p:embed/>
                </p:oleObj>
              </mc:Choice>
              <mc:Fallback>
                <p:oleObj name="Equation" r:id="rId14" imgW="330120" imgH="190440" progId="Equation.DSMT4">
                  <p:embed/>
                  <p:pic>
                    <p:nvPicPr>
                      <p:cNvPr id="24" name="对象 23">
                        <a:extLst>
                          <a:ext uri="{FF2B5EF4-FFF2-40B4-BE49-F238E27FC236}">
                            <a16:creationId xmlns:a16="http://schemas.microsoft.com/office/drawing/2014/main" id="{5BAC0A29-24FC-4F77-BEA1-A6F3F755C1C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5724128" y="4031159"/>
                        <a:ext cx="455613" cy="261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" name="对象 24">
            <a:extLst>
              <a:ext uri="{FF2B5EF4-FFF2-40B4-BE49-F238E27FC236}">
                <a16:creationId xmlns:a16="http://schemas.microsoft.com/office/drawing/2014/main" id="{56286412-422F-4C81-B872-09C68A77E71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25061592"/>
              </p:ext>
            </p:extLst>
          </p:nvPr>
        </p:nvGraphicFramePr>
        <p:xfrm>
          <a:off x="6350793" y="4030613"/>
          <a:ext cx="525463" cy="261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8227" name="Equation" r:id="rId16" imgW="380880" imgH="190440" progId="Equation.DSMT4">
                  <p:embed/>
                </p:oleObj>
              </mc:Choice>
              <mc:Fallback>
                <p:oleObj name="Equation" r:id="rId16" imgW="380880" imgH="190440" progId="Equation.DSMT4">
                  <p:embed/>
                  <p:pic>
                    <p:nvPicPr>
                      <p:cNvPr id="25" name="对象 24">
                        <a:extLst>
                          <a:ext uri="{FF2B5EF4-FFF2-40B4-BE49-F238E27FC236}">
                            <a16:creationId xmlns:a16="http://schemas.microsoft.com/office/drawing/2014/main" id="{56286412-422F-4C81-B872-09C68A77E71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6350793" y="4030613"/>
                        <a:ext cx="525463" cy="2619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" name="对象 25">
            <a:extLst>
              <a:ext uri="{FF2B5EF4-FFF2-40B4-BE49-F238E27FC236}">
                <a16:creationId xmlns:a16="http://schemas.microsoft.com/office/drawing/2014/main" id="{3C3BCCE9-63A6-43CB-A418-08567042ADF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1054791"/>
              </p:ext>
            </p:extLst>
          </p:nvPr>
        </p:nvGraphicFramePr>
        <p:xfrm>
          <a:off x="7104509" y="3900438"/>
          <a:ext cx="561975" cy="523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8228" name="Equation" r:id="rId18" imgW="406080" imgH="380880" progId="Equation.DSMT4">
                  <p:embed/>
                </p:oleObj>
              </mc:Choice>
              <mc:Fallback>
                <p:oleObj name="Equation" r:id="rId18" imgW="406080" imgH="380880" progId="Equation.DSMT4">
                  <p:embed/>
                  <p:pic>
                    <p:nvPicPr>
                      <p:cNvPr id="26" name="对象 25">
                        <a:extLst>
                          <a:ext uri="{FF2B5EF4-FFF2-40B4-BE49-F238E27FC236}">
                            <a16:creationId xmlns:a16="http://schemas.microsoft.com/office/drawing/2014/main" id="{3C3BCCE9-63A6-43CB-A418-08567042ADF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7104509" y="3900438"/>
                        <a:ext cx="561975" cy="523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图片 6">
            <a:extLst>
              <a:ext uri="{FF2B5EF4-FFF2-40B4-BE49-F238E27FC236}">
                <a16:creationId xmlns:a16="http://schemas.microsoft.com/office/drawing/2014/main" id="{99C9FD6F-16F1-462D-A41C-D47D8DC3E4CF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129807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5EDA92DD-4D51-487E-9F2D-95825ABCAEB3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BEBA8EAE-BF5A-486C-A8C5-ECC9F3942E4B}">
                <a14:imgProps xmlns:a14="http://schemas.microsoft.com/office/drawing/2010/main">
                  <a14:imgLayer r:embed="rId2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6473" y="4466310"/>
            <a:ext cx="2685714" cy="22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715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第四章作业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83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EE6ED-0E40-4FF3-BB5B-40CA4677B30B}"/>
              </a:ext>
            </a:extLst>
          </p:cNvPr>
          <p:cNvSpPr txBox="1"/>
          <p:nvPr/>
        </p:nvSpPr>
        <p:spPr>
          <a:xfrm>
            <a:off x="287501" y="1342509"/>
            <a:ext cx="21114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4-1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出口接油箱：</a:t>
            </a:r>
          </a:p>
        </p:txBody>
      </p:sp>
      <p:graphicFrame>
        <p:nvGraphicFramePr>
          <p:cNvPr id="5" name="对象 4">
            <a:extLst>
              <a:ext uri="{FF2B5EF4-FFF2-40B4-BE49-F238E27FC236}">
                <a16:creationId xmlns:a16="http://schemas.microsoft.com/office/drawing/2014/main" id="{13CFE25E-629E-40CA-B9F8-CDDDB319E93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9123738"/>
              </p:ext>
            </p:extLst>
          </p:nvPr>
        </p:nvGraphicFramePr>
        <p:xfrm>
          <a:off x="2267744" y="1700808"/>
          <a:ext cx="547947" cy="25289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6315" name="Equation" r:id="rId4" imgW="330120" imgH="152280" progId="Equation.DSMT4">
                  <p:embed/>
                </p:oleObj>
              </mc:Choice>
              <mc:Fallback>
                <p:oleObj name="Equation" r:id="rId4" imgW="330120" imgH="1522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267744" y="1700808"/>
                        <a:ext cx="547947" cy="25289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文本框 22">
            <a:extLst>
              <a:ext uri="{FF2B5EF4-FFF2-40B4-BE49-F238E27FC236}">
                <a16:creationId xmlns:a16="http://schemas.microsoft.com/office/drawing/2014/main" id="{CE879E07-37CB-487F-8DC8-7F0E8ED49A28}"/>
              </a:ext>
            </a:extLst>
          </p:cNvPr>
          <p:cNvSpPr txBox="1"/>
          <p:nvPr/>
        </p:nvSpPr>
        <p:spPr>
          <a:xfrm>
            <a:off x="683568" y="2022148"/>
            <a:ext cx="15841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出口接油箱：</a:t>
            </a:r>
            <a:endParaRPr lang="zh-CN" altLang="en-US" dirty="0"/>
          </a:p>
        </p:txBody>
      </p:sp>
      <p:graphicFrame>
        <p:nvGraphicFramePr>
          <p:cNvPr id="27" name="对象 26">
            <a:extLst>
              <a:ext uri="{FF2B5EF4-FFF2-40B4-BE49-F238E27FC236}">
                <a16:creationId xmlns:a16="http://schemas.microsoft.com/office/drawing/2014/main" id="{650C4DBB-BC86-4ACF-8A89-1C338C047E8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9019236"/>
              </p:ext>
            </p:extLst>
          </p:nvPr>
        </p:nvGraphicFramePr>
        <p:xfrm>
          <a:off x="2267744" y="2082205"/>
          <a:ext cx="547947" cy="25289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6316" name="Equation" r:id="rId6" imgW="330120" imgH="152280" progId="Equation.DSMT4">
                  <p:embed/>
                </p:oleObj>
              </mc:Choice>
              <mc:Fallback>
                <p:oleObj name="Equation" r:id="rId6" imgW="330120" imgH="152280" progId="Equation.DSMT4">
                  <p:embed/>
                  <p:pic>
                    <p:nvPicPr>
                      <p:cNvPr id="5" name="对象 4">
                        <a:extLst>
                          <a:ext uri="{FF2B5EF4-FFF2-40B4-BE49-F238E27FC236}">
                            <a16:creationId xmlns:a16="http://schemas.microsoft.com/office/drawing/2014/main" id="{13CFE25E-629E-40CA-B9F8-CDDDB319E93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267744" y="2082205"/>
                        <a:ext cx="547947" cy="25289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文本框 27">
            <a:extLst>
              <a:ext uri="{FF2B5EF4-FFF2-40B4-BE49-F238E27FC236}">
                <a16:creationId xmlns:a16="http://schemas.microsoft.com/office/drawing/2014/main" id="{F5A161FE-6EB6-4A3B-A74C-E01C2317C6EA}"/>
              </a:ext>
            </a:extLst>
          </p:cNvPr>
          <p:cNvSpPr txBox="1"/>
          <p:nvPr/>
        </p:nvSpPr>
        <p:spPr>
          <a:xfrm>
            <a:off x="683568" y="2420888"/>
            <a:ext cx="17154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出口接节流阀：</a:t>
            </a:r>
            <a:endParaRPr lang="zh-CN" altLang="en-US" dirty="0"/>
          </a:p>
        </p:txBody>
      </p:sp>
      <p:graphicFrame>
        <p:nvGraphicFramePr>
          <p:cNvPr id="29" name="对象 28">
            <a:extLst>
              <a:ext uri="{FF2B5EF4-FFF2-40B4-BE49-F238E27FC236}">
                <a16:creationId xmlns:a16="http://schemas.microsoft.com/office/drawing/2014/main" id="{69F6110E-5D42-4222-A731-643AB12513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3847423"/>
              </p:ext>
            </p:extLst>
          </p:nvPr>
        </p:nvGraphicFramePr>
        <p:xfrm>
          <a:off x="2447925" y="2458373"/>
          <a:ext cx="674688" cy="293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6317" name="Equation" r:id="rId8" imgW="406080" imgH="177480" progId="Equation.DSMT4">
                  <p:embed/>
                </p:oleObj>
              </mc:Choice>
              <mc:Fallback>
                <p:oleObj name="Equation" r:id="rId8" imgW="406080" imgH="177480" progId="Equation.DSMT4">
                  <p:embed/>
                  <p:pic>
                    <p:nvPicPr>
                      <p:cNvPr id="27" name="对象 26">
                        <a:extLst>
                          <a:ext uri="{FF2B5EF4-FFF2-40B4-BE49-F238E27FC236}">
                            <a16:creationId xmlns:a16="http://schemas.microsoft.com/office/drawing/2014/main" id="{650C4DBB-BC86-4ACF-8A89-1C338C047E8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447925" y="2458373"/>
                        <a:ext cx="674688" cy="2936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文本框 29">
            <a:extLst>
              <a:ext uri="{FF2B5EF4-FFF2-40B4-BE49-F238E27FC236}">
                <a16:creationId xmlns:a16="http://schemas.microsoft.com/office/drawing/2014/main" id="{9765AEC0-EEE6-41CB-988E-CA4ECFFBBD24}"/>
              </a:ext>
            </a:extLst>
          </p:cNvPr>
          <p:cNvSpPr txBox="1"/>
          <p:nvPr/>
        </p:nvSpPr>
        <p:spPr>
          <a:xfrm>
            <a:off x="683568" y="2841767"/>
            <a:ext cx="17154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d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出口接液压缸无杆腔：</a:t>
            </a:r>
            <a:endParaRPr lang="zh-CN" altLang="en-US" dirty="0"/>
          </a:p>
        </p:txBody>
      </p:sp>
      <p:graphicFrame>
        <p:nvGraphicFramePr>
          <p:cNvPr id="31" name="对象 30">
            <a:extLst>
              <a:ext uri="{FF2B5EF4-FFF2-40B4-BE49-F238E27FC236}">
                <a16:creationId xmlns:a16="http://schemas.microsoft.com/office/drawing/2014/main" id="{B78FC78A-F680-4B5A-8027-D35F28FAF99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1487058"/>
              </p:ext>
            </p:extLst>
          </p:nvPr>
        </p:nvGraphicFramePr>
        <p:xfrm>
          <a:off x="2468563" y="2882357"/>
          <a:ext cx="63182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6318" name="Equation" r:id="rId10" imgW="380880" imgH="342720" progId="Equation.DSMT4">
                  <p:embed/>
                </p:oleObj>
              </mc:Choice>
              <mc:Fallback>
                <p:oleObj name="Equation" r:id="rId10" imgW="380880" imgH="342720" progId="Equation.DSMT4">
                  <p:embed/>
                  <p:pic>
                    <p:nvPicPr>
                      <p:cNvPr id="29" name="对象 28">
                        <a:extLst>
                          <a:ext uri="{FF2B5EF4-FFF2-40B4-BE49-F238E27FC236}">
                            <a16:creationId xmlns:a16="http://schemas.microsoft.com/office/drawing/2014/main" id="{69F6110E-5D42-4222-A731-643AB12513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2468563" y="2882357"/>
                        <a:ext cx="631825" cy="5651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" name="文本框 31">
            <a:extLst>
              <a:ext uri="{FF2B5EF4-FFF2-40B4-BE49-F238E27FC236}">
                <a16:creationId xmlns:a16="http://schemas.microsoft.com/office/drawing/2014/main" id="{F824B9F7-C613-4229-AA4C-198D22EA112D}"/>
              </a:ext>
            </a:extLst>
          </p:cNvPr>
          <p:cNvSpPr txBox="1"/>
          <p:nvPr/>
        </p:nvSpPr>
        <p:spPr>
          <a:xfrm>
            <a:off x="683568" y="3488098"/>
            <a:ext cx="26642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出口接马达（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p62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  <a:endParaRPr lang="zh-CN" altLang="en-US" dirty="0"/>
          </a:p>
        </p:txBody>
      </p:sp>
      <p:graphicFrame>
        <p:nvGraphicFramePr>
          <p:cNvPr id="33" name="对象 32">
            <a:extLst>
              <a:ext uri="{FF2B5EF4-FFF2-40B4-BE49-F238E27FC236}">
                <a16:creationId xmlns:a16="http://schemas.microsoft.com/office/drawing/2014/main" id="{1A95CF05-C2C5-4B2E-BF45-E30569EF476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67807217"/>
              </p:ext>
            </p:extLst>
          </p:nvPr>
        </p:nvGraphicFramePr>
        <p:xfrm>
          <a:off x="1475656" y="3896368"/>
          <a:ext cx="1263650" cy="312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6319" name="Equation" r:id="rId12" imgW="761760" imgH="190440" progId="Equation.DSMT4">
                  <p:embed/>
                </p:oleObj>
              </mc:Choice>
              <mc:Fallback>
                <p:oleObj name="Equation" r:id="rId12" imgW="761760" imgH="190440" progId="Equation.DSMT4">
                  <p:embed/>
                  <p:pic>
                    <p:nvPicPr>
                      <p:cNvPr id="31" name="对象 30">
                        <a:extLst>
                          <a:ext uri="{FF2B5EF4-FFF2-40B4-BE49-F238E27FC236}">
                            <a16:creationId xmlns:a16="http://schemas.microsoft.com/office/drawing/2014/main" id="{B78FC78A-F680-4B5A-8027-D35F28FAF99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475656" y="3896368"/>
                        <a:ext cx="1263650" cy="3127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" name="对象 33">
            <a:extLst>
              <a:ext uri="{FF2B5EF4-FFF2-40B4-BE49-F238E27FC236}">
                <a16:creationId xmlns:a16="http://schemas.microsoft.com/office/drawing/2014/main" id="{7C21D6FC-0FDF-4F81-9CDD-30E50BBDC3E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44006354"/>
              </p:ext>
            </p:extLst>
          </p:nvPr>
        </p:nvGraphicFramePr>
        <p:xfrm>
          <a:off x="1728069" y="4221088"/>
          <a:ext cx="758825" cy="312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6320" name="Equation" r:id="rId14" imgW="457200" imgH="190440" progId="Equation.DSMT4">
                  <p:embed/>
                </p:oleObj>
              </mc:Choice>
              <mc:Fallback>
                <p:oleObj name="Equation" r:id="rId14" imgW="457200" imgH="190440" progId="Equation.DSMT4">
                  <p:embed/>
                  <p:pic>
                    <p:nvPicPr>
                      <p:cNvPr id="33" name="对象 32">
                        <a:extLst>
                          <a:ext uri="{FF2B5EF4-FFF2-40B4-BE49-F238E27FC236}">
                            <a16:creationId xmlns:a16="http://schemas.microsoft.com/office/drawing/2014/main" id="{1A95CF05-C2C5-4B2E-BF45-E30569EF476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728069" y="4221088"/>
                        <a:ext cx="758825" cy="3127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对象 34">
            <a:extLst>
              <a:ext uri="{FF2B5EF4-FFF2-40B4-BE49-F238E27FC236}">
                <a16:creationId xmlns:a16="http://schemas.microsoft.com/office/drawing/2014/main" id="{9446EA72-72B2-4112-B01F-C682B482D11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25159374"/>
              </p:ext>
            </p:extLst>
          </p:nvPr>
        </p:nvGraphicFramePr>
        <p:xfrm>
          <a:off x="1643931" y="4603725"/>
          <a:ext cx="927100" cy="625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6321" name="Equation" r:id="rId16" imgW="558720" imgH="380880" progId="Equation.DSMT4">
                  <p:embed/>
                </p:oleObj>
              </mc:Choice>
              <mc:Fallback>
                <p:oleObj name="Equation" r:id="rId16" imgW="558720" imgH="380880" progId="Equation.DSMT4">
                  <p:embed/>
                  <p:pic>
                    <p:nvPicPr>
                      <p:cNvPr id="34" name="对象 33">
                        <a:extLst>
                          <a:ext uri="{FF2B5EF4-FFF2-40B4-BE49-F238E27FC236}">
                            <a16:creationId xmlns:a16="http://schemas.microsoft.com/office/drawing/2014/main" id="{7C21D6FC-0FDF-4F81-9CDD-30E50BBDC3E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643931" y="4603725"/>
                        <a:ext cx="927100" cy="6254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文本框 35">
            <a:extLst>
              <a:ext uri="{FF2B5EF4-FFF2-40B4-BE49-F238E27FC236}">
                <a16:creationId xmlns:a16="http://schemas.microsoft.com/office/drawing/2014/main" id="{2D6334BF-66A3-4881-8B52-F608D251D7EB}"/>
              </a:ext>
            </a:extLst>
          </p:cNvPr>
          <p:cNvSpPr txBox="1"/>
          <p:nvPr/>
        </p:nvSpPr>
        <p:spPr>
          <a:xfrm>
            <a:off x="971600" y="4731796"/>
            <a:ext cx="6480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解得：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0366AA6-A526-466A-8791-6930BC6ACF2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62119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05F9A2C8-A23C-4E3C-BD3B-12E9F82A5136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13200" y="1469642"/>
            <a:ext cx="5182991" cy="4119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271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第四章作业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83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96A20D22-B5AC-43F8-B9D4-635DD05E01AD}"/>
              </a:ext>
            </a:extLst>
          </p:cNvPr>
          <p:cNvSpPr txBox="1"/>
          <p:nvPr/>
        </p:nvSpPr>
        <p:spPr>
          <a:xfrm>
            <a:off x="-36512" y="2782669"/>
            <a:ext cx="27061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4-3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泵的几何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理论流量：</a:t>
            </a:r>
          </a:p>
        </p:txBody>
      </p:sp>
      <p:graphicFrame>
        <p:nvGraphicFramePr>
          <p:cNvPr id="38" name="对象 37">
            <a:extLst>
              <a:ext uri="{FF2B5EF4-FFF2-40B4-BE49-F238E27FC236}">
                <a16:creationId xmlns:a16="http://schemas.microsoft.com/office/drawing/2014/main" id="{52E37D57-3121-4AF0-BB0F-4271FA64FA6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9870657"/>
              </p:ext>
            </p:extLst>
          </p:nvPr>
        </p:nvGraphicFramePr>
        <p:xfrm>
          <a:off x="2566268" y="3068960"/>
          <a:ext cx="3517900" cy="3603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084" name="Equation" r:id="rId4" imgW="2120760" imgH="215640" progId="Equation.DSMT4">
                  <p:embed/>
                </p:oleObj>
              </mc:Choice>
              <mc:Fallback>
                <p:oleObj name="Equation" r:id="rId4" imgW="2120760" imgH="215640" progId="Equation.DSMT4">
                  <p:embed/>
                  <p:pic>
                    <p:nvPicPr>
                      <p:cNvPr id="38" name="对象 37">
                        <a:extLst>
                          <a:ext uri="{FF2B5EF4-FFF2-40B4-BE49-F238E27FC236}">
                            <a16:creationId xmlns:a16="http://schemas.microsoft.com/office/drawing/2014/main" id="{52E37D57-3121-4AF0-BB0F-4271FA64FA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566268" y="3068960"/>
                        <a:ext cx="3517900" cy="3603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" name="文本框 38">
            <a:extLst>
              <a:ext uri="{FF2B5EF4-FFF2-40B4-BE49-F238E27FC236}">
                <a16:creationId xmlns:a16="http://schemas.microsoft.com/office/drawing/2014/main" id="{B110DFEB-18B0-4317-8882-7099CFF34528}"/>
              </a:ext>
            </a:extLst>
          </p:cNvPr>
          <p:cNvSpPr txBox="1"/>
          <p:nvPr/>
        </p:nvSpPr>
        <p:spPr>
          <a:xfrm>
            <a:off x="323528" y="3534192"/>
            <a:ext cx="25922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泵的容积效率（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p63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  <a:endParaRPr lang="zh-CN" altLang="en-US" dirty="0"/>
          </a:p>
        </p:txBody>
      </p:sp>
      <p:graphicFrame>
        <p:nvGraphicFramePr>
          <p:cNvPr id="40" name="对象 39">
            <a:extLst>
              <a:ext uri="{FF2B5EF4-FFF2-40B4-BE49-F238E27FC236}">
                <a16:creationId xmlns:a16="http://schemas.microsoft.com/office/drawing/2014/main" id="{1ECF69B1-E8F8-40FF-859D-45B544919E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766202"/>
              </p:ext>
            </p:extLst>
          </p:nvPr>
        </p:nvGraphicFramePr>
        <p:xfrm>
          <a:off x="3198093" y="3402757"/>
          <a:ext cx="2254250" cy="635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085" name="Equation" r:id="rId6" imgW="1358640" imgH="380880" progId="Equation.DSMT4">
                  <p:embed/>
                </p:oleObj>
              </mc:Choice>
              <mc:Fallback>
                <p:oleObj name="Equation" r:id="rId6" imgW="1358640" imgH="380880" progId="Equation.DSMT4">
                  <p:embed/>
                  <p:pic>
                    <p:nvPicPr>
                      <p:cNvPr id="40" name="对象 39">
                        <a:extLst>
                          <a:ext uri="{FF2B5EF4-FFF2-40B4-BE49-F238E27FC236}">
                            <a16:creationId xmlns:a16="http://schemas.microsoft.com/office/drawing/2014/main" id="{1ECF69B1-E8F8-40FF-859D-45B544919EC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3198093" y="3402757"/>
                        <a:ext cx="2254250" cy="635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文本框 41">
            <a:extLst>
              <a:ext uri="{FF2B5EF4-FFF2-40B4-BE49-F238E27FC236}">
                <a16:creationId xmlns:a16="http://schemas.microsoft.com/office/drawing/2014/main" id="{B174DF6E-7822-427B-8758-61885CC7EF0F}"/>
              </a:ext>
            </a:extLst>
          </p:cNvPr>
          <p:cNvSpPr txBox="1"/>
          <p:nvPr/>
        </p:nvSpPr>
        <p:spPr>
          <a:xfrm>
            <a:off x="323528" y="4220206"/>
            <a:ext cx="15841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泵的机械效率：</a:t>
            </a:r>
            <a:endParaRPr lang="zh-CN" altLang="en-US" dirty="0"/>
          </a:p>
        </p:txBody>
      </p:sp>
      <p:graphicFrame>
        <p:nvGraphicFramePr>
          <p:cNvPr id="43" name="对象 42">
            <a:extLst>
              <a:ext uri="{FF2B5EF4-FFF2-40B4-BE49-F238E27FC236}">
                <a16:creationId xmlns:a16="http://schemas.microsoft.com/office/drawing/2014/main" id="{513978BB-E4E9-47F7-916E-B5FCAB0BED2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7547520"/>
              </p:ext>
            </p:extLst>
          </p:nvPr>
        </p:nvGraphicFramePr>
        <p:xfrm>
          <a:off x="3094087" y="4090144"/>
          <a:ext cx="2486025" cy="635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086" name="Equation" r:id="rId8" imgW="1498320" imgH="380880" progId="Equation.DSMT4">
                  <p:embed/>
                </p:oleObj>
              </mc:Choice>
              <mc:Fallback>
                <p:oleObj name="Equation" r:id="rId8" imgW="1498320" imgH="380880" progId="Equation.DSMT4">
                  <p:embed/>
                  <p:pic>
                    <p:nvPicPr>
                      <p:cNvPr id="43" name="对象 42">
                        <a:extLst>
                          <a:ext uri="{FF2B5EF4-FFF2-40B4-BE49-F238E27FC236}">
                            <a16:creationId xmlns:a16="http://schemas.microsoft.com/office/drawing/2014/main" id="{513978BB-E4E9-47F7-916E-B5FCAB0BED2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094087" y="4090144"/>
                        <a:ext cx="2486025" cy="635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BD24D644-2593-4CD9-8A84-E6489429D5B0}"/>
              </a:ext>
            </a:extLst>
          </p:cNvPr>
          <p:cNvSpPr txBox="1"/>
          <p:nvPr/>
        </p:nvSpPr>
        <p:spPr>
          <a:xfrm>
            <a:off x="323528" y="4869160"/>
            <a:ext cx="15841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电机功率：</a:t>
            </a:r>
            <a:endParaRPr lang="zh-CN" altLang="en-US" dirty="0"/>
          </a:p>
        </p:txBody>
      </p:sp>
      <p:graphicFrame>
        <p:nvGraphicFramePr>
          <p:cNvPr id="45" name="对象 44">
            <a:extLst>
              <a:ext uri="{FF2B5EF4-FFF2-40B4-BE49-F238E27FC236}">
                <a16:creationId xmlns:a16="http://schemas.microsoft.com/office/drawing/2014/main" id="{FC2C897F-A6ED-41EA-840A-82257F7C095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3420307"/>
              </p:ext>
            </p:extLst>
          </p:nvPr>
        </p:nvGraphicFramePr>
        <p:xfrm>
          <a:off x="1835696" y="4873897"/>
          <a:ext cx="3390900" cy="1795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087" name="Equation" r:id="rId10" imgW="2044440" imgH="1079280" progId="Equation.DSMT4">
                  <p:embed/>
                </p:oleObj>
              </mc:Choice>
              <mc:Fallback>
                <p:oleObj name="Equation" r:id="rId10" imgW="2044440" imgH="1079280" progId="Equation.DSMT4">
                  <p:embed/>
                  <p:pic>
                    <p:nvPicPr>
                      <p:cNvPr id="45" name="对象 44">
                        <a:extLst>
                          <a:ext uri="{FF2B5EF4-FFF2-40B4-BE49-F238E27FC236}">
                            <a16:creationId xmlns:a16="http://schemas.microsoft.com/office/drawing/2014/main" id="{FC2C897F-A6ED-41EA-840A-82257F7C095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835696" y="4873897"/>
                        <a:ext cx="3390900" cy="17954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6" name="文本框 45">
            <a:extLst>
              <a:ext uri="{FF2B5EF4-FFF2-40B4-BE49-F238E27FC236}">
                <a16:creationId xmlns:a16="http://schemas.microsoft.com/office/drawing/2014/main" id="{8C349329-0A31-4D5A-9EAA-2DE415DA375E}"/>
              </a:ext>
            </a:extLst>
          </p:cNvPr>
          <p:cNvSpPr txBox="1"/>
          <p:nvPr/>
        </p:nvSpPr>
        <p:spPr>
          <a:xfrm>
            <a:off x="5276080" y="4869160"/>
            <a:ext cx="3096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驱动泵的转矩（电机转矩）：</a:t>
            </a:r>
            <a:endParaRPr lang="zh-CN" altLang="en-US" dirty="0"/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5AC1ADC-317F-4FA0-9BB8-10B316DE34E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15044459"/>
              </p:ext>
            </p:extLst>
          </p:nvPr>
        </p:nvGraphicFramePr>
        <p:xfrm>
          <a:off x="5724128" y="5366435"/>
          <a:ext cx="3327400" cy="592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088" name="Equation" r:id="rId12" imgW="2006280" imgH="355320" progId="Equation.DSMT4">
                  <p:embed/>
                </p:oleObj>
              </mc:Choice>
              <mc:Fallback>
                <p:oleObj name="Equation" r:id="rId12" imgW="2006280" imgH="355320" progId="Equation.DSMT4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5AC1ADC-317F-4FA0-9BB8-10B316DE34E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5724128" y="5366435"/>
                        <a:ext cx="3327400" cy="5921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E5CCAE7F-6C3E-41FA-9597-E47980798F1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152676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9ED0DC8-8AB8-4F3E-B9E5-E28F71F3DC3F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388"/>
          <a:stretch/>
        </p:blipFill>
        <p:spPr>
          <a:xfrm>
            <a:off x="0" y="2276872"/>
            <a:ext cx="9108504" cy="559165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503E7B82-A2CB-4927-81FE-FD68B197F207}"/>
              </a:ext>
            </a:extLst>
          </p:cNvPr>
          <p:cNvSpPr txBox="1"/>
          <p:nvPr/>
        </p:nvSpPr>
        <p:spPr>
          <a:xfrm>
            <a:off x="6300192" y="3033425"/>
            <a:ext cx="25922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注意单位换算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642791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第四章作业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84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EE6ED-0E40-4FF3-BB5B-40CA4677B30B}"/>
              </a:ext>
            </a:extLst>
          </p:cNvPr>
          <p:cNvSpPr txBox="1"/>
          <p:nvPr/>
        </p:nvSpPr>
        <p:spPr>
          <a:xfrm>
            <a:off x="-36512" y="1772816"/>
            <a:ext cx="48605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4-6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理想情况下，将原特性曲线平移，使其通过两工作点（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p72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</a:p>
        </p:txBody>
      </p:sp>
      <p:graphicFrame>
        <p:nvGraphicFramePr>
          <p:cNvPr id="5" name="对象 4">
            <a:extLst>
              <a:ext uri="{FF2B5EF4-FFF2-40B4-BE49-F238E27FC236}">
                <a16:creationId xmlns:a16="http://schemas.microsoft.com/office/drawing/2014/main" id="{13CFE25E-629E-40CA-B9F8-CDDDB319E93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4744118"/>
              </p:ext>
            </p:extLst>
          </p:nvPr>
        </p:nvGraphicFramePr>
        <p:xfrm>
          <a:off x="575579" y="2740682"/>
          <a:ext cx="3411538" cy="657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0106" name="Equation" r:id="rId4" imgW="2057400" imgH="393480" progId="Equation.DSMT4">
                  <p:embed/>
                </p:oleObj>
              </mc:Choice>
              <mc:Fallback>
                <p:oleObj name="Equation" r:id="rId4" imgW="2057400" imgH="393480" progId="Equation.DSMT4">
                  <p:embed/>
                  <p:pic>
                    <p:nvPicPr>
                      <p:cNvPr id="5" name="对象 4">
                        <a:extLst>
                          <a:ext uri="{FF2B5EF4-FFF2-40B4-BE49-F238E27FC236}">
                            <a16:creationId xmlns:a16="http://schemas.microsoft.com/office/drawing/2014/main" id="{13CFE25E-629E-40CA-B9F8-CDDDB319E93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575579" y="2740682"/>
                        <a:ext cx="3411538" cy="6572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" name="文本框 25">
            <a:extLst>
              <a:ext uri="{FF2B5EF4-FFF2-40B4-BE49-F238E27FC236}">
                <a16:creationId xmlns:a16="http://schemas.microsoft.com/office/drawing/2014/main" id="{5DB01767-7874-4902-9701-5B9EB953CF92}"/>
              </a:ext>
            </a:extLst>
          </p:cNvPr>
          <p:cNvSpPr txBox="1"/>
          <p:nvPr/>
        </p:nvSpPr>
        <p:spPr>
          <a:xfrm>
            <a:off x="719549" y="3397907"/>
            <a:ext cx="4860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输出功率：</a:t>
            </a:r>
          </a:p>
        </p:txBody>
      </p:sp>
      <p:graphicFrame>
        <p:nvGraphicFramePr>
          <p:cNvPr id="41" name="对象 40">
            <a:extLst>
              <a:ext uri="{FF2B5EF4-FFF2-40B4-BE49-F238E27FC236}">
                <a16:creationId xmlns:a16="http://schemas.microsoft.com/office/drawing/2014/main" id="{8F1B959F-BDA9-4E8F-8250-D9B52E002D1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08589457"/>
              </p:ext>
            </p:extLst>
          </p:nvPr>
        </p:nvGraphicFramePr>
        <p:xfrm>
          <a:off x="575579" y="3715291"/>
          <a:ext cx="3811587" cy="7413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0107" name="Equation" r:id="rId6" imgW="2298600" imgH="444240" progId="Equation.DSMT4">
                  <p:embed/>
                </p:oleObj>
              </mc:Choice>
              <mc:Fallback>
                <p:oleObj name="Equation" r:id="rId6" imgW="2298600" imgH="444240" progId="Equation.DSMT4">
                  <p:embed/>
                  <p:pic>
                    <p:nvPicPr>
                      <p:cNvPr id="5" name="对象 4">
                        <a:extLst>
                          <a:ext uri="{FF2B5EF4-FFF2-40B4-BE49-F238E27FC236}">
                            <a16:creationId xmlns:a16="http://schemas.microsoft.com/office/drawing/2014/main" id="{13CFE25E-629E-40CA-B9F8-CDDDB319E93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575579" y="3715291"/>
                        <a:ext cx="3811587" cy="7413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文本框 47">
            <a:extLst>
              <a:ext uri="{FF2B5EF4-FFF2-40B4-BE49-F238E27FC236}">
                <a16:creationId xmlns:a16="http://schemas.microsoft.com/office/drawing/2014/main" id="{702BEB7C-516F-45D5-9B28-341F899CC7EA}"/>
              </a:ext>
            </a:extLst>
          </p:cNvPr>
          <p:cNvSpPr txBox="1"/>
          <p:nvPr/>
        </p:nvSpPr>
        <p:spPr>
          <a:xfrm>
            <a:off x="395536" y="4466186"/>
            <a:ext cx="4860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最大输出功率在交点 </a:t>
            </a:r>
            <a:r>
              <a:rPr lang="en-US" altLang="zh-CN" i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p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=3.25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处：</a:t>
            </a:r>
          </a:p>
        </p:txBody>
      </p:sp>
      <p:graphicFrame>
        <p:nvGraphicFramePr>
          <p:cNvPr id="49" name="对象 48">
            <a:extLst>
              <a:ext uri="{FF2B5EF4-FFF2-40B4-BE49-F238E27FC236}">
                <a16:creationId xmlns:a16="http://schemas.microsoft.com/office/drawing/2014/main" id="{B4BF6BDA-294B-4496-AC61-8AB1C27F250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15652149"/>
              </p:ext>
            </p:extLst>
          </p:nvPr>
        </p:nvGraphicFramePr>
        <p:xfrm>
          <a:off x="28412" y="4867419"/>
          <a:ext cx="4906963" cy="360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0108" name="Equation" r:id="rId8" imgW="2958840" imgH="215640" progId="Equation.DSMT4">
                  <p:embed/>
                </p:oleObj>
              </mc:Choice>
              <mc:Fallback>
                <p:oleObj name="Equation" r:id="rId8" imgW="2958840" imgH="215640" progId="Equation.DSMT4">
                  <p:embed/>
                  <p:pic>
                    <p:nvPicPr>
                      <p:cNvPr id="41" name="对象 40">
                        <a:extLst>
                          <a:ext uri="{FF2B5EF4-FFF2-40B4-BE49-F238E27FC236}">
                            <a16:creationId xmlns:a16="http://schemas.microsoft.com/office/drawing/2014/main" id="{8F1B959F-BDA9-4E8F-8250-D9B52E002D1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8412" y="4867419"/>
                        <a:ext cx="4906963" cy="3603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0" name="文本框 49">
            <a:extLst>
              <a:ext uri="{FF2B5EF4-FFF2-40B4-BE49-F238E27FC236}">
                <a16:creationId xmlns:a16="http://schemas.microsoft.com/office/drawing/2014/main" id="{68A16377-A4F3-4555-BBAE-BC51AD0B92BC}"/>
              </a:ext>
            </a:extLst>
          </p:cNvPr>
          <p:cNvSpPr txBox="1"/>
          <p:nvPr/>
        </p:nvSpPr>
        <p:spPr>
          <a:xfrm>
            <a:off x="719549" y="5349799"/>
            <a:ext cx="4860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最大驱动功率：</a:t>
            </a:r>
          </a:p>
        </p:txBody>
      </p:sp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BC09E257-A832-49FF-83FD-FCFB05277B1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65298330"/>
              </p:ext>
            </p:extLst>
          </p:nvPr>
        </p:nvGraphicFramePr>
        <p:xfrm>
          <a:off x="1355562" y="5738907"/>
          <a:ext cx="2254250" cy="593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0109" name="Equation" r:id="rId10" imgW="1358640" imgH="355320" progId="Equation.DSMT4">
                  <p:embed/>
                </p:oleObj>
              </mc:Choice>
              <mc:Fallback>
                <p:oleObj name="Equation" r:id="rId10" imgW="1358640" imgH="355320" progId="Equation.DSMT4">
                  <p:embed/>
                  <p:pic>
                    <p:nvPicPr>
                      <p:cNvPr id="49" name="对象 48">
                        <a:extLst>
                          <a:ext uri="{FF2B5EF4-FFF2-40B4-BE49-F238E27FC236}">
                            <a16:creationId xmlns:a16="http://schemas.microsoft.com/office/drawing/2014/main" id="{B4BF6BDA-294B-4496-AC61-8AB1C27F25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355562" y="5738907"/>
                        <a:ext cx="2254250" cy="5937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A806E8B3-F55C-407A-A1A4-4BE147BE292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91111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DFBE18D0-3DAD-4FD4-8884-9ED75A91A72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436096" y="1758164"/>
            <a:ext cx="3550739" cy="2894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9625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第四章作业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84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0641CC0-DF11-44A2-B555-1EA7808E2AB9}"/>
              </a:ext>
            </a:extLst>
          </p:cNvPr>
          <p:cNvSpPr txBox="1"/>
          <p:nvPr/>
        </p:nvSpPr>
        <p:spPr>
          <a:xfrm>
            <a:off x="71477" y="2350621"/>
            <a:ext cx="35644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4-7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p62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（卸荷阀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卸荷压力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0.3MPa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，快进时不工作，工进时打开工作）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C32694D-0A5E-447B-AAC9-0DC2962174AA}"/>
              </a:ext>
            </a:extLst>
          </p:cNvPr>
          <p:cNvSpPr txBox="1"/>
          <p:nvPr/>
        </p:nvSpPr>
        <p:spPr>
          <a:xfrm>
            <a:off x="35496" y="3275692"/>
            <a:ext cx="3564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快进时：</a:t>
            </a:r>
          </a:p>
        </p:txBody>
      </p:sp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6D70A8FE-D2F3-424C-B6D5-C449B5D7192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62751456"/>
              </p:ext>
            </p:extLst>
          </p:nvPr>
        </p:nvGraphicFramePr>
        <p:xfrm>
          <a:off x="1130499" y="3501008"/>
          <a:ext cx="1978025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858" name="Equation" r:id="rId4" imgW="1193760" imgH="190440" progId="Equation.DSMT4">
                  <p:embed/>
                </p:oleObj>
              </mc:Choice>
              <mc:Fallback>
                <p:oleObj name="Equation" r:id="rId4" imgW="1193760" imgH="190440" progId="Equation.DSMT4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6D70A8FE-D2F3-424C-B6D5-C449B5D7192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30499" y="3501008"/>
                        <a:ext cx="1978025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5" name="对象 54">
            <a:extLst>
              <a:ext uri="{FF2B5EF4-FFF2-40B4-BE49-F238E27FC236}">
                <a16:creationId xmlns:a16="http://schemas.microsoft.com/office/drawing/2014/main" id="{9894BFAA-3E89-44FD-9283-0DE5F56C58D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34112870"/>
              </p:ext>
            </p:extLst>
          </p:nvPr>
        </p:nvGraphicFramePr>
        <p:xfrm>
          <a:off x="1635324" y="3861048"/>
          <a:ext cx="966788" cy="296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859" name="Equation" r:id="rId6" imgW="583920" imgH="177480" progId="Equation.DSMT4">
                  <p:embed/>
                </p:oleObj>
              </mc:Choice>
              <mc:Fallback>
                <p:oleObj name="Equation" r:id="rId6" imgW="583920" imgH="177480" progId="Equation.DSMT4">
                  <p:embed/>
                  <p:pic>
                    <p:nvPicPr>
                      <p:cNvPr id="55" name="对象 54">
                        <a:extLst>
                          <a:ext uri="{FF2B5EF4-FFF2-40B4-BE49-F238E27FC236}">
                            <a16:creationId xmlns:a16="http://schemas.microsoft.com/office/drawing/2014/main" id="{9894BFAA-3E89-44FD-9283-0DE5F56C58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635324" y="3861048"/>
                        <a:ext cx="966788" cy="2968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6" name="对象 55">
            <a:extLst>
              <a:ext uri="{FF2B5EF4-FFF2-40B4-BE49-F238E27FC236}">
                <a16:creationId xmlns:a16="http://schemas.microsoft.com/office/drawing/2014/main" id="{631A1329-475E-4F6A-A484-8EA3A1363DB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96665722"/>
              </p:ext>
            </p:extLst>
          </p:nvPr>
        </p:nvGraphicFramePr>
        <p:xfrm>
          <a:off x="763787" y="4181202"/>
          <a:ext cx="2711450" cy="615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860" name="Equation" r:id="rId8" imgW="1638000" imgH="368280" progId="Equation.DSMT4">
                  <p:embed/>
                </p:oleObj>
              </mc:Choice>
              <mc:Fallback>
                <p:oleObj name="Equation" r:id="rId8" imgW="1638000" imgH="368280" progId="Equation.DSMT4">
                  <p:embed/>
                  <p:pic>
                    <p:nvPicPr>
                      <p:cNvPr id="56" name="对象 55">
                        <a:extLst>
                          <a:ext uri="{FF2B5EF4-FFF2-40B4-BE49-F238E27FC236}">
                            <a16:creationId xmlns:a16="http://schemas.microsoft.com/office/drawing/2014/main" id="{631A1329-475E-4F6A-A484-8EA3A1363DB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63787" y="4181202"/>
                        <a:ext cx="2711450" cy="615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文本框 56">
            <a:extLst>
              <a:ext uri="{FF2B5EF4-FFF2-40B4-BE49-F238E27FC236}">
                <a16:creationId xmlns:a16="http://schemas.microsoft.com/office/drawing/2014/main" id="{F531D8D3-BEB0-4E4E-8442-AEA1EA5FFC92}"/>
              </a:ext>
            </a:extLst>
          </p:cNvPr>
          <p:cNvSpPr txBox="1"/>
          <p:nvPr/>
        </p:nvSpPr>
        <p:spPr>
          <a:xfrm>
            <a:off x="35496" y="4734504"/>
            <a:ext cx="3564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工进时：</a:t>
            </a:r>
          </a:p>
        </p:txBody>
      </p:sp>
      <p:graphicFrame>
        <p:nvGraphicFramePr>
          <p:cNvPr id="58" name="对象 57">
            <a:extLst>
              <a:ext uri="{FF2B5EF4-FFF2-40B4-BE49-F238E27FC236}">
                <a16:creationId xmlns:a16="http://schemas.microsoft.com/office/drawing/2014/main" id="{F37757FB-15A8-4BF8-9BFE-B4D9B1CE0E9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8146931"/>
              </p:ext>
            </p:extLst>
          </p:nvPr>
        </p:nvGraphicFramePr>
        <p:xfrm>
          <a:off x="427237" y="5170065"/>
          <a:ext cx="3384550" cy="1211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861" name="Equation" r:id="rId10" imgW="2044440" imgH="723600" progId="Equation.DSMT4">
                  <p:embed/>
                </p:oleObj>
              </mc:Choice>
              <mc:Fallback>
                <p:oleObj name="Equation" r:id="rId10" imgW="2044440" imgH="723600" progId="Equation.DSMT4">
                  <p:embed/>
                  <p:pic>
                    <p:nvPicPr>
                      <p:cNvPr id="58" name="对象 57">
                        <a:extLst>
                          <a:ext uri="{FF2B5EF4-FFF2-40B4-BE49-F238E27FC236}">
                            <a16:creationId xmlns:a16="http://schemas.microsoft.com/office/drawing/2014/main" id="{F37757FB-15A8-4BF8-9BFE-B4D9B1CE0E9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427237" y="5170065"/>
                        <a:ext cx="3384550" cy="12112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D05E622E-9BCB-4D58-8633-585196E469D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120272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2168115-857B-41C4-96B9-BBE656E5284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494761" y="2041255"/>
            <a:ext cx="3495238" cy="2600000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46949344-15F2-4359-BEF5-EBAD079AF0E4}"/>
              </a:ext>
            </a:extLst>
          </p:cNvPr>
          <p:cNvSpPr txBox="1"/>
          <p:nvPr/>
        </p:nvSpPr>
        <p:spPr>
          <a:xfrm>
            <a:off x="1219499" y="4766375"/>
            <a:ext cx="25922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注意溢流也要消耗功率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606304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第四章作业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84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EE6ED-0E40-4FF3-BB5B-40CA4677B30B}"/>
              </a:ext>
            </a:extLst>
          </p:cNvPr>
          <p:cNvSpPr txBox="1"/>
          <p:nvPr/>
        </p:nvSpPr>
        <p:spPr>
          <a:xfrm>
            <a:off x="71477" y="2276872"/>
            <a:ext cx="48605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4-</a:t>
            </a:r>
            <a:r>
              <a:rPr lang="et-EE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9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p62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通过排量计算输入流量：</a:t>
            </a:r>
          </a:p>
        </p:txBody>
      </p:sp>
      <p:graphicFrame>
        <p:nvGraphicFramePr>
          <p:cNvPr id="5" name="对象 4">
            <a:extLst>
              <a:ext uri="{FF2B5EF4-FFF2-40B4-BE49-F238E27FC236}">
                <a16:creationId xmlns:a16="http://schemas.microsoft.com/office/drawing/2014/main" id="{13CFE25E-629E-40CA-B9F8-CDDDB319E93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58924126"/>
              </p:ext>
            </p:extLst>
          </p:nvPr>
        </p:nvGraphicFramePr>
        <p:xfrm>
          <a:off x="511622" y="4088403"/>
          <a:ext cx="3916362" cy="635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1941" name="Equation" r:id="rId4" imgW="2361960" imgH="380880" progId="Equation.DSMT4">
                  <p:embed/>
                </p:oleObj>
              </mc:Choice>
              <mc:Fallback>
                <p:oleObj name="Equation" r:id="rId4" imgW="2361960" imgH="380880" progId="Equation.DSMT4">
                  <p:embed/>
                  <p:pic>
                    <p:nvPicPr>
                      <p:cNvPr id="5" name="对象 4">
                        <a:extLst>
                          <a:ext uri="{FF2B5EF4-FFF2-40B4-BE49-F238E27FC236}">
                            <a16:creationId xmlns:a16="http://schemas.microsoft.com/office/drawing/2014/main" id="{13CFE25E-629E-40CA-B9F8-CDDDB319E93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511622" y="4088403"/>
                        <a:ext cx="3916362" cy="635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" name="文本框 25">
            <a:extLst>
              <a:ext uri="{FF2B5EF4-FFF2-40B4-BE49-F238E27FC236}">
                <a16:creationId xmlns:a16="http://schemas.microsoft.com/office/drawing/2014/main" id="{5DB01767-7874-4902-9701-5B9EB953CF92}"/>
              </a:ext>
            </a:extLst>
          </p:cNvPr>
          <p:cNvSpPr txBox="1"/>
          <p:nvPr/>
        </p:nvSpPr>
        <p:spPr>
          <a:xfrm>
            <a:off x="549306" y="3643283"/>
            <a:ext cx="4860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通过输入功率计算压力：</a:t>
            </a:r>
          </a:p>
        </p:txBody>
      </p:sp>
      <p:graphicFrame>
        <p:nvGraphicFramePr>
          <p:cNvPr id="18" name="对象 17">
            <a:extLst>
              <a:ext uri="{FF2B5EF4-FFF2-40B4-BE49-F238E27FC236}">
                <a16:creationId xmlns:a16="http://schemas.microsoft.com/office/drawing/2014/main" id="{AED9B718-0E27-4C4C-B08B-FD7136657C3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1066785"/>
              </p:ext>
            </p:extLst>
          </p:nvPr>
        </p:nvGraphicFramePr>
        <p:xfrm>
          <a:off x="910878" y="2913976"/>
          <a:ext cx="3117850" cy="655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1942" name="Equation" r:id="rId6" imgW="1879560" imgH="393480" progId="Equation.DSMT4">
                  <p:embed/>
                </p:oleObj>
              </mc:Choice>
              <mc:Fallback>
                <p:oleObj name="Equation" r:id="rId6" imgW="1879560" imgH="393480" progId="Equation.DSMT4">
                  <p:embed/>
                  <p:pic>
                    <p:nvPicPr>
                      <p:cNvPr id="5" name="对象 4">
                        <a:extLst>
                          <a:ext uri="{FF2B5EF4-FFF2-40B4-BE49-F238E27FC236}">
                            <a16:creationId xmlns:a16="http://schemas.microsoft.com/office/drawing/2014/main" id="{13CFE25E-629E-40CA-B9F8-CDDDB319E93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910878" y="2913976"/>
                        <a:ext cx="3117850" cy="655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E4BEB2C6-E11D-4FA2-A9F3-3FBC5E42E6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9541276"/>
              </p:ext>
            </p:extLst>
          </p:nvPr>
        </p:nvGraphicFramePr>
        <p:xfrm>
          <a:off x="964853" y="4867716"/>
          <a:ext cx="3009900" cy="1439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1943" name="Equation" r:id="rId8" imgW="1815840" imgH="863280" progId="Equation.DSMT4">
                  <p:embed/>
                </p:oleObj>
              </mc:Choice>
              <mc:Fallback>
                <p:oleObj name="Equation" r:id="rId8" imgW="1815840" imgH="863280" progId="Equation.DSMT4">
                  <p:embed/>
                  <p:pic>
                    <p:nvPicPr>
                      <p:cNvPr id="5" name="对象 4">
                        <a:extLst>
                          <a:ext uri="{FF2B5EF4-FFF2-40B4-BE49-F238E27FC236}">
                            <a16:creationId xmlns:a16="http://schemas.microsoft.com/office/drawing/2014/main" id="{13CFE25E-629E-40CA-B9F8-CDDDB319E93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964853" y="4867716"/>
                        <a:ext cx="3009900" cy="14398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C0BA2F84-8F5A-4060-AAF3-31ED17E6D5C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38667" y="836712"/>
            <a:ext cx="6666667" cy="103809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68F92791-9BC8-47AB-978F-1F8A04B8FE93}"/>
              </a:ext>
            </a:extLst>
          </p:cNvPr>
          <p:cNvSpPr txBox="1"/>
          <p:nvPr/>
        </p:nvSpPr>
        <p:spPr>
          <a:xfrm>
            <a:off x="6300192" y="3033425"/>
            <a:ext cx="25922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注意两个效率，</a:t>
            </a:r>
            <a:endParaRPr lang="en-US" altLang="zh-CN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注意单位换算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733151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第五章作业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101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599EDC3-899D-4918-8F02-728866FC2F2A}"/>
              </a:ext>
            </a:extLst>
          </p:cNvPr>
          <p:cNvSpPr txBox="1"/>
          <p:nvPr/>
        </p:nvSpPr>
        <p:spPr>
          <a:xfrm>
            <a:off x="35496" y="1844824"/>
            <a:ext cx="48605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5-2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计算流量（注意</a:t>
            </a: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等效面积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</a:p>
        </p:txBody>
      </p:sp>
      <p:graphicFrame>
        <p:nvGraphicFramePr>
          <p:cNvPr id="8" name="对象 7">
            <a:extLst>
              <a:ext uri="{FF2B5EF4-FFF2-40B4-BE49-F238E27FC236}">
                <a16:creationId xmlns:a16="http://schemas.microsoft.com/office/drawing/2014/main" id="{301FE356-96B5-469E-8697-3EB79F22A9D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5954845"/>
              </p:ext>
            </p:extLst>
          </p:nvPr>
        </p:nvGraphicFramePr>
        <p:xfrm>
          <a:off x="770302" y="2491453"/>
          <a:ext cx="3394075" cy="1204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1944" name="Equation" r:id="rId4" imgW="2044440" imgH="723600" progId="Equation.DSMT4">
                  <p:embed/>
                </p:oleObj>
              </mc:Choice>
              <mc:Fallback>
                <p:oleObj name="Equation" r:id="rId4" imgW="2044440" imgH="723600" progId="Equation.DSMT4">
                  <p:embed/>
                  <p:pic>
                    <p:nvPicPr>
                      <p:cNvPr id="21" name="对象 20">
                        <a:extLst>
                          <a:ext uri="{FF2B5EF4-FFF2-40B4-BE49-F238E27FC236}">
                            <a16:creationId xmlns:a16="http://schemas.microsoft.com/office/drawing/2014/main" id="{EAFB8FAF-B810-478E-B85D-4CD7FA78E5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70302" y="2491453"/>
                        <a:ext cx="3394075" cy="12049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文本框 8">
            <a:extLst>
              <a:ext uri="{FF2B5EF4-FFF2-40B4-BE49-F238E27FC236}">
                <a16:creationId xmlns:a16="http://schemas.microsoft.com/office/drawing/2014/main" id="{36C559A6-A3BD-49AF-8AA8-9481353EFDB0}"/>
              </a:ext>
            </a:extLst>
          </p:cNvPr>
          <p:cNvSpPr txBox="1"/>
          <p:nvPr/>
        </p:nvSpPr>
        <p:spPr>
          <a:xfrm>
            <a:off x="432140" y="3715291"/>
            <a:ext cx="4860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通过力平衡计算压力：</a:t>
            </a:r>
          </a:p>
        </p:txBody>
      </p:sp>
      <p:graphicFrame>
        <p:nvGraphicFramePr>
          <p:cNvPr id="10" name="对象 9">
            <a:extLst>
              <a:ext uri="{FF2B5EF4-FFF2-40B4-BE49-F238E27FC236}">
                <a16:creationId xmlns:a16="http://schemas.microsoft.com/office/drawing/2014/main" id="{3A3CA342-BB9C-4982-9E65-C11066D52C0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4133038"/>
              </p:ext>
            </p:extLst>
          </p:nvPr>
        </p:nvGraphicFramePr>
        <p:xfrm>
          <a:off x="1653770" y="4147339"/>
          <a:ext cx="1624013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1945" name="Equation" r:id="rId6" imgW="977760" imgH="190440" progId="Equation.DSMT4">
                  <p:embed/>
                </p:oleObj>
              </mc:Choice>
              <mc:Fallback>
                <p:oleObj name="Equation" r:id="rId6" imgW="977760" imgH="190440" progId="Equation.DSMT4">
                  <p:embed/>
                  <p:pic>
                    <p:nvPicPr>
                      <p:cNvPr id="23" name="对象 22">
                        <a:extLst>
                          <a:ext uri="{FF2B5EF4-FFF2-40B4-BE49-F238E27FC236}">
                            <a16:creationId xmlns:a16="http://schemas.microsoft.com/office/drawing/2014/main" id="{4B56D525-1FE4-42AB-A5CF-ED929D98A0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653770" y="4147339"/>
                        <a:ext cx="1624013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>
            <a:extLst>
              <a:ext uri="{FF2B5EF4-FFF2-40B4-BE49-F238E27FC236}">
                <a16:creationId xmlns:a16="http://schemas.microsoft.com/office/drawing/2014/main" id="{C124BEA3-4715-4094-9316-D7EACE82280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09958177"/>
              </p:ext>
            </p:extLst>
          </p:nvPr>
        </p:nvGraphicFramePr>
        <p:xfrm>
          <a:off x="1486264" y="4507379"/>
          <a:ext cx="1962150" cy="614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1946" name="Equation" r:id="rId8" imgW="1180800" imgH="368280" progId="Equation.DSMT4">
                  <p:embed/>
                </p:oleObj>
              </mc:Choice>
              <mc:Fallback>
                <p:oleObj name="Equation" r:id="rId8" imgW="1180800" imgH="368280" progId="Equation.DSMT4">
                  <p:embed/>
                  <p:pic>
                    <p:nvPicPr>
                      <p:cNvPr id="24" name="对象 23">
                        <a:extLst>
                          <a:ext uri="{FF2B5EF4-FFF2-40B4-BE49-F238E27FC236}">
                            <a16:creationId xmlns:a16="http://schemas.microsoft.com/office/drawing/2014/main" id="{E58A0A5F-D0D1-4A40-A318-08A7458FF15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486264" y="4507379"/>
                        <a:ext cx="1962150" cy="6143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对象 11">
            <a:extLst>
              <a:ext uri="{FF2B5EF4-FFF2-40B4-BE49-F238E27FC236}">
                <a16:creationId xmlns:a16="http://schemas.microsoft.com/office/drawing/2014/main" id="{8081508B-1328-46A7-8316-9D23CE118CB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42541184"/>
              </p:ext>
            </p:extLst>
          </p:nvPr>
        </p:nvGraphicFramePr>
        <p:xfrm>
          <a:off x="968763" y="5220836"/>
          <a:ext cx="2994025" cy="1374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1947" name="Equation" r:id="rId10" imgW="1803240" imgH="825480" progId="Equation.DSMT4">
                  <p:embed/>
                </p:oleObj>
              </mc:Choice>
              <mc:Fallback>
                <p:oleObj name="Equation" r:id="rId10" imgW="1803240" imgH="825480" progId="Equation.DSMT4">
                  <p:embed/>
                  <p:pic>
                    <p:nvPicPr>
                      <p:cNvPr id="25" name="对象 24">
                        <a:extLst>
                          <a:ext uri="{FF2B5EF4-FFF2-40B4-BE49-F238E27FC236}">
                            <a16:creationId xmlns:a16="http://schemas.microsoft.com/office/drawing/2014/main" id="{88734D5D-C8E5-4CF3-8646-D5315D7FB34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968763" y="5220836"/>
                        <a:ext cx="2994025" cy="13747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0D9A0F21-DFC4-4C47-8F39-1FB61A3C6D6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921875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A14F16E-7774-4F01-8A11-FDD2A97646E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652120" y="1786143"/>
            <a:ext cx="3266667" cy="3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9477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第五章作业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101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EE6ED-0E40-4FF3-BB5B-40CA4677B30B}"/>
              </a:ext>
            </a:extLst>
          </p:cNvPr>
          <p:cNvSpPr txBox="1"/>
          <p:nvPr/>
        </p:nvSpPr>
        <p:spPr>
          <a:xfrm>
            <a:off x="-531" y="1990581"/>
            <a:ext cx="48605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5-3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缸筒固定，柱塞移动速度和推力：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DB01767-7874-4902-9701-5B9EB953CF92}"/>
              </a:ext>
            </a:extLst>
          </p:cNvPr>
          <p:cNvSpPr txBox="1"/>
          <p:nvPr/>
        </p:nvSpPr>
        <p:spPr>
          <a:xfrm>
            <a:off x="359509" y="4139788"/>
            <a:ext cx="4860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柱塞固定时</a:t>
            </a: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等效面积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相等，速度和力不变。</a:t>
            </a:r>
          </a:p>
        </p:txBody>
      </p:sp>
      <p:graphicFrame>
        <p:nvGraphicFramePr>
          <p:cNvPr id="18" name="对象 17">
            <a:extLst>
              <a:ext uri="{FF2B5EF4-FFF2-40B4-BE49-F238E27FC236}">
                <a16:creationId xmlns:a16="http://schemas.microsoft.com/office/drawing/2014/main" id="{AED9B718-0E27-4C4C-B08B-FD7136657C3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79600" y="2659435"/>
          <a:ext cx="1179513" cy="592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604" name="Equation" r:id="rId4" imgW="711000" imgH="355320" progId="Equation.DSMT4">
                  <p:embed/>
                </p:oleObj>
              </mc:Choice>
              <mc:Fallback>
                <p:oleObj name="Equation" r:id="rId4" imgW="711000" imgH="355320" progId="Equation.DSMT4">
                  <p:embed/>
                  <p:pic>
                    <p:nvPicPr>
                      <p:cNvPr id="18" name="对象 17">
                        <a:extLst>
                          <a:ext uri="{FF2B5EF4-FFF2-40B4-BE49-F238E27FC236}">
                            <a16:creationId xmlns:a16="http://schemas.microsoft.com/office/drawing/2014/main" id="{AED9B718-0E27-4C4C-B08B-FD7136657C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879600" y="2659435"/>
                        <a:ext cx="1179513" cy="5921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" name="对象 13">
            <a:extLst>
              <a:ext uri="{FF2B5EF4-FFF2-40B4-BE49-F238E27FC236}">
                <a16:creationId xmlns:a16="http://schemas.microsoft.com/office/drawing/2014/main" id="{AA7E891B-715F-4236-A1E7-53F8CF6BB5F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43075" y="3356347"/>
          <a:ext cx="1454150" cy="5921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605" name="Equation" r:id="rId6" imgW="876240" imgH="355320" progId="Equation.DSMT4">
                  <p:embed/>
                </p:oleObj>
              </mc:Choice>
              <mc:Fallback>
                <p:oleObj name="Equation" r:id="rId6" imgW="876240" imgH="355320" progId="Equation.DSMT4">
                  <p:embed/>
                  <p:pic>
                    <p:nvPicPr>
                      <p:cNvPr id="14" name="对象 13">
                        <a:extLst>
                          <a:ext uri="{FF2B5EF4-FFF2-40B4-BE49-F238E27FC236}">
                            <a16:creationId xmlns:a16="http://schemas.microsoft.com/office/drawing/2014/main" id="{AA7E891B-715F-4236-A1E7-53F8CF6BB5F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743075" y="3356347"/>
                        <a:ext cx="1454150" cy="5921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图片 4">
            <a:extLst>
              <a:ext uri="{FF2B5EF4-FFF2-40B4-BE49-F238E27FC236}">
                <a16:creationId xmlns:a16="http://schemas.microsoft.com/office/drawing/2014/main" id="{235B0D36-36D7-42A9-AFC7-950E535A85D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764704"/>
            <a:ext cx="9144000" cy="89452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7EF06CFF-839C-4EDF-B5D4-D31D98E4332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484115" y="1772816"/>
            <a:ext cx="3552381" cy="34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1207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第五章作业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102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EE6ED-0E40-4FF3-BB5B-40CA4677B30B}"/>
              </a:ext>
            </a:extLst>
          </p:cNvPr>
          <p:cNvSpPr txBox="1"/>
          <p:nvPr/>
        </p:nvSpPr>
        <p:spPr>
          <a:xfrm>
            <a:off x="-108520" y="2492896"/>
            <a:ext cx="48605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5-4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(1)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帕斯卡原理、流量连续性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DB01767-7874-4902-9701-5B9EB953CF92}"/>
              </a:ext>
            </a:extLst>
          </p:cNvPr>
          <p:cNvSpPr txBox="1"/>
          <p:nvPr/>
        </p:nvSpPr>
        <p:spPr>
          <a:xfrm>
            <a:off x="359555" y="3139227"/>
            <a:ext cx="4860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根据流量计算缸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速度：</a:t>
            </a:r>
          </a:p>
        </p:txBody>
      </p:sp>
      <p:graphicFrame>
        <p:nvGraphicFramePr>
          <p:cNvPr id="18" name="对象 17">
            <a:extLst>
              <a:ext uri="{FF2B5EF4-FFF2-40B4-BE49-F238E27FC236}">
                <a16:creationId xmlns:a16="http://schemas.microsoft.com/office/drawing/2014/main" id="{AED9B718-0E27-4C4C-B08B-FD7136657C3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7834067"/>
              </p:ext>
            </p:extLst>
          </p:nvPr>
        </p:nvGraphicFramePr>
        <p:xfrm>
          <a:off x="876261" y="3491950"/>
          <a:ext cx="2970213" cy="655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1232" name="Equation" r:id="rId4" imgW="1790640" imgH="393480" progId="Equation.DSMT4">
                  <p:embed/>
                </p:oleObj>
              </mc:Choice>
              <mc:Fallback>
                <p:oleObj name="Equation" r:id="rId4" imgW="1790640" imgH="393480" progId="Equation.DSMT4">
                  <p:embed/>
                  <p:pic>
                    <p:nvPicPr>
                      <p:cNvPr id="18" name="对象 17">
                        <a:extLst>
                          <a:ext uri="{FF2B5EF4-FFF2-40B4-BE49-F238E27FC236}">
                            <a16:creationId xmlns:a16="http://schemas.microsoft.com/office/drawing/2014/main" id="{AED9B718-0E27-4C4C-B08B-FD7136657C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76261" y="3491950"/>
                        <a:ext cx="2970213" cy="655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AD75F0CE-13BF-4353-80E3-740A3C9F48E3}"/>
              </a:ext>
            </a:extLst>
          </p:cNvPr>
          <p:cNvSpPr txBox="1"/>
          <p:nvPr/>
        </p:nvSpPr>
        <p:spPr>
          <a:xfrm>
            <a:off x="359555" y="4130978"/>
            <a:ext cx="4860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缸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有杆腔流量等于缸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无杆腔流量：</a:t>
            </a:r>
          </a:p>
        </p:txBody>
      </p:sp>
      <p:graphicFrame>
        <p:nvGraphicFramePr>
          <p:cNvPr id="8" name="对象 7">
            <a:extLst>
              <a:ext uri="{FF2B5EF4-FFF2-40B4-BE49-F238E27FC236}">
                <a16:creationId xmlns:a16="http://schemas.microsoft.com/office/drawing/2014/main" id="{561F7CEB-EE7F-498A-9415-BAAB0CBB6B9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24724428"/>
              </p:ext>
            </p:extLst>
          </p:nvPr>
        </p:nvGraphicFramePr>
        <p:xfrm>
          <a:off x="1950999" y="4507950"/>
          <a:ext cx="822325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1233" name="Equation" r:id="rId6" imgW="495000" imgH="190440" progId="Equation.DSMT4">
                  <p:embed/>
                </p:oleObj>
              </mc:Choice>
              <mc:Fallback>
                <p:oleObj name="Equation" r:id="rId6" imgW="495000" imgH="190440" progId="Equation.DSMT4">
                  <p:embed/>
                  <p:pic>
                    <p:nvPicPr>
                      <p:cNvPr id="18" name="对象 17">
                        <a:extLst>
                          <a:ext uri="{FF2B5EF4-FFF2-40B4-BE49-F238E27FC236}">
                            <a16:creationId xmlns:a16="http://schemas.microsoft.com/office/drawing/2014/main" id="{AED9B718-0E27-4C4C-B08B-FD7136657C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950999" y="4507950"/>
                        <a:ext cx="822325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文本框 8">
            <a:extLst>
              <a:ext uri="{FF2B5EF4-FFF2-40B4-BE49-F238E27FC236}">
                <a16:creationId xmlns:a16="http://schemas.microsoft.com/office/drawing/2014/main" id="{F71F9DDE-7BE7-479E-8594-26078F6D84AA}"/>
              </a:ext>
            </a:extLst>
          </p:cNvPr>
          <p:cNvSpPr txBox="1"/>
          <p:nvPr/>
        </p:nvSpPr>
        <p:spPr>
          <a:xfrm>
            <a:off x="359555" y="4896976"/>
            <a:ext cx="4860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根据流量计算缸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速度：</a:t>
            </a:r>
          </a:p>
        </p:txBody>
      </p:sp>
      <p:graphicFrame>
        <p:nvGraphicFramePr>
          <p:cNvPr id="10" name="对象 9">
            <a:extLst>
              <a:ext uri="{FF2B5EF4-FFF2-40B4-BE49-F238E27FC236}">
                <a16:creationId xmlns:a16="http://schemas.microsoft.com/office/drawing/2014/main" id="{04EC1F07-9C56-4C34-B46E-BD8BC5794AD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25558806"/>
              </p:ext>
            </p:extLst>
          </p:nvPr>
        </p:nvGraphicFramePr>
        <p:xfrm>
          <a:off x="634961" y="5260425"/>
          <a:ext cx="3454400" cy="633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1234" name="Equation" r:id="rId8" imgW="2082600" imgH="380880" progId="Equation.DSMT4">
                  <p:embed/>
                </p:oleObj>
              </mc:Choice>
              <mc:Fallback>
                <p:oleObj name="Equation" r:id="rId8" imgW="2082600" imgH="380880" progId="Equation.DSMT4">
                  <p:embed/>
                  <p:pic>
                    <p:nvPicPr>
                      <p:cNvPr id="18" name="对象 17">
                        <a:extLst>
                          <a:ext uri="{FF2B5EF4-FFF2-40B4-BE49-F238E27FC236}">
                            <a16:creationId xmlns:a16="http://schemas.microsoft.com/office/drawing/2014/main" id="{AED9B718-0E27-4C4C-B08B-FD7136657C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34961" y="5260425"/>
                        <a:ext cx="3454400" cy="6334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C244E88B-7085-412B-A198-0F1582262879}"/>
              </a:ext>
            </a:extLst>
          </p:cNvPr>
          <p:cNvSpPr txBox="1"/>
          <p:nvPr/>
        </p:nvSpPr>
        <p:spPr>
          <a:xfrm>
            <a:off x="4499992" y="4149080"/>
            <a:ext cx="4860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根据压力计算缸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负载：</a:t>
            </a:r>
          </a:p>
        </p:txBody>
      </p:sp>
      <p:graphicFrame>
        <p:nvGraphicFramePr>
          <p:cNvPr id="12" name="对象 11">
            <a:extLst>
              <a:ext uri="{FF2B5EF4-FFF2-40B4-BE49-F238E27FC236}">
                <a16:creationId xmlns:a16="http://schemas.microsoft.com/office/drawing/2014/main" id="{23161031-7DB3-4490-856D-09B0D96164D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31425200"/>
              </p:ext>
            </p:extLst>
          </p:nvPr>
        </p:nvGraphicFramePr>
        <p:xfrm>
          <a:off x="5773936" y="4570949"/>
          <a:ext cx="145415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1235" name="Equation" r:id="rId10" imgW="876240" imgH="190440" progId="Equation.DSMT4">
                  <p:embed/>
                </p:oleObj>
              </mc:Choice>
              <mc:Fallback>
                <p:oleObj name="Equation" r:id="rId10" imgW="876240" imgH="190440" progId="Equation.DSMT4">
                  <p:embed/>
                  <p:pic>
                    <p:nvPicPr>
                      <p:cNvPr id="18" name="对象 17">
                        <a:extLst>
                          <a:ext uri="{FF2B5EF4-FFF2-40B4-BE49-F238E27FC236}">
                            <a16:creationId xmlns:a16="http://schemas.microsoft.com/office/drawing/2014/main" id="{AED9B718-0E27-4C4C-B08B-FD7136657C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5773936" y="4570949"/>
                        <a:ext cx="1454150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4E8F7C71-695B-48F4-B75F-F24E0DC7C7D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34585490"/>
              </p:ext>
            </p:extLst>
          </p:nvPr>
        </p:nvGraphicFramePr>
        <p:xfrm>
          <a:off x="5796136" y="4930989"/>
          <a:ext cx="884238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1236" name="Equation" r:id="rId12" imgW="533160" imgH="190440" progId="Equation.DSMT4">
                  <p:embed/>
                </p:oleObj>
              </mc:Choice>
              <mc:Fallback>
                <p:oleObj name="Equation" r:id="rId12" imgW="533160" imgH="190440" progId="Equation.DSMT4">
                  <p:embed/>
                  <p:pic>
                    <p:nvPicPr>
                      <p:cNvPr id="12" name="对象 11">
                        <a:extLst>
                          <a:ext uri="{FF2B5EF4-FFF2-40B4-BE49-F238E27FC236}">
                            <a16:creationId xmlns:a16="http://schemas.microsoft.com/office/drawing/2014/main" id="{23161031-7DB3-4490-856D-09B0D96164D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5796136" y="4930989"/>
                        <a:ext cx="884238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文本框 14">
            <a:extLst>
              <a:ext uri="{FF2B5EF4-FFF2-40B4-BE49-F238E27FC236}">
                <a16:creationId xmlns:a16="http://schemas.microsoft.com/office/drawing/2014/main" id="{FD4DA718-A647-4133-A4B6-5270F78F43F1}"/>
              </a:ext>
            </a:extLst>
          </p:cNvPr>
          <p:cNvSpPr txBox="1"/>
          <p:nvPr/>
        </p:nvSpPr>
        <p:spPr>
          <a:xfrm>
            <a:off x="4499992" y="5320497"/>
            <a:ext cx="4860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已知负载相同：</a:t>
            </a:r>
          </a:p>
        </p:txBody>
      </p:sp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C687C20B-4F50-4EA4-B446-8F401EEEC8A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9099974"/>
              </p:ext>
            </p:extLst>
          </p:nvPr>
        </p:nvGraphicFramePr>
        <p:xfrm>
          <a:off x="6162873" y="5346245"/>
          <a:ext cx="674688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1237" name="Equation" r:id="rId14" imgW="406080" imgH="190440" progId="Equation.DSMT4">
                  <p:embed/>
                </p:oleObj>
              </mc:Choice>
              <mc:Fallback>
                <p:oleObj name="Equation" r:id="rId14" imgW="406080" imgH="190440" progId="Equation.DSMT4">
                  <p:embed/>
                  <p:pic>
                    <p:nvPicPr>
                      <p:cNvPr id="12" name="对象 11">
                        <a:extLst>
                          <a:ext uri="{FF2B5EF4-FFF2-40B4-BE49-F238E27FC236}">
                            <a16:creationId xmlns:a16="http://schemas.microsoft.com/office/drawing/2014/main" id="{23161031-7DB3-4490-856D-09B0D96164D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6162873" y="5346245"/>
                        <a:ext cx="674688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文本框 16">
            <a:extLst>
              <a:ext uri="{FF2B5EF4-FFF2-40B4-BE49-F238E27FC236}">
                <a16:creationId xmlns:a16="http://schemas.microsoft.com/office/drawing/2014/main" id="{57469BAB-6912-42D3-A4D0-85D13D704763}"/>
              </a:ext>
            </a:extLst>
          </p:cNvPr>
          <p:cNvSpPr txBox="1"/>
          <p:nvPr/>
        </p:nvSpPr>
        <p:spPr>
          <a:xfrm>
            <a:off x="4499993" y="5761837"/>
            <a:ext cx="1368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计算得到：</a:t>
            </a:r>
          </a:p>
        </p:txBody>
      </p:sp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14825EF0-4EDE-4A4F-A9ED-D4DA37AB1BA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9928716"/>
              </p:ext>
            </p:extLst>
          </p:nvPr>
        </p:nvGraphicFramePr>
        <p:xfrm>
          <a:off x="7020446" y="5346245"/>
          <a:ext cx="1223962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1238" name="Equation" r:id="rId16" imgW="736560" imgH="190440" progId="Equation.DSMT4">
                  <p:embed/>
                </p:oleObj>
              </mc:Choice>
              <mc:Fallback>
                <p:oleObj name="Equation" r:id="rId16" imgW="736560" imgH="190440" progId="Equation.DSMT4">
                  <p:embed/>
                  <p:pic>
                    <p:nvPicPr>
                      <p:cNvPr id="16" name="对象 15">
                        <a:extLst>
                          <a:ext uri="{FF2B5EF4-FFF2-40B4-BE49-F238E27FC236}">
                            <a16:creationId xmlns:a16="http://schemas.microsoft.com/office/drawing/2014/main" id="{C687C20B-4F50-4EA4-B446-8F401EEEC8A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7020446" y="5346245"/>
                        <a:ext cx="1223962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对象 19">
            <a:extLst>
              <a:ext uri="{FF2B5EF4-FFF2-40B4-BE49-F238E27FC236}">
                <a16:creationId xmlns:a16="http://schemas.microsoft.com/office/drawing/2014/main" id="{F92F45F0-71A1-4FA0-8207-32A7CA22A9A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77368911"/>
              </p:ext>
            </p:extLst>
          </p:nvPr>
        </p:nvGraphicFramePr>
        <p:xfrm>
          <a:off x="5704086" y="5811382"/>
          <a:ext cx="1246187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1239" name="Equation" r:id="rId18" imgW="749160" imgH="190440" progId="Equation.DSMT4">
                  <p:embed/>
                </p:oleObj>
              </mc:Choice>
              <mc:Fallback>
                <p:oleObj name="Equation" r:id="rId18" imgW="749160" imgH="19044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14825EF0-4EDE-4A4F-A9ED-D4DA37AB1B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5704086" y="5811382"/>
                        <a:ext cx="1246187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对象 20">
            <a:extLst>
              <a:ext uri="{FF2B5EF4-FFF2-40B4-BE49-F238E27FC236}">
                <a16:creationId xmlns:a16="http://schemas.microsoft.com/office/drawing/2014/main" id="{14081463-BEE9-4FFF-86D0-0E1792DA231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98722543"/>
              </p:ext>
            </p:extLst>
          </p:nvPr>
        </p:nvGraphicFramePr>
        <p:xfrm>
          <a:off x="7059687" y="5811382"/>
          <a:ext cx="1328737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1240" name="Equation" r:id="rId20" imgW="799920" imgH="190440" progId="Equation.DSMT4">
                  <p:embed/>
                </p:oleObj>
              </mc:Choice>
              <mc:Fallback>
                <p:oleObj name="Equation" r:id="rId20" imgW="799920" imgH="190440" progId="Equation.DSMT4">
                  <p:embed/>
                  <p:pic>
                    <p:nvPicPr>
                      <p:cNvPr id="16" name="对象 15">
                        <a:extLst>
                          <a:ext uri="{FF2B5EF4-FFF2-40B4-BE49-F238E27FC236}">
                            <a16:creationId xmlns:a16="http://schemas.microsoft.com/office/drawing/2014/main" id="{C687C20B-4F50-4EA4-B446-8F401EEEC8A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7059687" y="5811382"/>
                        <a:ext cx="1328737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8A022958-6E14-4B38-ADF5-661DA613BB43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BEBA8EAE-BF5A-486C-A8C5-ECC9F3942E4B}">
                <a14:imgProps xmlns:a14="http://schemas.microsoft.com/office/drawing/2010/main">
                  <a14:imgLayer r:embed="rId23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17114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C70645B-2B78-4417-8567-BAA2FD70F5BA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BEBA8EAE-BF5A-486C-A8C5-ECC9F3942E4B}">
                <a14:imgProps xmlns:a14="http://schemas.microsoft.com/office/drawing/2010/main">
                  <a14:imgLayer r:embed="rId25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23928" y="2492896"/>
            <a:ext cx="5133333" cy="14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7479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第五章作业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102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1C9F8C1-D4B5-49AD-B055-3A407BF8B620}"/>
              </a:ext>
            </a:extLst>
          </p:cNvPr>
          <p:cNvSpPr txBox="1"/>
          <p:nvPr/>
        </p:nvSpPr>
        <p:spPr>
          <a:xfrm>
            <a:off x="-474053" y="2562585"/>
            <a:ext cx="48605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(2)</a:t>
            </a: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	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根据受力平衡公式</a:t>
            </a:r>
          </a:p>
        </p:txBody>
      </p:sp>
      <p:graphicFrame>
        <p:nvGraphicFramePr>
          <p:cNvPr id="23" name="对象 22">
            <a:extLst>
              <a:ext uri="{FF2B5EF4-FFF2-40B4-BE49-F238E27FC236}">
                <a16:creationId xmlns:a16="http://schemas.microsoft.com/office/drawing/2014/main" id="{7AE3C3C7-5203-4D5C-B73B-A79962ED7FB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13851075"/>
              </p:ext>
            </p:extLst>
          </p:nvPr>
        </p:nvGraphicFramePr>
        <p:xfrm>
          <a:off x="1038115" y="3210657"/>
          <a:ext cx="145415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7191" name="Equation" r:id="rId4" imgW="876240" imgH="190440" progId="Equation.DSMT4">
                  <p:embed/>
                </p:oleObj>
              </mc:Choice>
              <mc:Fallback>
                <p:oleObj name="Equation" r:id="rId4" imgW="876240" imgH="190440" progId="Equation.DSMT4">
                  <p:embed/>
                  <p:pic>
                    <p:nvPicPr>
                      <p:cNvPr id="23" name="对象 22">
                        <a:extLst>
                          <a:ext uri="{FF2B5EF4-FFF2-40B4-BE49-F238E27FC236}">
                            <a16:creationId xmlns:a16="http://schemas.microsoft.com/office/drawing/2014/main" id="{7AE3C3C7-5203-4D5C-B73B-A79962ED7FB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038115" y="3210657"/>
                        <a:ext cx="1454150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对象 23">
            <a:extLst>
              <a:ext uri="{FF2B5EF4-FFF2-40B4-BE49-F238E27FC236}">
                <a16:creationId xmlns:a16="http://schemas.microsoft.com/office/drawing/2014/main" id="{0E618478-68B4-444B-A443-F33C4CCE7D2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78774546"/>
              </p:ext>
            </p:extLst>
          </p:nvPr>
        </p:nvGraphicFramePr>
        <p:xfrm>
          <a:off x="1060315" y="3570697"/>
          <a:ext cx="884238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7192" name="Equation" r:id="rId6" imgW="533160" imgH="190440" progId="Equation.DSMT4">
                  <p:embed/>
                </p:oleObj>
              </mc:Choice>
              <mc:Fallback>
                <p:oleObj name="Equation" r:id="rId6" imgW="533160" imgH="190440" progId="Equation.DSMT4">
                  <p:embed/>
                  <p:pic>
                    <p:nvPicPr>
                      <p:cNvPr id="24" name="对象 23">
                        <a:extLst>
                          <a:ext uri="{FF2B5EF4-FFF2-40B4-BE49-F238E27FC236}">
                            <a16:creationId xmlns:a16="http://schemas.microsoft.com/office/drawing/2014/main" id="{0E618478-68B4-444B-A443-F33C4CCE7D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060315" y="3570697"/>
                        <a:ext cx="884238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文本框 26">
            <a:extLst>
              <a:ext uri="{FF2B5EF4-FFF2-40B4-BE49-F238E27FC236}">
                <a16:creationId xmlns:a16="http://schemas.microsoft.com/office/drawing/2014/main" id="{D4919DA9-A378-48EF-9D6A-69A2C4E1C30A}"/>
              </a:ext>
            </a:extLst>
          </p:cNvPr>
          <p:cNvSpPr txBox="1"/>
          <p:nvPr/>
        </p:nvSpPr>
        <p:spPr>
          <a:xfrm>
            <a:off x="143485" y="3949723"/>
            <a:ext cx="4860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已知负载压力：</a:t>
            </a:r>
          </a:p>
        </p:txBody>
      </p:sp>
      <p:graphicFrame>
        <p:nvGraphicFramePr>
          <p:cNvPr id="28" name="对象 27">
            <a:extLst>
              <a:ext uri="{FF2B5EF4-FFF2-40B4-BE49-F238E27FC236}">
                <a16:creationId xmlns:a16="http://schemas.microsoft.com/office/drawing/2014/main" id="{3CAF07FC-2A87-43F4-8D97-7362563431B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55167916"/>
              </p:ext>
            </p:extLst>
          </p:nvPr>
        </p:nvGraphicFramePr>
        <p:xfrm>
          <a:off x="1848460" y="3975361"/>
          <a:ext cx="588962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7193" name="Equation" r:id="rId8" imgW="355320" imgH="190440" progId="Equation.DSMT4">
                  <p:embed/>
                </p:oleObj>
              </mc:Choice>
              <mc:Fallback>
                <p:oleObj name="Equation" r:id="rId8" imgW="355320" imgH="190440" progId="Equation.DSMT4">
                  <p:embed/>
                  <p:pic>
                    <p:nvPicPr>
                      <p:cNvPr id="28" name="对象 27">
                        <a:extLst>
                          <a:ext uri="{FF2B5EF4-FFF2-40B4-BE49-F238E27FC236}">
                            <a16:creationId xmlns:a16="http://schemas.microsoft.com/office/drawing/2014/main" id="{3CAF07FC-2A87-43F4-8D97-7362563431B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848460" y="3975361"/>
                        <a:ext cx="588962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" name="文本框 28">
            <a:extLst>
              <a:ext uri="{FF2B5EF4-FFF2-40B4-BE49-F238E27FC236}">
                <a16:creationId xmlns:a16="http://schemas.microsoft.com/office/drawing/2014/main" id="{499F8726-3423-41F0-8E36-E7B79B678FB6}"/>
              </a:ext>
            </a:extLst>
          </p:cNvPr>
          <p:cNvSpPr txBox="1"/>
          <p:nvPr/>
        </p:nvSpPr>
        <p:spPr>
          <a:xfrm>
            <a:off x="143486" y="4391063"/>
            <a:ext cx="1368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计算得到：</a:t>
            </a:r>
          </a:p>
        </p:txBody>
      </p:sp>
      <p:graphicFrame>
        <p:nvGraphicFramePr>
          <p:cNvPr id="30" name="对象 29">
            <a:extLst>
              <a:ext uri="{FF2B5EF4-FFF2-40B4-BE49-F238E27FC236}">
                <a16:creationId xmlns:a16="http://schemas.microsoft.com/office/drawing/2014/main" id="{486F7E2E-F224-4D7E-9654-2B522378524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52444936"/>
              </p:ext>
            </p:extLst>
          </p:nvPr>
        </p:nvGraphicFramePr>
        <p:xfrm>
          <a:off x="2663939" y="3975471"/>
          <a:ext cx="1223962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7194" name="Equation" r:id="rId10" imgW="736560" imgH="190440" progId="Equation.DSMT4">
                  <p:embed/>
                </p:oleObj>
              </mc:Choice>
              <mc:Fallback>
                <p:oleObj name="Equation" r:id="rId10" imgW="736560" imgH="190440" progId="Equation.DSMT4">
                  <p:embed/>
                  <p:pic>
                    <p:nvPicPr>
                      <p:cNvPr id="30" name="对象 29">
                        <a:extLst>
                          <a:ext uri="{FF2B5EF4-FFF2-40B4-BE49-F238E27FC236}">
                            <a16:creationId xmlns:a16="http://schemas.microsoft.com/office/drawing/2014/main" id="{486F7E2E-F224-4D7E-9654-2B522378524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2663939" y="3975471"/>
                        <a:ext cx="1223962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" name="对象 30">
            <a:extLst>
              <a:ext uri="{FF2B5EF4-FFF2-40B4-BE49-F238E27FC236}">
                <a16:creationId xmlns:a16="http://schemas.microsoft.com/office/drawing/2014/main" id="{81B64206-8F95-477A-801F-A0F7C70BB6D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0890492"/>
              </p:ext>
            </p:extLst>
          </p:nvPr>
        </p:nvGraphicFramePr>
        <p:xfrm>
          <a:off x="1251560" y="4440498"/>
          <a:ext cx="1436687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7195" name="Equation" r:id="rId12" imgW="863280" imgH="190440" progId="Equation.DSMT4">
                  <p:embed/>
                </p:oleObj>
              </mc:Choice>
              <mc:Fallback>
                <p:oleObj name="Equation" r:id="rId12" imgW="863280" imgH="190440" progId="Equation.DSMT4">
                  <p:embed/>
                  <p:pic>
                    <p:nvPicPr>
                      <p:cNvPr id="31" name="对象 30">
                        <a:extLst>
                          <a:ext uri="{FF2B5EF4-FFF2-40B4-BE49-F238E27FC236}">
                            <a16:creationId xmlns:a16="http://schemas.microsoft.com/office/drawing/2014/main" id="{81B64206-8F95-477A-801F-A0F7C70BB6D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251560" y="4440498"/>
                        <a:ext cx="1436687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" name="对象 31">
            <a:extLst>
              <a:ext uri="{FF2B5EF4-FFF2-40B4-BE49-F238E27FC236}">
                <a16:creationId xmlns:a16="http://schemas.microsoft.com/office/drawing/2014/main" id="{E5C7F8EB-2B9B-4971-A698-37EA93A0C88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20190113"/>
              </p:ext>
            </p:extLst>
          </p:nvPr>
        </p:nvGraphicFramePr>
        <p:xfrm>
          <a:off x="2776576" y="4440498"/>
          <a:ext cx="1285875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7196" name="Equation" r:id="rId14" imgW="774360" imgH="190440" progId="Equation.DSMT4">
                  <p:embed/>
                </p:oleObj>
              </mc:Choice>
              <mc:Fallback>
                <p:oleObj name="Equation" r:id="rId14" imgW="774360" imgH="190440" progId="Equation.DSMT4">
                  <p:embed/>
                  <p:pic>
                    <p:nvPicPr>
                      <p:cNvPr id="32" name="对象 31">
                        <a:extLst>
                          <a:ext uri="{FF2B5EF4-FFF2-40B4-BE49-F238E27FC236}">
                            <a16:creationId xmlns:a16="http://schemas.microsoft.com/office/drawing/2014/main" id="{E5C7F8EB-2B9B-4971-A698-37EA93A0C88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2776576" y="4440498"/>
                        <a:ext cx="1285875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文本框 33">
            <a:extLst>
              <a:ext uri="{FF2B5EF4-FFF2-40B4-BE49-F238E27FC236}">
                <a16:creationId xmlns:a16="http://schemas.microsoft.com/office/drawing/2014/main" id="{84666F24-6D01-4916-8F1F-1B39DE5A6CC4}"/>
              </a:ext>
            </a:extLst>
          </p:cNvPr>
          <p:cNvSpPr txBox="1"/>
          <p:nvPr/>
        </p:nvSpPr>
        <p:spPr>
          <a:xfrm>
            <a:off x="-402045" y="4725144"/>
            <a:ext cx="48605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(3)</a:t>
            </a: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	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根据受力平衡公式</a:t>
            </a:r>
          </a:p>
        </p:txBody>
      </p:sp>
      <p:graphicFrame>
        <p:nvGraphicFramePr>
          <p:cNvPr id="35" name="对象 34">
            <a:extLst>
              <a:ext uri="{FF2B5EF4-FFF2-40B4-BE49-F238E27FC236}">
                <a16:creationId xmlns:a16="http://schemas.microsoft.com/office/drawing/2014/main" id="{0C5C799F-3AED-4AD5-85A4-4EAEB1365CF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3446423"/>
              </p:ext>
            </p:extLst>
          </p:nvPr>
        </p:nvGraphicFramePr>
        <p:xfrm>
          <a:off x="1110123" y="5301208"/>
          <a:ext cx="145415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7197" name="Equation" r:id="rId16" imgW="876240" imgH="190440" progId="Equation.DSMT4">
                  <p:embed/>
                </p:oleObj>
              </mc:Choice>
              <mc:Fallback>
                <p:oleObj name="Equation" r:id="rId16" imgW="876240" imgH="190440" progId="Equation.DSMT4">
                  <p:embed/>
                  <p:pic>
                    <p:nvPicPr>
                      <p:cNvPr id="35" name="对象 34">
                        <a:extLst>
                          <a:ext uri="{FF2B5EF4-FFF2-40B4-BE49-F238E27FC236}">
                            <a16:creationId xmlns:a16="http://schemas.microsoft.com/office/drawing/2014/main" id="{0C5C799F-3AED-4AD5-85A4-4EAEB1365CF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10123" y="5301208"/>
                        <a:ext cx="1454150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" name="对象 35">
            <a:extLst>
              <a:ext uri="{FF2B5EF4-FFF2-40B4-BE49-F238E27FC236}">
                <a16:creationId xmlns:a16="http://schemas.microsoft.com/office/drawing/2014/main" id="{EEFECAC8-76E6-4BAE-B2AC-238B4D04AE4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71235512"/>
              </p:ext>
            </p:extLst>
          </p:nvPr>
        </p:nvGraphicFramePr>
        <p:xfrm>
          <a:off x="1132323" y="5661248"/>
          <a:ext cx="884238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7198" name="Equation" r:id="rId17" imgW="533160" imgH="190440" progId="Equation.DSMT4">
                  <p:embed/>
                </p:oleObj>
              </mc:Choice>
              <mc:Fallback>
                <p:oleObj name="Equation" r:id="rId17" imgW="533160" imgH="190440" progId="Equation.DSMT4">
                  <p:embed/>
                  <p:pic>
                    <p:nvPicPr>
                      <p:cNvPr id="36" name="对象 35">
                        <a:extLst>
                          <a:ext uri="{FF2B5EF4-FFF2-40B4-BE49-F238E27FC236}">
                            <a16:creationId xmlns:a16="http://schemas.microsoft.com/office/drawing/2014/main" id="{EEFECAC8-76E6-4BAE-B2AC-238B4D04AE4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132323" y="5661248"/>
                        <a:ext cx="884238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" name="文本框 36">
            <a:extLst>
              <a:ext uri="{FF2B5EF4-FFF2-40B4-BE49-F238E27FC236}">
                <a16:creationId xmlns:a16="http://schemas.microsoft.com/office/drawing/2014/main" id="{512D7117-F8FB-422C-B1E6-2CC1819BD5C4}"/>
              </a:ext>
            </a:extLst>
          </p:cNvPr>
          <p:cNvSpPr txBox="1"/>
          <p:nvPr/>
        </p:nvSpPr>
        <p:spPr>
          <a:xfrm>
            <a:off x="215493" y="6040274"/>
            <a:ext cx="4860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已知负载压力：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17CB20A1-AD17-464F-863A-361914A803E2}"/>
              </a:ext>
            </a:extLst>
          </p:cNvPr>
          <p:cNvSpPr txBox="1"/>
          <p:nvPr/>
        </p:nvSpPr>
        <p:spPr>
          <a:xfrm>
            <a:off x="215494" y="6481614"/>
            <a:ext cx="1368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计算得到：</a:t>
            </a:r>
          </a:p>
        </p:txBody>
      </p:sp>
      <p:graphicFrame>
        <p:nvGraphicFramePr>
          <p:cNvPr id="39" name="对象 38">
            <a:extLst>
              <a:ext uri="{FF2B5EF4-FFF2-40B4-BE49-F238E27FC236}">
                <a16:creationId xmlns:a16="http://schemas.microsoft.com/office/drawing/2014/main" id="{8F5784EA-4BAD-4A81-8BCD-7253F6B686A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44760510"/>
              </p:ext>
            </p:extLst>
          </p:nvPr>
        </p:nvGraphicFramePr>
        <p:xfrm>
          <a:off x="2735947" y="6066022"/>
          <a:ext cx="1223962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7199" name="Equation" r:id="rId18" imgW="736560" imgH="190440" progId="Equation.DSMT4">
                  <p:embed/>
                </p:oleObj>
              </mc:Choice>
              <mc:Fallback>
                <p:oleObj name="Equation" r:id="rId18" imgW="736560" imgH="190440" progId="Equation.DSMT4">
                  <p:embed/>
                  <p:pic>
                    <p:nvPicPr>
                      <p:cNvPr id="39" name="对象 38">
                        <a:extLst>
                          <a:ext uri="{FF2B5EF4-FFF2-40B4-BE49-F238E27FC236}">
                            <a16:creationId xmlns:a16="http://schemas.microsoft.com/office/drawing/2014/main" id="{8F5784EA-4BAD-4A81-8BCD-7253F6B686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2735947" y="6066022"/>
                        <a:ext cx="1223962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" name="对象 39">
            <a:extLst>
              <a:ext uri="{FF2B5EF4-FFF2-40B4-BE49-F238E27FC236}">
                <a16:creationId xmlns:a16="http://schemas.microsoft.com/office/drawing/2014/main" id="{A89E668F-D5A6-4B1B-AE6B-D144FE79E8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4915260"/>
              </p:ext>
            </p:extLst>
          </p:nvPr>
        </p:nvGraphicFramePr>
        <p:xfrm>
          <a:off x="1491843" y="6531028"/>
          <a:ext cx="109855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7200" name="Equation" r:id="rId19" imgW="660240" imgH="190440" progId="Equation.DSMT4">
                  <p:embed/>
                </p:oleObj>
              </mc:Choice>
              <mc:Fallback>
                <p:oleObj name="Equation" r:id="rId19" imgW="660240" imgH="190440" progId="Equation.DSMT4">
                  <p:embed/>
                  <p:pic>
                    <p:nvPicPr>
                      <p:cNvPr id="40" name="对象 39">
                        <a:extLst>
                          <a:ext uri="{FF2B5EF4-FFF2-40B4-BE49-F238E27FC236}">
                            <a16:creationId xmlns:a16="http://schemas.microsoft.com/office/drawing/2014/main" id="{A89E668F-D5A6-4B1B-AE6B-D144FE79E8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1843" y="6531028"/>
                        <a:ext cx="1098550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" name="对象 40">
            <a:extLst>
              <a:ext uri="{FF2B5EF4-FFF2-40B4-BE49-F238E27FC236}">
                <a16:creationId xmlns:a16="http://schemas.microsoft.com/office/drawing/2014/main" id="{AF37305B-7EC7-49E1-8E26-DDA8FA9DD76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66957580"/>
              </p:ext>
            </p:extLst>
          </p:nvPr>
        </p:nvGraphicFramePr>
        <p:xfrm>
          <a:off x="2735947" y="6531028"/>
          <a:ext cx="92710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7201" name="Equation" r:id="rId21" imgW="558720" imgH="190440" progId="Equation.DSMT4">
                  <p:embed/>
                </p:oleObj>
              </mc:Choice>
              <mc:Fallback>
                <p:oleObj name="Equation" r:id="rId21" imgW="558720" imgH="190440" progId="Equation.DSMT4">
                  <p:embed/>
                  <p:pic>
                    <p:nvPicPr>
                      <p:cNvPr id="41" name="对象 40">
                        <a:extLst>
                          <a:ext uri="{FF2B5EF4-FFF2-40B4-BE49-F238E27FC236}">
                            <a16:creationId xmlns:a16="http://schemas.microsoft.com/office/drawing/2014/main" id="{AF37305B-7EC7-49E1-8E26-DDA8FA9DD76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735947" y="6531028"/>
                        <a:ext cx="927100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" name="对象 41">
            <a:extLst>
              <a:ext uri="{FF2B5EF4-FFF2-40B4-BE49-F238E27FC236}">
                <a16:creationId xmlns:a16="http://schemas.microsoft.com/office/drawing/2014/main" id="{924EFF5D-D212-4A93-B438-F11DCF87A11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29985768"/>
              </p:ext>
            </p:extLst>
          </p:nvPr>
        </p:nvGraphicFramePr>
        <p:xfrm>
          <a:off x="1980793" y="6083353"/>
          <a:ext cx="60960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7202" name="Equation" r:id="rId23" imgW="368280" imgH="190440" progId="Equation.DSMT4">
                  <p:embed/>
                </p:oleObj>
              </mc:Choice>
              <mc:Fallback>
                <p:oleObj name="Equation" r:id="rId23" imgW="368280" imgH="190440" progId="Equation.DSMT4">
                  <p:embed/>
                  <p:pic>
                    <p:nvPicPr>
                      <p:cNvPr id="42" name="对象 41">
                        <a:extLst>
                          <a:ext uri="{FF2B5EF4-FFF2-40B4-BE49-F238E27FC236}">
                            <a16:creationId xmlns:a16="http://schemas.microsoft.com/office/drawing/2014/main" id="{924EFF5D-D212-4A93-B438-F11DCF87A1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980793" y="6083353"/>
                        <a:ext cx="609600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8A022958-6E14-4B38-ADF5-661DA613BB43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BEBA8EAE-BF5A-486C-A8C5-ECC9F3942E4B}">
                <a14:imgProps xmlns:a14="http://schemas.microsoft.com/office/drawing/2010/main">
                  <a14:imgLayer r:embed="rId26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17114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E88CC0E0-AD47-4203-95EE-6D3F89957DD5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BEBA8EAE-BF5A-486C-A8C5-ECC9F3942E4B}">
                <a14:imgProps xmlns:a14="http://schemas.microsoft.com/office/drawing/2010/main">
                  <a14:imgLayer r:embed="rId28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03163" y="2492896"/>
            <a:ext cx="5133333" cy="14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042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第五章作业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102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EE6ED-0E40-4FF3-BB5B-40CA4677B30B}"/>
              </a:ext>
            </a:extLst>
          </p:cNvPr>
          <p:cNvSpPr txBox="1"/>
          <p:nvPr/>
        </p:nvSpPr>
        <p:spPr>
          <a:xfrm>
            <a:off x="-531" y="1342509"/>
            <a:ext cx="48605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5-5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忽略泄漏，根据液压缸力平衡方程：</a:t>
            </a:r>
          </a:p>
        </p:txBody>
      </p:sp>
      <p:graphicFrame>
        <p:nvGraphicFramePr>
          <p:cNvPr id="18" name="对象 17">
            <a:extLst>
              <a:ext uri="{FF2B5EF4-FFF2-40B4-BE49-F238E27FC236}">
                <a16:creationId xmlns:a16="http://schemas.microsoft.com/office/drawing/2014/main" id="{AED9B718-0E27-4C4C-B08B-FD7136657C3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18121111"/>
              </p:ext>
            </p:extLst>
          </p:nvPr>
        </p:nvGraphicFramePr>
        <p:xfrm>
          <a:off x="1679575" y="2011363"/>
          <a:ext cx="1579563" cy="592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3924" name="Equation" r:id="rId4" imgW="952200" imgH="355320" progId="Equation.DSMT4">
                  <p:embed/>
                </p:oleObj>
              </mc:Choice>
              <mc:Fallback>
                <p:oleObj name="Equation" r:id="rId4" imgW="952200" imgH="355320" progId="Equation.DSMT4">
                  <p:embed/>
                  <p:pic>
                    <p:nvPicPr>
                      <p:cNvPr id="18" name="对象 17">
                        <a:extLst>
                          <a:ext uri="{FF2B5EF4-FFF2-40B4-BE49-F238E27FC236}">
                            <a16:creationId xmlns:a16="http://schemas.microsoft.com/office/drawing/2014/main" id="{AED9B718-0E27-4C4C-B08B-FD7136657C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679575" y="2011363"/>
                        <a:ext cx="1579563" cy="5921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对象 6">
            <a:extLst>
              <a:ext uri="{FF2B5EF4-FFF2-40B4-BE49-F238E27FC236}">
                <a16:creationId xmlns:a16="http://schemas.microsoft.com/office/drawing/2014/main" id="{B3B6B0E2-A304-4A1D-B257-C3E94011AFD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00757687"/>
              </p:ext>
            </p:extLst>
          </p:nvPr>
        </p:nvGraphicFramePr>
        <p:xfrm>
          <a:off x="1952625" y="2681288"/>
          <a:ext cx="1031875" cy="612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3925" name="Equation" r:id="rId6" imgW="622080" imgH="368280" progId="Equation.DSMT4">
                  <p:embed/>
                </p:oleObj>
              </mc:Choice>
              <mc:Fallback>
                <p:oleObj name="Equation" r:id="rId6" imgW="622080" imgH="368280" progId="Equation.DSMT4">
                  <p:embed/>
                  <p:pic>
                    <p:nvPicPr>
                      <p:cNvPr id="18" name="对象 17">
                        <a:extLst>
                          <a:ext uri="{FF2B5EF4-FFF2-40B4-BE49-F238E27FC236}">
                            <a16:creationId xmlns:a16="http://schemas.microsoft.com/office/drawing/2014/main" id="{AED9B718-0E27-4C4C-B08B-FD7136657C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952625" y="2681288"/>
                        <a:ext cx="1031875" cy="6127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217C7D62-CEA7-490D-A628-D5DB0126F88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764704"/>
            <a:ext cx="9144000" cy="43461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10F6B30-614D-459A-AC29-CED5396340E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72327" y="1340768"/>
            <a:ext cx="3638095" cy="14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576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第六章作业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157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EE6ED-0E40-4FF3-BB5B-40CA4677B30B}"/>
              </a:ext>
            </a:extLst>
          </p:cNvPr>
          <p:cNvSpPr txBox="1"/>
          <p:nvPr/>
        </p:nvSpPr>
        <p:spPr>
          <a:xfrm>
            <a:off x="-531" y="1927865"/>
            <a:ext cx="48605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）阀芯轴向受力面积设计为力平衡，仅受液动力作用，阀口开度不变，仅考虑进油和回油节流边</a:t>
            </a: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稳态液动力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graphicFrame>
        <p:nvGraphicFramePr>
          <p:cNvPr id="26" name="对象 25">
            <a:extLst>
              <a:ext uri="{FF2B5EF4-FFF2-40B4-BE49-F238E27FC236}">
                <a16:creationId xmlns:a16="http://schemas.microsoft.com/office/drawing/2014/main" id="{620F0E76-1A37-4913-8BCD-D37B3FC9C9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30472388"/>
              </p:ext>
            </p:extLst>
          </p:nvPr>
        </p:nvGraphicFramePr>
        <p:xfrm>
          <a:off x="434975" y="2896566"/>
          <a:ext cx="3733800" cy="693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7193" name="Equation" r:id="rId4" imgW="2247840" imgH="419040" progId="Equation.DSMT4">
                  <p:embed/>
                </p:oleObj>
              </mc:Choice>
              <mc:Fallback>
                <p:oleObj name="Equation" r:id="rId4" imgW="2247840" imgH="419040" progId="Equation.DSMT4">
                  <p:embed/>
                  <p:pic>
                    <p:nvPicPr>
                      <p:cNvPr id="26" name="对象 25">
                        <a:extLst>
                          <a:ext uri="{FF2B5EF4-FFF2-40B4-BE49-F238E27FC236}">
                            <a16:creationId xmlns:a16="http://schemas.microsoft.com/office/drawing/2014/main" id="{620F0E76-1A37-4913-8BCD-D37B3FC9C95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34975" y="2896566"/>
                        <a:ext cx="3733800" cy="6937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文本框 13">
            <a:extLst>
              <a:ext uri="{FF2B5EF4-FFF2-40B4-BE49-F238E27FC236}">
                <a16:creationId xmlns:a16="http://schemas.microsoft.com/office/drawing/2014/main" id="{0F16BF20-B4A9-424D-8FA4-B62657E10B25}"/>
              </a:ext>
            </a:extLst>
          </p:cNvPr>
          <p:cNvSpPr txBox="1"/>
          <p:nvPr/>
        </p:nvSpPr>
        <p:spPr>
          <a:xfrm>
            <a:off x="467544" y="3662312"/>
            <a:ext cx="4860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其中：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4515167-2B4F-405E-9E37-CA06354FE652}"/>
              </a:ext>
            </a:extLst>
          </p:cNvPr>
          <p:cNvSpPr txBox="1"/>
          <p:nvPr/>
        </p:nvSpPr>
        <p:spPr>
          <a:xfrm>
            <a:off x="3166766" y="3234628"/>
            <a:ext cx="19586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p105</a:t>
            </a:r>
            <a:r>
              <a:rPr lang="zh-CN" altLang="en-US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公式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BE57BB09-BF65-43D5-B14D-5EF70BD6C77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32526971"/>
              </p:ext>
            </p:extLst>
          </p:nvPr>
        </p:nvGraphicFramePr>
        <p:xfrm>
          <a:off x="1806575" y="3706762"/>
          <a:ext cx="990600" cy="315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7194" name="Equation" r:id="rId6" imgW="596880" imgH="190440" progId="Equation.DSMT4">
                  <p:embed/>
                </p:oleObj>
              </mc:Choice>
              <mc:Fallback>
                <p:oleObj name="Equation" r:id="rId6" imgW="596880" imgH="190440" progId="Equation.DSMT4">
                  <p:embed/>
                  <p:pic>
                    <p:nvPicPr>
                      <p:cNvPr id="26" name="对象 25">
                        <a:extLst>
                          <a:ext uri="{FF2B5EF4-FFF2-40B4-BE49-F238E27FC236}">
                            <a16:creationId xmlns:a16="http://schemas.microsoft.com/office/drawing/2014/main" id="{620F0E76-1A37-4913-8BCD-D37B3FC9C95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806575" y="3706762"/>
                        <a:ext cx="990600" cy="3159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对象 19">
            <a:extLst>
              <a:ext uri="{FF2B5EF4-FFF2-40B4-BE49-F238E27FC236}">
                <a16:creationId xmlns:a16="http://schemas.microsoft.com/office/drawing/2014/main" id="{2EC29039-2A7C-400E-A31F-E9E266E549D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45227523"/>
              </p:ext>
            </p:extLst>
          </p:nvPr>
        </p:nvGraphicFramePr>
        <p:xfrm>
          <a:off x="2651770" y="4042596"/>
          <a:ext cx="1200150" cy="338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7195" name="Equation" r:id="rId8" imgW="723600" imgH="203040" progId="Equation.DSMT4">
                  <p:embed/>
                </p:oleObj>
              </mc:Choice>
              <mc:Fallback>
                <p:oleObj name="Equation" r:id="rId8" imgW="723600" imgH="20304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BE57BB09-BF65-43D5-B14D-5EF70BD6C77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651770" y="4042596"/>
                        <a:ext cx="1200150" cy="3381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文本框 20">
            <a:extLst>
              <a:ext uri="{FF2B5EF4-FFF2-40B4-BE49-F238E27FC236}">
                <a16:creationId xmlns:a16="http://schemas.microsoft.com/office/drawing/2014/main" id="{5B6F4315-BD9F-403C-828E-A67AE32FB0E5}"/>
              </a:ext>
            </a:extLst>
          </p:cNvPr>
          <p:cNvSpPr txBox="1"/>
          <p:nvPr/>
        </p:nvSpPr>
        <p:spPr>
          <a:xfrm>
            <a:off x="467545" y="4026998"/>
            <a:ext cx="2245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进油节流边压差为：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013D1DC-AA16-4DF1-9366-28C7F58E95C8}"/>
              </a:ext>
            </a:extLst>
          </p:cNvPr>
          <p:cNvSpPr txBox="1"/>
          <p:nvPr/>
        </p:nvSpPr>
        <p:spPr>
          <a:xfrm>
            <a:off x="467545" y="4484282"/>
            <a:ext cx="2245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回油节流边压差为：</a:t>
            </a:r>
          </a:p>
        </p:txBody>
      </p:sp>
      <p:graphicFrame>
        <p:nvGraphicFramePr>
          <p:cNvPr id="23" name="对象 22">
            <a:extLst>
              <a:ext uri="{FF2B5EF4-FFF2-40B4-BE49-F238E27FC236}">
                <a16:creationId xmlns:a16="http://schemas.microsoft.com/office/drawing/2014/main" id="{43F022D4-2E82-4429-B549-CBB527D528C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2407152"/>
              </p:ext>
            </p:extLst>
          </p:nvPr>
        </p:nvGraphicFramePr>
        <p:xfrm>
          <a:off x="2682875" y="4490665"/>
          <a:ext cx="113665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7196" name="Equation" r:id="rId10" imgW="685800" imgH="190440" progId="Equation.DSMT4">
                  <p:embed/>
                </p:oleObj>
              </mc:Choice>
              <mc:Fallback>
                <p:oleObj name="Equation" r:id="rId10" imgW="685800" imgH="190440" progId="Equation.DSMT4">
                  <p:embed/>
                  <p:pic>
                    <p:nvPicPr>
                      <p:cNvPr id="20" name="对象 19">
                        <a:extLst>
                          <a:ext uri="{FF2B5EF4-FFF2-40B4-BE49-F238E27FC236}">
                            <a16:creationId xmlns:a16="http://schemas.microsoft.com/office/drawing/2014/main" id="{2EC29039-2A7C-400E-A31F-E9E266E549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2682875" y="4490665"/>
                        <a:ext cx="1136650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文本框 23">
            <a:extLst>
              <a:ext uri="{FF2B5EF4-FFF2-40B4-BE49-F238E27FC236}">
                <a16:creationId xmlns:a16="http://schemas.microsoft.com/office/drawing/2014/main" id="{D3EB1D3F-BFAD-4248-9B22-7580E2327837}"/>
              </a:ext>
            </a:extLst>
          </p:cNvPr>
          <p:cNvSpPr txBox="1"/>
          <p:nvPr/>
        </p:nvSpPr>
        <p:spPr>
          <a:xfrm>
            <a:off x="467544" y="5318496"/>
            <a:ext cx="2664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根据液压缸力平衡方程：</a:t>
            </a:r>
          </a:p>
        </p:txBody>
      </p:sp>
      <p:graphicFrame>
        <p:nvGraphicFramePr>
          <p:cNvPr id="27" name="对象 26">
            <a:extLst>
              <a:ext uri="{FF2B5EF4-FFF2-40B4-BE49-F238E27FC236}">
                <a16:creationId xmlns:a16="http://schemas.microsoft.com/office/drawing/2014/main" id="{1900A07B-CA8E-4E72-9158-F9DEC9BF048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70564575"/>
              </p:ext>
            </p:extLst>
          </p:nvPr>
        </p:nvGraphicFramePr>
        <p:xfrm>
          <a:off x="2114550" y="5534520"/>
          <a:ext cx="2273300" cy="612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7197" name="Equation" r:id="rId12" imgW="1371600" imgH="368280" progId="Equation.DSMT4">
                  <p:embed/>
                </p:oleObj>
              </mc:Choice>
              <mc:Fallback>
                <p:oleObj name="Equation" r:id="rId12" imgW="1371600" imgH="368280" progId="Equation.DSMT4">
                  <p:embed/>
                  <p:pic>
                    <p:nvPicPr>
                      <p:cNvPr id="23" name="对象 22">
                        <a:extLst>
                          <a:ext uri="{FF2B5EF4-FFF2-40B4-BE49-F238E27FC236}">
                            <a16:creationId xmlns:a16="http://schemas.microsoft.com/office/drawing/2014/main" id="{43F022D4-2E82-4429-B549-CBB527D528C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2114550" y="5534520"/>
                        <a:ext cx="2273300" cy="6127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" name="文本框 28">
            <a:extLst>
              <a:ext uri="{FF2B5EF4-FFF2-40B4-BE49-F238E27FC236}">
                <a16:creationId xmlns:a16="http://schemas.microsoft.com/office/drawing/2014/main" id="{F6D04E46-3997-4A0F-AF17-F556F8180D65}"/>
              </a:ext>
            </a:extLst>
          </p:cNvPr>
          <p:cNvSpPr txBox="1"/>
          <p:nvPr/>
        </p:nvSpPr>
        <p:spPr>
          <a:xfrm>
            <a:off x="467545" y="4926897"/>
            <a:ext cx="2245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则：</a:t>
            </a:r>
          </a:p>
        </p:txBody>
      </p:sp>
      <p:graphicFrame>
        <p:nvGraphicFramePr>
          <p:cNvPr id="30" name="对象 29">
            <a:extLst>
              <a:ext uri="{FF2B5EF4-FFF2-40B4-BE49-F238E27FC236}">
                <a16:creationId xmlns:a16="http://schemas.microsoft.com/office/drawing/2014/main" id="{D1517701-AC71-4F08-B70B-65A852593B1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5451446"/>
              </p:ext>
            </p:extLst>
          </p:nvPr>
        </p:nvGraphicFramePr>
        <p:xfrm>
          <a:off x="1475656" y="4886448"/>
          <a:ext cx="2973388" cy="377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7198" name="Equation" r:id="rId14" imgW="1790640" imgH="228600" progId="Equation.DSMT4">
                  <p:embed/>
                </p:oleObj>
              </mc:Choice>
              <mc:Fallback>
                <p:oleObj name="Equation" r:id="rId14" imgW="1790640" imgH="228600" progId="Equation.DSMT4">
                  <p:embed/>
                  <p:pic>
                    <p:nvPicPr>
                      <p:cNvPr id="26" name="对象 25">
                        <a:extLst>
                          <a:ext uri="{FF2B5EF4-FFF2-40B4-BE49-F238E27FC236}">
                            <a16:creationId xmlns:a16="http://schemas.microsoft.com/office/drawing/2014/main" id="{620F0E76-1A37-4913-8BCD-D37B3FC9C95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475656" y="4886448"/>
                        <a:ext cx="2973388" cy="3778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" name="文本框 30">
            <a:extLst>
              <a:ext uri="{FF2B5EF4-FFF2-40B4-BE49-F238E27FC236}">
                <a16:creationId xmlns:a16="http://schemas.microsoft.com/office/drawing/2014/main" id="{A23B464F-1771-4D61-8B52-395191408231}"/>
              </a:ext>
            </a:extLst>
          </p:cNvPr>
          <p:cNvSpPr txBox="1"/>
          <p:nvPr/>
        </p:nvSpPr>
        <p:spPr>
          <a:xfrm>
            <a:off x="467545" y="6213749"/>
            <a:ext cx="1296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计算得：</a:t>
            </a:r>
          </a:p>
        </p:txBody>
      </p:sp>
      <p:graphicFrame>
        <p:nvGraphicFramePr>
          <p:cNvPr id="32" name="对象 31">
            <a:extLst>
              <a:ext uri="{FF2B5EF4-FFF2-40B4-BE49-F238E27FC236}">
                <a16:creationId xmlns:a16="http://schemas.microsoft.com/office/drawing/2014/main" id="{D177E5E1-01D4-4D6A-B3F4-94888F86A4C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48099243"/>
              </p:ext>
            </p:extLst>
          </p:nvPr>
        </p:nvGraphicFramePr>
        <p:xfrm>
          <a:off x="1525588" y="6128593"/>
          <a:ext cx="3451225" cy="612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7199" name="Equation" r:id="rId16" imgW="2082600" imgH="368280" progId="Equation.DSMT4">
                  <p:embed/>
                </p:oleObj>
              </mc:Choice>
              <mc:Fallback>
                <p:oleObj name="Equation" r:id="rId16" imgW="2082600" imgH="368280" progId="Equation.DSMT4">
                  <p:embed/>
                  <p:pic>
                    <p:nvPicPr>
                      <p:cNvPr id="27" name="对象 26">
                        <a:extLst>
                          <a:ext uri="{FF2B5EF4-FFF2-40B4-BE49-F238E27FC236}">
                            <a16:creationId xmlns:a16="http://schemas.microsoft.com/office/drawing/2014/main" id="{1900A07B-CA8E-4E72-9158-F9DEC9BF048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525588" y="6128593"/>
                        <a:ext cx="3451225" cy="6127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文本框 32">
            <a:extLst>
              <a:ext uri="{FF2B5EF4-FFF2-40B4-BE49-F238E27FC236}">
                <a16:creationId xmlns:a16="http://schemas.microsoft.com/office/drawing/2014/main" id="{D2EB819A-67B2-4844-9229-750CFD1D50D3}"/>
              </a:ext>
            </a:extLst>
          </p:cNvPr>
          <p:cNvSpPr txBox="1"/>
          <p:nvPr/>
        </p:nvSpPr>
        <p:spPr>
          <a:xfrm>
            <a:off x="5486939" y="4850576"/>
            <a:ext cx="3097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计算得到阀芯所受液动力为：</a:t>
            </a:r>
          </a:p>
        </p:txBody>
      </p:sp>
      <p:graphicFrame>
        <p:nvGraphicFramePr>
          <p:cNvPr id="34" name="对象 33">
            <a:extLst>
              <a:ext uri="{FF2B5EF4-FFF2-40B4-BE49-F238E27FC236}">
                <a16:creationId xmlns:a16="http://schemas.microsoft.com/office/drawing/2014/main" id="{3E1CABF0-0CF6-42A6-9989-327958E1441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7397585"/>
              </p:ext>
            </p:extLst>
          </p:nvPr>
        </p:nvGraphicFramePr>
        <p:xfrm>
          <a:off x="4668837" y="5312345"/>
          <a:ext cx="4511675" cy="985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7200" name="Equation" r:id="rId18" imgW="2717640" imgH="596880" progId="Equation.DSMT4">
                  <p:embed/>
                </p:oleObj>
              </mc:Choice>
              <mc:Fallback>
                <p:oleObj name="Equation" r:id="rId18" imgW="2717640" imgH="596880" progId="Equation.DSMT4">
                  <p:embed/>
                  <p:pic>
                    <p:nvPicPr>
                      <p:cNvPr id="30" name="对象 29">
                        <a:extLst>
                          <a:ext uri="{FF2B5EF4-FFF2-40B4-BE49-F238E27FC236}">
                            <a16:creationId xmlns:a16="http://schemas.microsoft.com/office/drawing/2014/main" id="{D1517701-AC71-4F08-B70B-65A852593B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4668837" y="5312345"/>
                        <a:ext cx="4511675" cy="9858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文本框 34">
            <a:extLst>
              <a:ext uri="{FF2B5EF4-FFF2-40B4-BE49-F238E27FC236}">
                <a16:creationId xmlns:a16="http://schemas.microsoft.com/office/drawing/2014/main" id="{3745A3CD-D2C3-4AFC-98B6-22ADE4691178}"/>
              </a:ext>
            </a:extLst>
          </p:cNvPr>
          <p:cNvSpPr txBox="1"/>
          <p:nvPr/>
        </p:nvSpPr>
        <p:spPr>
          <a:xfrm>
            <a:off x="5486939" y="6372036"/>
            <a:ext cx="36353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方向向左，指向阀口关闭方向。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2F087F6-F567-409B-8E80-8FCD695D55A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764704"/>
            <a:ext cx="9144000" cy="100956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8001251-261B-4FE1-A605-AE02E4C2190E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BEBA8EAE-BF5A-486C-A8C5-ECC9F3942E4B}">
                <a14:imgProps xmlns:a14="http://schemas.microsoft.com/office/drawing/2010/main">
                  <a14:imgLayer r:embed="rId2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17406" y="1866705"/>
            <a:ext cx="3923809" cy="2942857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5C63308F-3CEF-438A-803B-C51873D25E28}"/>
              </a:ext>
            </a:extLst>
          </p:cNvPr>
          <p:cNvSpPr txBox="1"/>
          <p:nvPr/>
        </p:nvSpPr>
        <p:spPr>
          <a:xfrm>
            <a:off x="7097752" y="2335171"/>
            <a:ext cx="19586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4A5CFCFE-7164-4381-B0D5-3119F1056BA5}"/>
              </a:ext>
            </a:extLst>
          </p:cNvPr>
          <p:cNvSpPr txBox="1"/>
          <p:nvPr/>
        </p:nvSpPr>
        <p:spPr>
          <a:xfrm>
            <a:off x="6325280" y="2335171"/>
            <a:ext cx="19586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086562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第六章作业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157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00CCAF58-DD23-4C52-BEC2-27AFD710A5DA}"/>
              </a:ext>
            </a:extLst>
          </p:cNvPr>
          <p:cNvSpPr txBox="1"/>
          <p:nvPr/>
        </p:nvSpPr>
        <p:spPr>
          <a:xfrm>
            <a:off x="264568" y="1927274"/>
            <a:ext cx="36353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）由于液压缸对称，两侧流量相等（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p42</a:t>
            </a: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薄壁小孔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37" name="对象 36">
            <a:extLst>
              <a:ext uri="{FF2B5EF4-FFF2-40B4-BE49-F238E27FC236}">
                <a16:creationId xmlns:a16="http://schemas.microsoft.com/office/drawing/2014/main" id="{59E6EA20-388E-4DDB-AAC9-F03CDDCD45A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17688639"/>
              </p:ext>
            </p:extLst>
          </p:nvPr>
        </p:nvGraphicFramePr>
        <p:xfrm>
          <a:off x="611560" y="2493143"/>
          <a:ext cx="2403475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5337" name="Equation" r:id="rId4" imgW="1447560" imgH="406080" progId="Equation.DSMT4">
                  <p:embed/>
                </p:oleObj>
              </mc:Choice>
              <mc:Fallback>
                <p:oleObj name="Equation" r:id="rId4" imgW="1447560" imgH="406080" progId="Equation.DSMT4">
                  <p:embed/>
                  <p:pic>
                    <p:nvPicPr>
                      <p:cNvPr id="37" name="对象 36">
                        <a:extLst>
                          <a:ext uri="{FF2B5EF4-FFF2-40B4-BE49-F238E27FC236}">
                            <a16:creationId xmlns:a16="http://schemas.microsoft.com/office/drawing/2014/main" id="{59E6EA20-388E-4DDB-AAC9-F03CDDCD45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11560" y="2493143"/>
                        <a:ext cx="2403475" cy="6715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>
            <a:extLst>
              <a:ext uri="{FF2B5EF4-FFF2-40B4-BE49-F238E27FC236}">
                <a16:creationId xmlns:a16="http://schemas.microsoft.com/office/drawing/2014/main" id="{7E590DD2-0915-4A8F-9B41-A6F12F22014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24093666"/>
              </p:ext>
            </p:extLst>
          </p:nvPr>
        </p:nvGraphicFramePr>
        <p:xfrm>
          <a:off x="1329960" y="3295978"/>
          <a:ext cx="1116013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5338" name="Equation" r:id="rId6" imgW="672840" imgH="203040" progId="Equation.DSMT4">
                  <p:embed/>
                </p:oleObj>
              </mc:Choice>
              <mc:Fallback>
                <p:oleObj name="Equation" r:id="rId6" imgW="672840" imgH="203040" progId="Equation.DSMT4">
                  <p:embed/>
                  <p:pic>
                    <p:nvPicPr>
                      <p:cNvPr id="38" name="对象 37">
                        <a:extLst>
                          <a:ext uri="{FF2B5EF4-FFF2-40B4-BE49-F238E27FC236}">
                            <a16:creationId xmlns:a16="http://schemas.microsoft.com/office/drawing/2014/main" id="{7E590DD2-0915-4A8F-9B41-A6F12F2201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329960" y="3295978"/>
                        <a:ext cx="1116013" cy="3365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" name="文本框 38">
            <a:extLst>
              <a:ext uri="{FF2B5EF4-FFF2-40B4-BE49-F238E27FC236}">
                <a16:creationId xmlns:a16="http://schemas.microsoft.com/office/drawing/2014/main" id="{3F80B52A-B20F-4F65-9492-D43BD38A90E6}"/>
              </a:ext>
            </a:extLst>
          </p:cNvPr>
          <p:cNvSpPr txBox="1"/>
          <p:nvPr/>
        </p:nvSpPr>
        <p:spPr>
          <a:xfrm>
            <a:off x="264568" y="3279587"/>
            <a:ext cx="944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所以：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22171366-0463-4AE5-A848-F7EC805E8DC7}"/>
              </a:ext>
            </a:extLst>
          </p:cNvPr>
          <p:cNvSpPr txBox="1"/>
          <p:nvPr/>
        </p:nvSpPr>
        <p:spPr>
          <a:xfrm>
            <a:off x="264568" y="3725015"/>
            <a:ext cx="81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结合：</a:t>
            </a:r>
          </a:p>
        </p:txBody>
      </p:sp>
      <p:graphicFrame>
        <p:nvGraphicFramePr>
          <p:cNvPr id="41" name="对象 40">
            <a:extLst>
              <a:ext uri="{FF2B5EF4-FFF2-40B4-BE49-F238E27FC236}">
                <a16:creationId xmlns:a16="http://schemas.microsoft.com/office/drawing/2014/main" id="{64608C5C-C4AF-4A1D-AE8A-19D8E9CE038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5620758"/>
              </p:ext>
            </p:extLst>
          </p:nvPr>
        </p:nvGraphicFramePr>
        <p:xfrm>
          <a:off x="1282271" y="3729500"/>
          <a:ext cx="1998663" cy="3603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5339" name="Equation" r:id="rId8" imgW="1206360" imgH="215640" progId="Equation.DSMT4">
                  <p:embed/>
                </p:oleObj>
              </mc:Choice>
              <mc:Fallback>
                <p:oleObj name="Equation" r:id="rId8" imgW="1206360" imgH="215640" progId="Equation.DSMT4">
                  <p:embed/>
                  <p:pic>
                    <p:nvPicPr>
                      <p:cNvPr id="41" name="对象 40">
                        <a:extLst>
                          <a:ext uri="{FF2B5EF4-FFF2-40B4-BE49-F238E27FC236}">
                            <a16:creationId xmlns:a16="http://schemas.microsoft.com/office/drawing/2014/main" id="{64608C5C-C4AF-4A1D-AE8A-19D8E9CE03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282271" y="3729500"/>
                        <a:ext cx="1998663" cy="3603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" name="对象 41">
            <a:extLst>
              <a:ext uri="{FF2B5EF4-FFF2-40B4-BE49-F238E27FC236}">
                <a16:creationId xmlns:a16="http://schemas.microsoft.com/office/drawing/2014/main" id="{C00429F2-07CD-4959-AB98-D824893EE1B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82011611"/>
              </p:ext>
            </p:extLst>
          </p:nvPr>
        </p:nvGraphicFramePr>
        <p:xfrm>
          <a:off x="1293845" y="4194472"/>
          <a:ext cx="1430338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5340" name="Equation" r:id="rId10" imgW="863280" imgH="190440" progId="Equation.DSMT4">
                  <p:embed/>
                </p:oleObj>
              </mc:Choice>
              <mc:Fallback>
                <p:oleObj name="Equation" r:id="rId10" imgW="863280" imgH="190440" progId="Equation.DSMT4">
                  <p:embed/>
                  <p:pic>
                    <p:nvPicPr>
                      <p:cNvPr id="42" name="对象 41">
                        <a:extLst>
                          <a:ext uri="{FF2B5EF4-FFF2-40B4-BE49-F238E27FC236}">
                            <a16:creationId xmlns:a16="http://schemas.microsoft.com/office/drawing/2014/main" id="{C00429F2-07CD-4959-AB98-D824893EE1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293845" y="4194472"/>
                        <a:ext cx="1430338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" name="文本框 42">
            <a:extLst>
              <a:ext uri="{FF2B5EF4-FFF2-40B4-BE49-F238E27FC236}">
                <a16:creationId xmlns:a16="http://schemas.microsoft.com/office/drawing/2014/main" id="{3B35E6B0-2E4C-4C0D-82F9-F66ED3E6613E}"/>
              </a:ext>
            </a:extLst>
          </p:cNvPr>
          <p:cNvSpPr txBox="1"/>
          <p:nvPr/>
        </p:nvSpPr>
        <p:spPr>
          <a:xfrm>
            <a:off x="264568" y="4169127"/>
            <a:ext cx="81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可得：</a:t>
            </a:r>
          </a:p>
        </p:txBody>
      </p:sp>
      <p:graphicFrame>
        <p:nvGraphicFramePr>
          <p:cNvPr id="44" name="对象 43">
            <a:extLst>
              <a:ext uri="{FF2B5EF4-FFF2-40B4-BE49-F238E27FC236}">
                <a16:creationId xmlns:a16="http://schemas.microsoft.com/office/drawing/2014/main" id="{B4C0415D-5344-4F60-804C-D16C3CB8CAE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11223660"/>
              </p:ext>
            </p:extLst>
          </p:nvPr>
        </p:nvGraphicFramePr>
        <p:xfrm>
          <a:off x="1283204" y="4551660"/>
          <a:ext cx="1452563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5341" name="Equation" r:id="rId12" imgW="876240" imgH="190440" progId="Equation.DSMT4">
                  <p:embed/>
                </p:oleObj>
              </mc:Choice>
              <mc:Fallback>
                <p:oleObj name="Equation" r:id="rId12" imgW="876240" imgH="190440" progId="Equation.DSMT4">
                  <p:embed/>
                  <p:pic>
                    <p:nvPicPr>
                      <p:cNvPr id="44" name="对象 43">
                        <a:extLst>
                          <a:ext uri="{FF2B5EF4-FFF2-40B4-BE49-F238E27FC236}">
                            <a16:creationId xmlns:a16="http://schemas.microsoft.com/office/drawing/2014/main" id="{B4C0415D-5344-4F60-804C-D16C3CB8CA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283204" y="4551660"/>
                        <a:ext cx="1452563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72F087F6-F567-409B-8E80-8FCD695D55A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763252"/>
            <a:ext cx="9144000" cy="1009564"/>
          </a:xfrm>
          <a:prstGeom prst="rect">
            <a:avLst/>
          </a:prstGeom>
        </p:spPr>
      </p:pic>
      <p:pic>
        <p:nvPicPr>
          <p:cNvPr id="45" name="图片 44">
            <a:extLst>
              <a:ext uri="{FF2B5EF4-FFF2-40B4-BE49-F238E27FC236}">
                <a16:creationId xmlns:a16="http://schemas.microsoft.com/office/drawing/2014/main" id="{7F7424E2-08EC-4DC1-BDAF-038D73130773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17406" y="1916832"/>
            <a:ext cx="3923809" cy="2942857"/>
          </a:xfrm>
          <a:prstGeom prst="rect">
            <a:avLst/>
          </a:prstGeom>
        </p:spPr>
      </p:pic>
      <p:sp>
        <p:nvSpPr>
          <p:cNvPr id="46" name="文本框 45">
            <a:extLst>
              <a:ext uri="{FF2B5EF4-FFF2-40B4-BE49-F238E27FC236}">
                <a16:creationId xmlns:a16="http://schemas.microsoft.com/office/drawing/2014/main" id="{D86E37F5-F12B-4270-BA1D-20691199E521}"/>
              </a:ext>
            </a:extLst>
          </p:cNvPr>
          <p:cNvSpPr txBox="1"/>
          <p:nvPr/>
        </p:nvSpPr>
        <p:spPr>
          <a:xfrm>
            <a:off x="283858" y="4767412"/>
            <a:ext cx="1065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流量为：</a:t>
            </a: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E344A53D-F125-4D7A-9D71-26EB206DFF7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7944948"/>
              </p:ext>
            </p:extLst>
          </p:nvPr>
        </p:nvGraphicFramePr>
        <p:xfrm>
          <a:off x="966044" y="5136744"/>
          <a:ext cx="3771900" cy="1616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5342" name="Equation" r:id="rId18" imgW="2273040" imgH="977760" progId="Equation.DSMT4">
                  <p:embed/>
                </p:oleObj>
              </mc:Choice>
              <mc:Fallback>
                <p:oleObj name="Equation" r:id="rId18" imgW="2273040" imgH="977760" progId="Equation.DSMT4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1FF397D8-7CF4-49B8-B083-DE65881EEEE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966044" y="5136744"/>
                        <a:ext cx="3771900" cy="1616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文本框 47">
            <a:extLst>
              <a:ext uri="{FF2B5EF4-FFF2-40B4-BE49-F238E27FC236}">
                <a16:creationId xmlns:a16="http://schemas.microsoft.com/office/drawing/2014/main" id="{E5E6EF22-5877-45EA-8C8D-216326C6721C}"/>
              </a:ext>
            </a:extLst>
          </p:cNvPr>
          <p:cNvSpPr txBox="1"/>
          <p:nvPr/>
        </p:nvSpPr>
        <p:spPr>
          <a:xfrm>
            <a:off x="5108394" y="5117381"/>
            <a:ext cx="1911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活塞速度为：</a:t>
            </a:r>
          </a:p>
        </p:txBody>
      </p:sp>
      <p:graphicFrame>
        <p:nvGraphicFramePr>
          <p:cNvPr id="49" name="对象 48">
            <a:extLst>
              <a:ext uri="{FF2B5EF4-FFF2-40B4-BE49-F238E27FC236}">
                <a16:creationId xmlns:a16="http://schemas.microsoft.com/office/drawing/2014/main" id="{CCB566B6-D31F-4DE1-92A4-D05EF8686AE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23915790"/>
              </p:ext>
            </p:extLst>
          </p:nvPr>
        </p:nvGraphicFramePr>
        <p:xfrm>
          <a:off x="5118546" y="5517232"/>
          <a:ext cx="3917950" cy="631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5343" name="Equation" r:id="rId20" imgW="2361960" imgH="380880" progId="Equation.DSMT4">
                  <p:embed/>
                </p:oleObj>
              </mc:Choice>
              <mc:Fallback>
                <p:oleObj name="Equation" r:id="rId20" imgW="2361960" imgH="380880" progId="Equation.DSMT4">
                  <p:embed/>
                  <p:pic>
                    <p:nvPicPr>
                      <p:cNvPr id="48" name="对象 47">
                        <a:extLst>
                          <a:ext uri="{FF2B5EF4-FFF2-40B4-BE49-F238E27FC236}">
                            <a16:creationId xmlns:a16="http://schemas.microsoft.com/office/drawing/2014/main" id="{83851779-36DF-401F-BA52-A0C3AE276A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5118546" y="5517232"/>
                        <a:ext cx="3917950" cy="6318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文本框 17">
            <a:extLst>
              <a:ext uri="{FF2B5EF4-FFF2-40B4-BE49-F238E27FC236}">
                <a16:creationId xmlns:a16="http://schemas.microsoft.com/office/drawing/2014/main" id="{C2B339E7-5002-4057-BF1B-234C9E0F21E1}"/>
              </a:ext>
            </a:extLst>
          </p:cNvPr>
          <p:cNvSpPr txBox="1"/>
          <p:nvPr/>
        </p:nvSpPr>
        <p:spPr>
          <a:xfrm>
            <a:off x="7097752" y="2335171"/>
            <a:ext cx="19586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B15A8E0-1353-48E5-8E0F-0E82D4158BC5}"/>
              </a:ext>
            </a:extLst>
          </p:cNvPr>
          <p:cNvSpPr txBox="1"/>
          <p:nvPr/>
        </p:nvSpPr>
        <p:spPr>
          <a:xfrm>
            <a:off x="6325280" y="2335171"/>
            <a:ext cx="19586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000795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第六章作业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157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EE6ED-0E40-4FF3-BB5B-40CA4677B30B}"/>
              </a:ext>
            </a:extLst>
          </p:cNvPr>
          <p:cNvSpPr txBox="1"/>
          <p:nvPr/>
        </p:nvSpPr>
        <p:spPr>
          <a:xfrm>
            <a:off x="71477" y="1735663"/>
            <a:ext cx="48605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6-3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液控单向阀受力平衡：</a:t>
            </a:r>
          </a:p>
        </p:txBody>
      </p:sp>
      <p:graphicFrame>
        <p:nvGraphicFramePr>
          <p:cNvPr id="26" name="对象 25">
            <a:extLst>
              <a:ext uri="{FF2B5EF4-FFF2-40B4-BE49-F238E27FC236}">
                <a16:creationId xmlns:a16="http://schemas.microsoft.com/office/drawing/2014/main" id="{620F0E76-1A37-4913-8BCD-D37B3FC9C9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5074283"/>
              </p:ext>
            </p:extLst>
          </p:nvPr>
        </p:nvGraphicFramePr>
        <p:xfrm>
          <a:off x="1691680" y="2381994"/>
          <a:ext cx="1055688" cy="31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7205" name="Equation" r:id="rId4" imgW="634680" imgH="190440" progId="Equation.DSMT4">
                  <p:embed/>
                </p:oleObj>
              </mc:Choice>
              <mc:Fallback>
                <p:oleObj name="Equation" r:id="rId4" imgW="634680" imgH="190440" progId="Equation.DSMT4">
                  <p:embed/>
                  <p:pic>
                    <p:nvPicPr>
                      <p:cNvPr id="26" name="对象 25">
                        <a:extLst>
                          <a:ext uri="{FF2B5EF4-FFF2-40B4-BE49-F238E27FC236}">
                            <a16:creationId xmlns:a16="http://schemas.microsoft.com/office/drawing/2014/main" id="{620F0E76-1A37-4913-8BCD-D37B3FC9C95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691680" y="2381994"/>
                        <a:ext cx="1055688" cy="3143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5" name="文本框 44">
            <a:extLst>
              <a:ext uri="{FF2B5EF4-FFF2-40B4-BE49-F238E27FC236}">
                <a16:creationId xmlns:a16="http://schemas.microsoft.com/office/drawing/2014/main" id="{623DA9D9-44A6-452B-8E09-AB75F9B48D0A}"/>
              </a:ext>
            </a:extLst>
          </p:cNvPr>
          <p:cNvSpPr txBox="1"/>
          <p:nvPr/>
        </p:nvSpPr>
        <p:spPr>
          <a:xfrm>
            <a:off x="355866" y="2732742"/>
            <a:ext cx="1065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已知：</a:t>
            </a:r>
          </a:p>
        </p:txBody>
      </p:sp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3103716A-E9CA-40F6-9059-972CC8BD039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48080833"/>
              </p:ext>
            </p:extLst>
          </p:nvPr>
        </p:nvGraphicFramePr>
        <p:xfrm>
          <a:off x="1838896" y="2950617"/>
          <a:ext cx="760412" cy="31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7206" name="Equation" r:id="rId6" imgW="457200" imgH="190440" progId="Equation.DSMT4">
                  <p:embed/>
                </p:oleObj>
              </mc:Choice>
              <mc:Fallback>
                <p:oleObj name="Equation" r:id="rId6" imgW="457200" imgH="190440" progId="Equation.DSMT4">
                  <p:embed/>
                  <p:pic>
                    <p:nvPicPr>
                      <p:cNvPr id="26" name="对象 25">
                        <a:extLst>
                          <a:ext uri="{FF2B5EF4-FFF2-40B4-BE49-F238E27FC236}">
                            <a16:creationId xmlns:a16="http://schemas.microsoft.com/office/drawing/2014/main" id="{620F0E76-1A37-4913-8BCD-D37B3FC9C95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838896" y="2950617"/>
                        <a:ext cx="760412" cy="3143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7" name="文本框 46">
            <a:extLst>
              <a:ext uri="{FF2B5EF4-FFF2-40B4-BE49-F238E27FC236}">
                <a16:creationId xmlns:a16="http://schemas.microsoft.com/office/drawing/2014/main" id="{76F06725-46F3-4DF9-8D4A-87793D6003A3}"/>
              </a:ext>
            </a:extLst>
          </p:cNvPr>
          <p:cNvSpPr txBox="1"/>
          <p:nvPr/>
        </p:nvSpPr>
        <p:spPr>
          <a:xfrm>
            <a:off x="355866" y="3268156"/>
            <a:ext cx="1065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则：</a:t>
            </a:r>
          </a:p>
        </p:txBody>
      </p:sp>
      <p:graphicFrame>
        <p:nvGraphicFramePr>
          <p:cNvPr id="48" name="对象 47">
            <a:extLst>
              <a:ext uri="{FF2B5EF4-FFF2-40B4-BE49-F238E27FC236}">
                <a16:creationId xmlns:a16="http://schemas.microsoft.com/office/drawing/2014/main" id="{A16D06FB-1510-483E-A0B0-A0800AFB3F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99032169"/>
              </p:ext>
            </p:extLst>
          </p:nvPr>
        </p:nvGraphicFramePr>
        <p:xfrm>
          <a:off x="1796033" y="3501479"/>
          <a:ext cx="844550" cy="587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7207" name="Equation" r:id="rId8" imgW="507960" imgH="355320" progId="Equation.DSMT4">
                  <p:embed/>
                </p:oleObj>
              </mc:Choice>
              <mc:Fallback>
                <p:oleObj name="Equation" r:id="rId8" imgW="507960" imgH="355320" progId="Equation.DSMT4">
                  <p:embed/>
                  <p:pic>
                    <p:nvPicPr>
                      <p:cNvPr id="26" name="对象 25">
                        <a:extLst>
                          <a:ext uri="{FF2B5EF4-FFF2-40B4-BE49-F238E27FC236}">
                            <a16:creationId xmlns:a16="http://schemas.microsoft.com/office/drawing/2014/main" id="{620F0E76-1A37-4913-8BCD-D37B3FC9C95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796033" y="3501479"/>
                        <a:ext cx="844550" cy="5873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9" name="文本框 48">
            <a:extLst>
              <a:ext uri="{FF2B5EF4-FFF2-40B4-BE49-F238E27FC236}">
                <a16:creationId xmlns:a16="http://schemas.microsoft.com/office/drawing/2014/main" id="{5724C42C-2519-48D0-A074-89AE7C7D4088}"/>
              </a:ext>
            </a:extLst>
          </p:cNvPr>
          <p:cNvSpPr txBox="1"/>
          <p:nvPr/>
        </p:nvSpPr>
        <p:spPr>
          <a:xfrm>
            <a:off x="355866" y="4087055"/>
            <a:ext cx="2243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液压缸受力平衡：</a:t>
            </a:r>
          </a:p>
        </p:txBody>
      </p:sp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13925E6C-3D98-4B7D-AF25-D4971828FC8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83290409"/>
              </p:ext>
            </p:extLst>
          </p:nvPr>
        </p:nvGraphicFramePr>
        <p:xfrm>
          <a:off x="1500758" y="4470226"/>
          <a:ext cx="1436688" cy="31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7208" name="Equation" r:id="rId10" imgW="863280" imgH="190440" progId="Equation.DSMT4">
                  <p:embed/>
                </p:oleObj>
              </mc:Choice>
              <mc:Fallback>
                <p:oleObj name="Equation" r:id="rId10" imgW="863280" imgH="190440" progId="Equation.DSMT4">
                  <p:embed/>
                  <p:pic>
                    <p:nvPicPr>
                      <p:cNvPr id="26" name="对象 25">
                        <a:extLst>
                          <a:ext uri="{FF2B5EF4-FFF2-40B4-BE49-F238E27FC236}">
                            <a16:creationId xmlns:a16="http://schemas.microsoft.com/office/drawing/2014/main" id="{620F0E76-1A37-4913-8BCD-D37B3FC9C95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00758" y="4470226"/>
                        <a:ext cx="1436688" cy="3143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文本框 50">
            <a:extLst>
              <a:ext uri="{FF2B5EF4-FFF2-40B4-BE49-F238E27FC236}">
                <a16:creationId xmlns:a16="http://schemas.microsoft.com/office/drawing/2014/main" id="{F55DC0CB-21CB-42AD-8DC3-D7613E10B6C8}"/>
              </a:ext>
            </a:extLst>
          </p:cNvPr>
          <p:cNvSpPr txBox="1"/>
          <p:nvPr/>
        </p:nvSpPr>
        <p:spPr>
          <a:xfrm>
            <a:off x="355866" y="4902274"/>
            <a:ext cx="31360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联立（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）式子解得：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F9581D33-8D6D-4D44-A543-AF2B6268D56E}"/>
              </a:ext>
            </a:extLst>
          </p:cNvPr>
          <p:cNvSpPr txBox="1"/>
          <p:nvPr/>
        </p:nvSpPr>
        <p:spPr>
          <a:xfrm>
            <a:off x="2930544" y="3610500"/>
            <a:ext cx="1065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574E9BC5-DC39-467B-AE13-D21FCB0E0756}"/>
              </a:ext>
            </a:extLst>
          </p:cNvPr>
          <p:cNvSpPr txBox="1"/>
          <p:nvPr/>
        </p:nvSpPr>
        <p:spPr>
          <a:xfrm>
            <a:off x="2930544" y="4470226"/>
            <a:ext cx="1065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55" name="对象 54">
            <a:extLst>
              <a:ext uri="{FF2B5EF4-FFF2-40B4-BE49-F238E27FC236}">
                <a16:creationId xmlns:a16="http://schemas.microsoft.com/office/drawing/2014/main" id="{AA70FE5D-F527-42D7-93AD-3AC63128DB4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43800830"/>
              </p:ext>
            </p:extLst>
          </p:nvPr>
        </p:nvGraphicFramePr>
        <p:xfrm>
          <a:off x="1511871" y="5406330"/>
          <a:ext cx="1414462" cy="31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7209" name="Equation" r:id="rId12" imgW="850680" imgH="190440" progId="Equation.DSMT4">
                  <p:embed/>
                </p:oleObj>
              </mc:Choice>
              <mc:Fallback>
                <p:oleObj name="Equation" r:id="rId12" imgW="850680" imgH="190440" progId="Equation.DSMT4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13925E6C-3D98-4B7D-AF25-D4971828FC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11871" y="5406330"/>
                        <a:ext cx="1414462" cy="3143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6" name="对象 55">
            <a:extLst>
              <a:ext uri="{FF2B5EF4-FFF2-40B4-BE49-F238E27FC236}">
                <a16:creationId xmlns:a16="http://schemas.microsoft.com/office/drawing/2014/main" id="{2F5B2B88-D8D1-4487-8F18-771AAFC8001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0924572"/>
              </p:ext>
            </p:extLst>
          </p:nvPr>
        </p:nvGraphicFramePr>
        <p:xfrm>
          <a:off x="1543621" y="5850979"/>
          <a:ext cx="1350962" cy="31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7210" name="Equation" r:id="rId14" imgW="812520" imgH="190440" progId="Equation.DSMT4">
                  <p:embed/>
                </p:oleObj>
              </mc:Choice>
              <mc:Fallback>
                <p:oleObj name="Equation" r:id="rId14" imgW="812520" imgH="190440" progId="Equation.DSMT4">
                  <p:embed/>
                  <p:pic>
                    <p:nvPicPr>
                      <p:cNvPr id="55" name="对象 54">
                        <a:extLst>
                          <a:ext uri="{FF2B5EF4-FFF2-40B4-BE49-F238E27FC236}">
                            <a16:creationId xmlns:a16="http://schemas.microsoft.com/office/drawing/2014/main" id="{AA70FE5D-F527-42D7-93AD-3AC63128DB4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43621" y="5850979"/>
                        <a:ext cx="1350962" cy="3143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93DC591C-8208-446B-908B-4B4A0F83A29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956451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56760F85-4EFE-4B90-AAFF-D8279F1B1B3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64488" y="1772816"/>
            <a:ext cx="3400000" cy="33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6647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第六章作业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158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D262445-E535-48A5-9D60-23D925F6CE27}"/>
              </a:ext>
            </a:extLst>
          </p:cNvPr>
          <p:cNvSpPr txBox="1"/>
          <p:nvPr/>
        </p:nvSpPr>
        <p:spPr>
          <a:xfrm>
            <a:off x="215493" y="1628800"/>
            <a:ext cx="48605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6-6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外负载无穷大，所有流量通过溢流阀。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91A145E7-A0B0-40E2-8A67-4A44A930F279}"/>
              </a:ext>
            </a:extLst>
          </p:cNvPr>
          <p:cNvSpPr txBox="1"/>
          <p:nvPr/>
        </p:nvSpPr>
        <p:spPr>
          <a:xfrm>
            <a:off x="492968" y="2324132"/>
            <a:ext cx="38560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当系统压力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&gt;1.4MPa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后，阀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全开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失效，此时系统压力为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 MPa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BD0D5CD-232E-4D46-8890-99DC32E4C6CD}"/>
              </a:ext>
            </a:extLst>
          </p:cNvPr>
          <p:cNvSpPr txBox="1"/>
          <p:nvPr/>
        </p:nvSpPr>
        <p:spPr>
          <a:xfrm>
            <a:off x="492968" y="2924944"/>
            <a:ext cx="39350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当堵住溢流阀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其先导口弹簧腔受到出口压力叠加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，其溢流压力为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3.4MPa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，所以此时系统压力为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 MPa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BF7B65F-B616-49C0-9CB9-891E9C7F3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764704"/>
            <a:ext cx="9144000" cy="62495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2A62B79-4FF6-47D3-AFB9-FAF3CF031D5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46020" y="1484784"/>
            <a:ext cx="2990476" cy="327619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BA0000E8-3BEA-4C9F-93A1-FC72CBBDEAD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97703" y="4149080"/>
            <a:ext cx="4250211" cy="2507843"/>
          </a:xfrm>
          <a:prstGeom prst="rect">
            <a:avLst/>
          </a:prstGeom>
        </p:spPr>
      </p:pic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20E5C86-D6C5-415F-8165-8249E0E791E4}"/>
              </a:ext>
            </a:extLst>
          </p:cNvPr>
          <p:cNvCxnSpPr/>
          <p:nvPr/>
        </p:nvCxnSpPr>
        <p:spPr>
          <a:xfrm>
            <a:off x="899592" y="6669360"/>
            <a:ext cx="1728192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43B483BE-CA89-452F-BAEA-C66DEBB0D6F4}"/>
              </a:ext>
            </a:extLst>
          </p:cNvPr>
          <p:cNvCxnSpPr>
            <a:cxnSpLocks/>
          </p:cNvCxnSpPr>
          <p:nvPr/>
        </p:nvCxnSpPr>
        <p:spPr>
          <a:xfrm flipV="1">
            <a:off x="899592" y="6453336"/>
            <a:ext cx="0" cy="20358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6C3BBD7-AB51-47C3-8F3F-B0B661B7FA2B}"/>
              </a:ext>
            </a:extLst>
          </p:cNvPr>
          <p:cNvCxnSpPr>
            <a:cxnSpLocks/>
          </p:cNvCxnSpPr>
          <p:nvPr/>
        </p:nvCxnSpPr>
        <p:spPr>
          <a:xfrm flipV="1">
            <a:off x="2627784" y="6453336"/>
            <a:ext cx="0" cy="20358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9301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第六章作业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158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EE6ED-0E40-4FF3-BB5B-40CA4677B30B}"/>
              </a:ext>
            </a:extLst>
          </p:cNvPr>
          <p:cNvSpPr txBox="1"/>
          <p:nvPr/>
        </p:nvSpPr>
        <p:spPr>
          <a:xfrm>
            <a:off x="-531" y="2778328"/>
            <a:ext cx="48605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6-9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(1)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623DA9D9-44A6-452B-8E09-AB75F9B48D0A}"/>
              </a:ext>
            </a:extLst>
          </p:cNvPr>
          <p:cNvSpPr txBox="1"/>
          <p:nvPr/>
        </p:nvSpPr>
        <p:spPr>
          <a:xfrm>
            <a:off x="410264" y="3487375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根据液压缸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受力平衡：</a:t>
            </a:r>
          </a:p>
        </p:txBody>
      </p:sp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3103716A-E9CA-40F6-9059-972CC8BD039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80529638"/>
              </p:ext>
            </p:extLst>
          </p:nvPr>
        </p:nvGraphicFramePr>
        <p:xfrm>
          <a:off x="950913" y="3890094"/>
          <a:ext cx="2744787" cy="585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861" name="Equation" r:id="rId4" imgW="1650960" imgH="355320" progId="Equation.DSMT4">
                  <p:embed/>
                </p:oleObj>
              </mc:Choice>
              <mc:Fallback>
                <p:oleObj name="Equation" r:id="rId4" imgW="1650960" imgH="355320" progId="Equation.DSMT4">
                  <p:embed/>
                  <p:pic>
                    <p:nvPicPr>
                      <p:cNvPr id="46" name="对象 45">
                        <a:extLst>
                          <a:ext uri="{FF2B5EF4-FFF2-40B4-BE49-F238E27FC236}">
                            <a16:creationId xmlns:a16="http://schemas.microsoft.com/office/drawing/2014/main" id="{3103716A-E9CA-40F6-9059-972CC8BD03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50913" y="3890094"/>
                        <a:ext cx="2744787" cy="5857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文本框 18">
            <a:extLst>
              <a:ext uri="{FF2B5EF4-FFF2-40B4-BE49-F238E27FC236}">
                <a16:creationId xmlns:a16="http://schemas.microsoft.com/office/drawing/2014/main" id="{90CA2773-C929-4CAB-82F6-B0FC5ECA6D53}"/>
              </a:ext>
            </a:extLst>
          </p:cNvPr>
          <p:cNvSpPr txBox="1"/>
          <p:nvPr/>
        </p:nvSpPr>
        <p:spPr>
          <a:xfrm>
            <a:off x="410264" y="4549611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根据节流阀压差：</a:t>
            </a:r>
          </a:p>
        </p:txBody>
      </p:sp>
      <p:graphicFrame>
        <p:nvGraphicFramePr>
          <p:cNvPr id="20" name="对象 19">
            <a:extLst>
              <a:ext uri="{FF2B5EF4-FFF2-40B4-BE49-F238E27FC236}">
                <a16:creationId xmlns:a16="http://schemas.microsoft.com/office/drawing/2014/main" id="{570D5743-BDF2-409B-9BF8-155E72FD1EA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68046512"/>
              </p:ext>
            </p:extLst>
          </p:nvPr>
        </p:nvGraphicFramePr>
        <p:xfrm>
          <a:off x="1246188" y="4936827"/>
          <a:ext cx="2154237" cy="31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862" name="Equation" r:id="rId6" imgW="1295280" imgH="190440" progId="Equation.DSMT4">
                  <p:embed/>
                </p:oleObj>
              </mc:Choice>
              <mc:Fallback>
                <p:oleObj name="Equation" r:id="rId6" imgW="1295280" imgH="190440" progId="Equation.DSMT4">
                  <p:embed/>
                  <p:pic>
                    <p:nvPicPr>
                      <p:cNvPr id="46" name="对象 45">
                        <a:extLst>
                          <a:ext uri="{FF2B5EF4-FFF2-40B4-BE49-F238E27FC236}">
                            <a16:creationId xmlns:a16="http://schemas.microsoft.com/office/drawing/2014/main" id="{3103716A-E9CA-40F6-9059-972CC8BD03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246188" y="4936827"/>
                        <a:ext cx="2154237" cy="3143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文本框 20">
            <a:extLst>
              <a:ext uri="{FF2B5EF4-FFF2-40B4-BE49-F238E27FC236}">
                <a16:creationId xmlns:a16="http://schemas.microsoft.com/office/drawing/2014/main" id="{B9DAA5C2-7291-4D63-9FE8-F536B5119858}"/>
              </a:ext>
            </a:extLst>
          </p:cNvPr>
          <p:cNvSpPr txBox="1"/>
          <p:nvPr/>
        </p:nvSpPr>
        <p:spPr>
          <a:xfrm>
            <a:off x="410264" y="5385534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根据液压缸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受力平衡：</a:t>
            </a:r>
          </a:p>
        </p:txBody>
      </p:sp>
      <p:graphicFrame>
        <p:nvGraphicFramePr>
          <p:cNvPr id="22" name="对象 21">
            <a:extLst>
              <a:ext uri="{FF2B5EF4-FFF2-40B4-BE49-F238E27FC236}">
                <a16:creationId xmlns:a16="http://schemas.microsoft.com/office/drawing/2014/main" id="{332F7C42-2F32-44EB-B2C2-19A68FFAD01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3023125"/>
              </p:ext>
            </p:extLst>
          </p:nvPr>
        </p:nvGraphicFramePr>
        <p:xfrm>
          <a:off x="646113" y="5918919"/>
          <a:ext cx="3355975" cy="606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863" name="Equation" r:id="rId8" imgW="2019240" imgH="368280" progId="Equation.DSMT4">
                  <p:embed/>
                </p:oleObj>
              </mc:Choice>
              <mc:Fallback>
                <p:oleObj name="Equation" r:id="rId8" imgW="2019240" imgH="368280" progId="Equation.DSMT4">
                  <p:embed/>
                  <p:pic>
                    <p:nvPicPr>
                      <p:cNvPr id="46" name="对象 45">
                        <a:extLst>
                          <a:ext uri="{FF2B5EF4-FFF2-40B4-BE49-F238E27FC236}">
                            <a16:creationId xmlns:a16="http://schemas.microsoft.com/office/drawing/2014/main" id="{3103716A-E9CA-40F6-9059-972CC8BD03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46113" y="5918919"/>
                        <a:ext cx="3355975" cy="6064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3D8F26DA-A1DE-439E-8CB1-BD4EE82D223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31" y="688651"/>
            <a:ext cx="9144000" cy="192591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E815BCB9-F80B-43F3-9297-504F8FE54D7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177726" y="2708920"/>
            <a:ext cx="4897424" cy="288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0871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第六章作业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158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2305B63-F368-483C-9065-880C12F2DDCC}"/>
              </a:ext>
            </a:extLst>
          </p:cNvPr>
          <p:cNvSpPr txBox="1"/>
          <p:nvPr/>
        </p:nvSpPr>
        <p:spPr>
          <a:xfrm>
            <a:off x="-108520" y="2780928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2457914-7735-41D2-B620-8DDB8EFF4757}"/>
              </a:ext>
            </a:extLst>
          </p:cNvPr>
          <p:cNvSpPr txBox="1"/>
          <p:nvPr/>
        </p:nvSpPr>
        <p:spPr>
          <a:xfrm>
            <a:off x="467544" y="3203684"/>
            <a:ext cx="3585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按标准值选额定压力：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2.5 MPa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33DCA599-1098-4D2D-BBDF-6DCAA8411E25}"/>
              </a:ext>
            </a:extLst>
          </p:cNvPr>
          <p:cNvSpPr txBox="1"/>
          <p:nvPr/>
        </p:nvSpPr>
        <p:spPr>
          <a:xfrm>
            <a:off x="-108520" y="3706264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31" name="对象 30">
            <a:extLst>
              <a:ext uri="{FF2B5EF4-FFF2-40B4-BE49-F238E27FC236}">
                <a16:creationId xmlns:a16="http://schemas.microsoft.com/office/drawing/2014/main" id="{036C2776-7DD9-4615-910B-823E93E2AE7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49720641"/>
              </p:ext>
            </p:extLst>
          </p:nvPr>
        </p:nvGraphicFramePr>
        <p:xfrm>
          <a:off x="364083" y="4162881"/>
          <a:ext cx="4075113" cy="334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9919" name="Equation" r:id="rId4" imgW="2450880" imgH="203040" progId="Equation.DSMT4">
                  <p:embed/>
                </p:oleObj>
              </mc:Choice>
              <mc:Fallback>
                <p:oleObj name="Equation" r:id="rId4" imgW="2450880" imgH="203040" progId="Equation.DSMT4">
                  <p:embed/>
                  <p:pic>
                    <p:nvPicPr>
                      <p:cNvPr id="31" name="对象 30">
                        <a:extLst>
                          <a:ext uri="{FF2B5EF4-FFF2-40B4-BE49-F238E27FC236}">
                            <a16:creationId xmlns:a16="http://schemas.microsoft.com/office/drawing/2014/main" id="{036C2776-7DD9-4615-910B-823E93E2AE7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4083" y="4162881"/>
                        <a:ext cx="4075113" cy="3349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" name="对象 31">
            <a:extLst>
              <a:ext uri="{FF2B5EF4-FFF2-40B4-BE49-F238E27FC236}">
                <a16:creationId xmlns:a16="http://schemas.microsoft.com/office/drawing/2014/main" id="{62037C4A-647E-4FC4-9F65-46697233C76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29079020"/>
              </p:ext>
            </p:extLst>
          </p:nvPr>
        </p:nvGraphicFramePr>
        <p:xfrm>
          <a:off x="364083" y="4581128"/>
          <a:ext cx="3948112" cy="334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9920" name="Equation" r:id="rId6" imgW="2374560" imgH="203040" progId="Equation.DSMT4">
                  <p:embed/>
                </p:oleObj>
              </mc:Choice>
              <mc:Fallback>
                <p:oleObj name="Equation" r:id="rId6" imgW="2374560" imgH="203040" progId="Equation.DSMT4">
                  <p:embed/>
                  <p:pic>
                    <p:nvPicPr>
                      <p:cNvPr id="32" name="对象 31">
                        <a:extLst>
                          <a:ext uri="{FF2B5EF4-FFF2-40B4-BE49-F238E27FC236}">
                            <a16:creationId xmlns:a16="http://schemas.microsoft.com/office/drawing/2014/main" id="{62037C4A-647E-4FC4-9F65-46697233C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364083" y="4581128"/>
                        <a:ext cx="3948112" cy="3349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3D8F26DA-A1DE-439E-8CB1-BD4EE82D223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31" y="688651"/>
            <a:ext cx="9144000" cy="192591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E815BCB9-F80B-43F3-9297-504F8FE54D7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72000" y="2636912"/>
            <a:ext cx="4530117" cy="2664296"/>
          </a:xfrm>
          <a:prstGeom prst="rect">
            <a:avLst/>
          </a:prstGeom>
        </p:spPr>
      </p:pic>
      <p:sp>
        <p:nvSpPr>
          <p:cNvPr id="33" name="文本框 32">
            <a:extLst>
              <a:ext uri="{FF2B5EF4-FFF2-40B4-BE49-F238E27FC236}">
                <a16:creationId xmlns:a16="http://schemas.microsoft.com/office/drawing/2014/main" id="{BB51A484-B82A-4FCB-8867-BB1DF725E9CB}"/>
              </a:ext>
            </a:extLst>
          </p:cNvPr>
          <p:cNvSpPr txBox="1"/>
          <p:nvPr/>
        </p:nvSpPr>
        <p:spPr>
          <a:xfrm>
            <a:off x="467544" y="5616594"/>
            <a:ext cx="4752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按标准值选泵、阀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、节流阀：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25 L/min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84916C9-18AF-4067-84A5-3ACE0CA57418}"/>
              </a:ext>
            </a:extLst>
          </p:cNvPr>
          <p:cNvSpPr txBox="1"/>
          <p:nvPr/>
        </p:nvSpPr>
        <p:spPr>
          <a:xfrm>
            <a:off x="467544" y="6118448"/>
            <a:ext cx="4752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按标准值选阀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 L/min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或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12.5 L/min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2" name="对象 11">
            <a:extLst>
              <a:ext uri="{FF2B5EF4-FFF2-40B4-BE49-F238E27FC236}">
                <a16:creationId xmlns:a16="http://schemas.microsoft.com/office/drawing/2014/main" id="{FE2C08A0-15C0-4A38-A8C4-FD4DE34D841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82441500"/>
              </p:ext>
            </p:extLst>
          </p:nvPr>
        </p:nvGraphicFramePr>
        <p:xfrm>
          <a:off x="364083" y="4941168"/>
          <a:ext cx="1244600" cy="31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9921" name="Equation" r:id="rId12" imgW="749160" imgH="190440" progId="Equation.DSMT4">
                  <p:embed/>
                </p:oleObj>
              </mc:Choice>
              <mc:Fallback>
                <p:oleObj name="Equation" r:id="rId12" imgW="749160" imgH="190440" progId="Equation.DSMT4">
                  <p:embed/>
                  <p:pic>
                    <p:nvPicPr>
                      <p:cNvPr id="32" name="对象 31">
                        <a:extLst>
                          <a:ext uri="{FF2B5EF4-FFF2-40B4-BE49-F238E27FC236}">
                            <a16:creationId xmlns:a16="http://schemas.microsoft.com/office/drawing/2014/main" id="{62037C4A-647E-4FC4-9F65-46697233C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364083" y="4941168"/>
                        <a:ext cx="1244600" cy="3143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图片 3">
            <a:extLst>
              <a:ext uri="{FF2B5EF4-FFF2-40B4-BE49-F238E27FC236}">
                <a16:creationId xmlns:a16="http://schemas.microsoft.com/office/drawing/2014/main" id="{CA9E1013-BDE4-43E8-9C35-4FBCFB2D1E0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59572" y="5323550"/>
            <a:ext cx="3842545" cy="148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0965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第六章作业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158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EE6ED-0E40-4FF3-BB5B-40CA4677B30B}"/>
              </a:ext>
            </a:extLst>
          </p:cNvPr>
          <p:cNvSpPr txBox="1"/>
          <p:nvPr/>
        </p:nvSpPr>
        <p:spPr>
          <a:xfrm>
            <a:off x="-531" y="2132856"/>
            <a:ext cx="48605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6-10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(1)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623DA9D9-44A6-452B-8E09-AB75F9B48D0A}"/>
              </a:ext>
            </a:extLst>
          </p:cNvPr>
          <p:cNvSpPr txBox="1"/>
          <p:nvPr/>
        </p:nvSpPr>
        <p:spPr>
          <a:xfrm>
            <a:off x="408255" y="2798161"/>
            <a:ext cx="30096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当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Px&gt;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Py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，系统压力为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Px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，顺序阀保持一定开度；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BCB1456-C746-48B1-BA2B-7D5727DA220E}"/>
              </a:ext>
            </a:extLst>
          </p:cNvPr>
          <p:cNvSpPr txBox="1"/>
          <p:nvPr/>
        </p:nvSpPr>
        <p:spPr>
          <a:xfrm>
            <a:off x="5954880" y="5291916"/>
            <a:ext cx="3513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&lt;P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调定时，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=P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调定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7DD65AF-E238-4585-94CF-4BDACB44E274}"/>
              </a:ext>
            </a:extLst>
          </p:cNvPr>
          <p:cNvSpPr txBox="1"/>
          <p:nvPr/>
        </p:nvSpPr>
        <p:spPr>
          <a:xfrm>
            <a:off x="5954880" y="5651956"/>
            <a:ext cx="329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&gt;P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调定时，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=P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出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7A3BB76-9630-4278-95D2-ED2D6104F735}"/>
              </a:ext>
            </a:extLst>
          </p:cNvPr>
          <p:cNvSpPr txBox="1"/>
          <p:nvPr/>
        </p:nvSpPr>
        <p:spPr>
          <a:xfrm>
            <a:off x="408255" y="3429000"/>
            <a:ext cx="30096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当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Px&lt;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Py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，顺序阀出口压力为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Py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，大于调定压力，顺序阀入口压力为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Py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A1842D1-433A-416D-B06F-3F70B949F238}"/>
              </a:ext>
            </a:extLst>
          </p:cNvPr>
          <p:cNvSpPr txBox="1"/>
          <p:nvPr/>
        </p:nvSpPr>
        <p:spPr>
          <a:xfrm>
            <a:off x="107504" y="4535645"/>
            <a:ext cx="30096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8AB0F631-97DD-4DA8-9D0A-645C1566429E}"/>
              </a:ext>
            </a:extLst>
          </p:cNvPr>
          <p:cNvSpPr txBox="1"/>
          <p:nvPr/>
        </p:nvSpPr>
        <p:spPr>
          <a:xfrm>
            <a:off x="408255" y="4966735"/>
            <a:ext cx="30096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互换后顺序阀出口压力为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，入口压力仅有调定压力决定，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系统压力为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Px+Py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0FB4A639-3E9A-471A-B112-E5179A22DBBA}"/>
              </a:ext>
            </a:extLst>
          </p:cNvPr>
          <p:cNvSpPr txBox="1"/>
          <p:nvPr/>
        </p:nvSpPr>
        <p:spPr>
          <a:xfrm>
            <a:off x="5940152" y="6372036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=P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+P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调定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37D74742-BE77-48E6-AE61-DC966F916965}"/>
              </a:ext>
            </a:extLst>
          </p:cNvPr>
          <p:cNvSpPr txBox="1"/>
          <p:nvPr/>
        </p:nvSpPr>
        <p:spPr>
          <a:xfrm>
            <a:off x="5954880" y="4894213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顺序阀（外泄）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7A8429C-C1F0-4CAD-B424-56E8B61CDB04}"/>
              </a:ext>
            </a:extLst>
          </p:cNvPr>
          <p:cNvSpPr txBox="1"/>
          <p:nvPr/>
        </p:nvSpPr>
        <p:spPr>
          <a:xfrm>
            <a:off x="5954880" y="6021288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溢流阀（内泄）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54D7295-5581-426D-A248-A4CB1D2A9D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64681"/>
            <a:ext cx="9144000" cy="125215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A992456D-65A4-4E78-84B6-9666066E9C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08504" y="1964398"/>
            <a:ext cx="2800000" cy="290476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6A2EBFD-BADC-4C2F-8023-3BEEB1AE59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6827" y="3304688"/>
            <a:ext cx="2233913" cy="3439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5599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第六章作业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158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EE6ED-0E40-4FF3-BB5B-40CA4677B30B}"/>
              </a:ext>
            </a:extLst>
          </p:cNvPr>
          <p:cNvSpPr txBox="1"/>
          <p:nvPr/>
        </p:nvSpPr>
        <p:spPr>
          <a:xfrm>
            <a:off x="-531" y="1918573"/>
            <a:ext cx="48605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6-13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判断溢流阀是否溢流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(a)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623DA9D9-44A6-452B-8E09-AB75F9B48D0A}"/>
              </a:ext>
            </a:extLst>
          </p:cNvPr>
          <p:cNvSpPr txBox="1"/>
          <p:nvPr/>
        </p:nvSpPr>
        <p:spPr>
          <a:xfrm>
            <a:off x="410264" y="2555612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根据液压缸受力平衡：</a:t>
            </a:r>
          </a:p>
        </p:txBody>
      </p:sp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3103716A-E9CA-40F6-9059-972CC8BD039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13566296"/>
              </p:ext>
            </p:extLst>
          </p:nvPr>
        </p:nvGraphicFramePr>
        <p:xfrm>
          <a:off x="655638" y="2958331"/>
          <a:ext cx="3335337" cy="585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4950" name="Equation" r:id="rId4" imgW="2006280" imgH="355320" progId="Equation.DSMT4">
                  <p:embed/>
                </p:oleObj>
              </mc:Choice>
              <mc:Fallback>
                <p:oleObj name="Equation" r:id="rId4" imgW="2006280" imgH="355320" progId="Equation.DSMT4">
                  <p:embed/>
                  <p:pic>
                    <p:nvPicPr>
                      <p:cNvPr id="46" name="对象 45">
                        <a:extLst>
                          <a:ext uri="{FF2B5EF4-FFF2-40B4-BE49-F238E27FC236}">
                            <a16:creationId xmlns:a16="http://schemas.microsoft.com/office/drawing/2014/main" id="{3103716A-E9CA-40F6-9059-972CC8BD03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55638" y="2958331"/>
                        <a:ext cx="3335337" cy="5857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CD82F3AF-E4E9-4AE5-BB6A-404DB7BFB00F}"/>
              </a:ext>
            </a:extLst>
          </p:cNvPr>
          <p:cNvSpPr txBox="1"/>
          <p:nvPr/>
        </p:nvSpPr>
        <p:spPr>
          <a:xfrm>
            <a:off x="410264" y="3694197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根据流量计算速度：</a:t>
            </a:r>
          </a:p>
        </p:txBody>
      </p:sp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40BA0D31-C6A8-478C-8D4F-1223EC6837B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98043850"/>
              </p:ext>
            </p:extLst>
          </p:nvPr>
        </p:nvGraphicFramePr>
        <p:xfrm>
          <a:off x="1003300" y="4077072"/>
          <a:ext cx="2638425" cy="608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4951" name="Equation" r:id="rId6" imgW="1587240" imgH="368280" progId="Equation.DSMT4">
                  <p:embed/>
                </p:oleObj>
              </mc:Choice>
              <mc:Fallback>
                <p:oleObj name="Equation" r:id="rId6" imgW="1587240" imgH="368280" progId="Equation.DSMT4">
                  <p:embed/>
                  <p:pic>
                    <p:nvPicPr>
                      <p:cNvPr id="46" name="对象 45">
                        <a:extLst>
                          <a:ext uri="{FF2B5EF4-FFF2-40B4-BE49-F238E27FC236}">
                            <a16:creationId xmlns:a16="http://schemas.microsoft.com/office/drawing/2014/main" id="{3103716A-E9CA-40F6-9059-972CC8BD03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003300" y="4077072"/>
                        <a:ext cx="2638425" cy="6080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文本框 17">
            <a:extLst>
              <a:ext uri="{FF2B5EF4-FFF2-40B4-BE49-F238E27FC236}">
                <a16:creationId xmlns:a16="http://schemas.microsoft.com/office/drawing/2014/main" id="{210945BD-1FD7-4FD3-8295-3DD59B28C3F4}"/>
              </a:ext>
            </a:extLst>
          </p:cNvPr>
          <p:cNvSpPr txBox="1"/>
          <p:nvPr/>
        </p:nvSpPr>
        <p:spPr>
          <a:xfrm>
            <a:off x="410264" y="4702454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25" name="对象 24">
            <a:extLst>
              <a:ext uri="{FF2B5EF4-FFF2-40B4-BE49-F238E27FC236}">
                <a16:creationId xmlns:a16="http://schemas.microsoft.com/office/drawing/2014/main" id="{C21221EE-BD40-402C-B700-37E34915A91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4903071"/>
              </p:ext>
            </p:extLst>
          </p:nvPr>
        </p:nvGraphicFramePr>
        <p:xfrm>
          <a:off x="571500" y="5157192"/>
          <a:ext cx="3503613" cy="585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4952" name="Equation" r:id="rId8" imgW="2108160" imgH="355320" progId="Equation.DSMT4">
                  <p:embed/>
                </p:oleObj>
              </mc:Choice>
              <mc:Fallback>
                <p:oleObj name="Equation" r:id="rId8" imgW="2108160" imgH="355320" progId="Equation.DSMT4">
                  <p:embed/>
                  <p:pic>
                    <p:nvPicPr>
                      <p:cNvPr id="46" name="对象 45">
                        <a:extLst>
                          <a:ext uri="{FF2B5EF4-FFF2-40B4-BE49-F238E27FC236}">
                            <a16:creationId xmlns:a16="http://schemas.microsoft.com/office/drawing/2014/main" id="{3103716A-E9CA-40F6-9059-972CC8BD03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71500" y="5157192"/>
                        <a:ext cx="3503613" cy="585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" name="对象 25">
            <a:extLst>
              <a:ext uri="{FF2B5EF4-FFF2-40B4-BE49-F238E27FC236}">
                <a16:creationId xmlns:a16="http://schemas.microsoft.com/office/drawing/2014/main" id="{7E1CE593-DF0E-41B4-838B-544DCEA56E5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9698349"/>
              </p:ext>
            </p:extLst>
          </p:nvPr>
        </p:nvGraphicFramePr>
        <p:xfrm>
          <a:off x="1003300" y="5948689"/>
          <a:ext cx="2638425" cy="608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4953" name="Equation" r:id="rId10" imgW="1587240" imgH="368280" progId="Equation.DSMT4">
                  <p:embed/>
                </p:oleObj>
              </mc:Choice>
              <mc:Fallback>
                <p:oleObj name="Equation" r:id="rId10" imgW="1587240" imgH="368280" progId="Equation.DSMT4">
                  <p:embed/>
                  <p:pic>
                    <p:nvPicPr>
                      <p:cNvPr id="17" name="对象 16">
                        <a:extLst>
                          <a:ext uri="{FF2B5EF4-FFF2-40B4-BE49-F238E27FC236}">
                            <a16:creationId xmlns:a16="http://schemas.microsoft.com/office/drawing/2014/main" id="{40BA0D31-C6A8-478C-8D4F-1223EC6837B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003300" y="5948689"/>
                        <a:ext cx="2638425" cy="6080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A48066A5-906D-4D25-AE6D-51F5D4F5972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95731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C0C33DB-64DA-4372-86A0-0DAD553BAF2C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r="31064"/>
          <a:stretch/>
        </p:blipFill>
        <p:spPr>
          <a:xfrm>
            <a:off x="4716413" y="1794699"/>
            <a:ext cx="4276402" cy="2327263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AD0C3395-AF38-4C3B-B578-205CFDF7E360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54550" t="61882" r="31064"/>
          <a:stretch/>
        </p:blipFill>
        <p:spPr>
          <a:xfrm>
            <a:off x="8565652" y="2492896"/>
            <a:ext cx="432048" cy="887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2287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第六章作业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158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948FF5E-D178-4C68-ACE4-045F9983BA17}"/>
              </a:ext>
            </a:extLst>
          </p:cNvPr>
          <p:cNvSpPr txBox="1"/>
          <p:nvPr/>
        </p:nvSpPr>
        <p:spPr>
          <a:xfrm>
            <a:off x="80840" y="1772816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28" name="对象 27">
            <a:extLst>
              <a:ext uri="{FF2B5EF4-FFF2-40B4-BE49-F238E27FC236}">
                <a16:creationId xmlns:a16="http://schemas.microsoft.com/office/drawing/2014/main" id="{E22C0F2E-FFED-4723-98AA-FC139FEF009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28396976"/>
              </p:ext>
            </p:extLst>
          </p:nvPr>
        </p:nvGraphicFramePr>
        <p:xfrm>
          <a:off x="800920" y="2151440"/>
          <a:ext cx="2070100" cy="669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2268" name="Equation" r:id="rId4" imgW="1244520" imgH="406080" progId="Equation.DSMT4">
                  <p:embed/>
                </p:oleObj>
              </mc:Choice>
              <mc:Fallback>
                <p:oleObj name="Equation" r:id="rId4" imgW="1244520" imgH="406080" progId="Equation.DSMT4">
                  <p:embed/>
                  <p:pic>
                    <p:nvPicPr>
                      <p:cNvPr id="28" name="对象 27">
                        <a:extLst>
                          <a:ext uri="{FF2B5EF4-FFF2-40B4-BE49-F238E27FC236}">
                            <a16:creationId xmlns:a16="http://schemas.microsoft.com/office/drawing/2014/main" id="{E22C0F2E-FFED-4723-98AA-FC139FEF009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00920" y="2151440"/>
                        <a:ext cx="2070100" cy="669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文本框 33">
            <a:extLst>
              <a:ext uri="{FF2B5EF4-FFF2-40B4-BE49-F238E27FC236}">
                <a16:creationId xmlns:a16="http://schemas.microsoft.com/office/drawing/2014/main" id="{5586878E-FEB5-403C-8242-F30386FB25EE}"/>
              </a:ext>
            </a:extLst>
          </p:cNvPr>
          <p:cNvSpPr txBox="1"/>
          <p:nvPr/>
        </p:nvSpPr>
        <p:spPr>
          <a:xfrm>
            <a:off x="718860" y="1791400"/>
            <a:ext cx="3285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假设溢流阀未工作，回油流量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312EBCB-659F-4215-A45A-CF935316869E}"/>
              </a:ext>
            </a:extLst>
          </p:cNvPr>
          <p:cNvSpPr txBox="1"/>
          <p:nvPr/>
        </p:nvSpPr>
        <p:spPr>
          <a:xfrm>
            <a:off x="718861" y="2778825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通过节流阀压差公式：</a:t>
            </a:r>
          </a:p>
        </p:txBody>
      </p:sp>
      <p:graphicFrame>
        <p:nvGraphicFramePr>
          <p:cNvPr id="37" name="对象 36">
            <a:extLst>
              <a:ext uri="{FF2B5EF4-FFF2-40B4-BE49-F238E27FC236}">
                <a16:creationId xmlns:a16="http://schemas.microsoft.com/office/drawing/2014/main" id="{9DFF52E7-CCAC-4E6B-829E-63E34B18D04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6313816"/>
              </p:ext>
            </p:extLst>
          </p:nvPr>
        </p:nvGraphicFramePr>
        <p:xfrm>
          <a:off x="1032150" y="3139847"/>
          <a:ext cx="1604962" cy="669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2269" name="Equation" r:id="rId6" imgW="965160" imgH="406080" progId="Equation.DSMT4">
                  <p:embed/>
                </p:oleObj>
              </mc:Choice>
              <mc:Fallback>
                <p:oleObj name="Equation" r:id="rId6" imgW="965160" imgH="406080" progId="Equation.DSMT4">
                  <p:embed/>
                  <p:pic>
                    <p:nvPicPr>
                      <p:cNvPr id="37" name="对象 36">
                        <a:extLst>
                          <a:ext uri="{FF2B5EF4-FFF2-40B4-BE49-F238E27FC236}">
                            <a16:creationId xmlns:a16="http://schemas.microsoft.com/office/drawing/2014/main" id="{9DFF52E7-CCAC-4E6B-829E-63E34B18D04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032150" y="3139847"/>
                        <a:ext cx="1604962" cy="669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>
            <a:extLst>
              <a:ext uri="{FF2B5EF4-FFF2-40B4-BE49-F238E27FC236}">
                <a16:creationId xmlns:a16="http://schemas.microsoft.com/office/drawing/2014/main" id="{D4CF1777-1B7A-425A-A010-43946CBADE9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11782251"/>
              </p:ext>
            </p:extLst>
          </p:nvPr>
        </p:nvGraphicFramePr>
        <p:xfrm>
          <a:off x="632100" y="3881284"/>
          <a:ext cx="2406650" cy="31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2270" name="Equation" r:id="rId8" imgW="1447560" imgH="190440" progId="Equation.DSMT4">
                  <p:embed/>
                </p:oleObj>
              </mc:Choice>
              <mc:Fallback>
                <p:oleObj name="Equation" r:id="rId8" imgW="1447560" imgH="190440" progId="Equation.DSMT4">
                  <p:embed/>
                  <p:pic>
                    <p:nvPicPr>
                      <p:cNvPr id="38" name="对象 37">
                        <a:extLst>
                          <a:ext uri="{FF2B5EF4-FFF2-40B4-BE49-F238E27FC236}">
                            <a16:creationId xmlns:a16="http://schemas.microsoft.com/office/drawing/2014/main" id="{D4CF1777-1B7A-425A-A010-43946CBADE9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32100" y="3881284"/>
                        <a:ext cx="2406650" cy="3143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" name="文本框 38">
            <a:extLst>
              <a:ext uri="{FF2B5EF4-FFF2-40B4-BE49-F238E27FC236}">
                <a16:creationId xmlns:a16="http://schemas.microsoft.com/office/drawing/2014/main" id="{F3AD8451-F52F-43C5-BDE0-D1123131A2D0}"/>
              </a:ext>
            </a:extLst>
          </p:cNvPr>
          <p:cNvSpPr txBox="1"/>
          <p:nvPr/>
        </p:nvSpPr>
        <p:spPr>
          <a:xfrm>
            <a:off x="80840" y="4287518"/>
            <a:ext cx="42878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所以溢流阀开启，工作压力为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2.4 MPa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41" name="对象 40">
            <a:extLst>
              <a:ext uri="{FF2B5EF4-FFF2-40B4-BE49-F238E27FC236}">
                <a16:creationId xmlns:a16="http://schemas.microsoft.com/office/drawing/2014/main" id="{DD1138FC-3056-4609-BA8A-74866D20761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31621539"/>
              </p:ext>
            </p:extLst>
          </p:nvPr>
        </p:nvGraphicFramePr>
        <p:xfrm>
          <a:off x="368872" y="4671720"/>
          <a:ext cx="4287837" cy="650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2271" name="Equation" r:id="rId10" imgW="2577960" imgH="393480" progId="Equation.DSMT4">
                  <p:embed/>
                </p:oleObj>
              </mc:Choice>
              <mc:Fallback>
                <p:oleObj name="Equation" r:id="rId10" imgW="2577960" imgH="393480" progId="Equation.DSMT4">
                  <p:embed/>
                  <p:pic>
                    <p:nvPicPr>
                      <p:cNvPr id="41" name="对象 40">
                        <a:extLst>
                          <a:ext uri="{FF2B5EF4-FFF2-40B4-BE49-F238E27FC236}">
                            <a16:creationId xmlns:a16="http://schemas.microsoft.com/office/drawing/2014/main" id="{DD1138FC-3056-4609-BA8A-74866D20761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368872" y="4671720"/>
                        <a:ext cx="4287837" cy="650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" name="对象 42">
            <a:extLst>
              <a:ext uri="{FF2B5EF4-FFF2-40B4-BE49-F238E27FC236}">
                <a16:creationId xmlns:a16="http://schemas.microsoft.com/office/drawing/2014/main" id="{9E5D7014-B45B-454F-9400-7B329F38C13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4152159"/>
              </p:ext>
            </p:extLst>
          </p:nvPr>
        </p:nvGraphicFramePr>
        <p:xfrm>
          <a:off x="-9848" y="5373216"/>
          <a:ext cx="4941888" cy="963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2272" name="Equation" r:id="rId12" imgW="2971800" imgH="583920" progId="Equation.DSMT4">
                  <p:embed/>
                </p:oleObj>
              </mc:Choice>
              <mc:Fallback>
                <p:oleObj name="Equation" r:id="rId12" imgW="2971800" imgH="583920" progId="Equation.DSMT4">
                  <p:embed/>
                  <p:pic>
                    <p:nvPicPr>
                      <p:cNvPr id="43" name="对象 42">
                        <a:extLst>
                          <a:ext uri="{FF2B5EF4-FFF2-40B4-BE49-F238E27FC236}">
                            <a16:creationId xmlns:a16="http://schemas.microsoft.com/office/drawing/2014/main" id="{9E5D7014-B45B-454F-9400-7B329F38C1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-9848" y="5373216"/>
                        <a:ext cx="4941888" cy="9636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A48066A5-906D-4D25-AE6D-51F5D4F5972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95731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C0C33DB-64DA-4372-86A0-0DAD553BAF2C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61521"/>
          <a:stretch/>
        </p:blipFill>
        <p:spPr>
          <a:xfrm>
            <a:off x="4802108" y="1719208"/>
            <a:ext cx="2049095" cy="199782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4F68189-93A0-49D6-A017-3F37AAC5297C}"/>
              </a:ext>
            </a:extLst>
          </p:cNvPr>
          <p:cNvPicPr>
            <a:picLocks noChangeAspect="1"/>
          </p:cNvPicPr>
          <p:nvPr/>
        </p:nvPicPr>
        <p:blipFill rotWithShape="1"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r="62938"/>
          <a:stretch/>
        </p:blipFill>
        <p:spPr>
          <a:xfrm>
            <a:off x="6821574" y="1719978"/>
            <a:ext cx="2286930" cy="1997054"/>
          </a:xfrm>
          <a:prstGeom prst="rect">
            <a:avLst/>
          </a:prstGeom>
        </p:spPr>
      </p:pic>
      <p:sp>
        <p:nvSpPr>
          <p:cNvPr id="24" name="文本框 23">
            <a:extLst>
              <a:ext uri="{FF2B5EF4-FFF2-40B4-BE49-F238E27FC236}">
                <a16:creationId xmlns:a16="http://schemas.microsoft.com/office/drawing/2014/main" id="{78F47497-2E86-4DEA-B2A6-A8E9600FBB83}"/>
              </a:ext>
            </a:extLst>
          </p:cNvPr>
          <p:cNvSpPr txBox="1"/>
          <p:nvPr/>
        </p:nvSpPr>
        <p:spPr>
          <a:xfrm>
            <a:off x="5328413" y="3789040"/>
            <a:ext cx="33964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d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）假设溢流阀未工作，根据节流阀流量压差公式：</a:t>
            </a:r>
          </a:p>
        </p:txBody>
      </p:sp>
      <p:graphicFrame>
        <p:nvGraphicFramePr>
          <p:cNvPr id="29" name="对象 28">
            <a:extLst>
              <a:ext uri="{FF2B5EF4-FFF2-40B4-BE49-F238E27FC236}">
                <a16:creationId xmlns:a16="http://schemas.microsoft.com/office/drawing/2014/main" id="{215EAB57-F0B6-48D7-9398-3A01FD24AC4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28379117"/>
              </p:ext>
            </p:extLst>
          </p:nvPr>
        </p:nvGraphicFramePr>
        <p:xfrm>
          <a:off x="5499323" y="4437112"/>
          <a:ext cx="2406650" cy="31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2273" name="Equation" r:id="rId20" imgW="1447560" imgH="190440" progId="Equation.DSMT4">
                  <p:embed/>
                </p:oleObj>
              </mc:Choice>
              <mc:Fallback>
                <p:oleObj name="Equation" r:id="rId20" imgW="1447560" imgH="190440" progId="Equation.DSMT4">
                  <p:embed/>
                  <p:pic>
                    <p:nvPicPr>
                      <p:cNvPr id="38" name="对象 37">
                        <a:extLst>
                          <a:ext uri="{FF2B5EF4-FFF2-40B4-BE49-F238E27FC236}">
                            <a16:creationId xmlns:a16="http://schemas.microsoft.com/office/drawing/2014/main" id="{D4CF1777-1B7A-425A-A010-43946CBADE9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5499323" y="4437112"/>
                        <a:ext cx="2406650" cy="3143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" name="对象 29">
            <a:extLst>
              <a:ext uri="{FF2B5EF4-FFF2-40B4-BE49-F238E27FC236}">
                <a16:creationId xmlns:a16="http://schemas.microsoft.com/office/drawing/2014/main" id="{4B5ABEDF-7925-417B-A2A3-1A6ADB23855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54187146"/>
              </p:ext>
            </p:extLst>
          </p:nvPr>
        </p:nvGraphicFramePr>
        <p:xfrm>
          <a:off x="5385693" y="4783038"/>
          <a:ext cx="3506787" cy="1238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2274" name="Equation" r:id="rId22" imgW="2108160" imgH="749160" progId="Equation.DSMT4">
                  <p:embed/>
                </p:oleObj>
              </mc:Choice>
              <mc:Fallback>
                <p:oleObj name="Equation" r:id="rId22" imgW="2108160" imgH="749160" progId="Equation.DSMT4">
                  <p:embed/>
                  <p:pic>
                    <p:nvPicPr>
                      <p:cNvPr id="41" name="对象 40">
                        <a:extLst>
                          <a:ext uri="{FF2B5EF4-FFF2-40B4-BE49-F238E27FC236}">
                            <a16:creationId xmlns:a16="http://schemas.microsoft.com/office/drawing/2014/main" id="{DD1138FC-3056-4609-BA8A-74866D20761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5385693" y="4783038"/>
                        <a:ext cx="3506787" cy="12382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" name="对象 30">
            <a:extLst>
              <a:ext uri="{FF2B5EF4-FFF2-40B4-BE49-F238E27FC236}">
                <a16:creationId xmlns:a16="http://schemas.microsoft.com/office/drawing/2014/main" id="{2C7B46C7-0F8D-4D02-BAE2-A58B401D183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93173471"/>
              </p:ext>
            </p:extLst>
          </p:nvPr>
        </p:nvGraphicFramePr>
        <p:xfrm>
          <a:off x="5382641" y="6093296"/>
          <a:ext cx="2640013" cy="608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2275" name="Equation" r:id="rId24" imgW="2639717" imgH="608062" progId="Equation.DSMT4">
                  <p:embed/>
                </p:oleObj>
              </mc:Choice>
              <mc:Fallback>
                <p:oleObj name="Equation" r:id="rId24" imgW="2639717" imgH="608062" progId="Equation.DSMT4">
                  <p:embed/>
                  <p:pic>
                    <p:nvPicPr>
                      <p:cNvPr id="3" name="对象 2">
                        <a:extLst>
                          <a:ext uri="{FF2B5EF4-FFF2-40B4-BE49-F238E27FC236}">
                            <a16:creationId xmlns:a16="http://schemas.microsoft.com/office/drawing/2014/main" id="{3C4ABFC8-C3B5-477D-B8BD-348F262E937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5382641" y="6093296"/>
                        <a:ext cx="2640013" cy="6080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8239390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第六章作业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158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C6CB8E0-E1E6-4294-9E09-BFEDB42DEFCC}"/>
              </a:ext>
            </a:extLst>
          </p:cNvPr>
          <p:cNvSpPr txBox="1"/>
          <p:nvPr/>
        </p:nvSpPr>
        <p:spPr>
          <a:xfrm>
            <a:off x="-21784" y="1700808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(e)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假设溢流阀未工作：</a:t>
            </a:r>
          </a:p>
        </p:txBody>
      </p:sp>
      <p:graphicFrame>
        <p:nvGraphicFramePr>
          <p:cNvPr id="22" name="对象 21">
            <a:extLst>
              <a:ext uri="{FF2B5EF4-FFF2-40B4-BE49-F238E27FC236}">
                <a16:creationId xmlns:a16="http://schemas.microsoft.com/office/drawing/2014/main" id="{21BB8D4B-8E1B-40F1-8851-5D4B70A697C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4005154"/>
              </p:ext>
            </p:extLst>
          </p:nvPr>
        </p:nvGraphicFramePr>
        <p:xfrm>
          <a:off x="9525" y="2070140"/>
          <a:ext cx="4562475" cy="650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25" name="Equation" r:id="rId4" imgW="2743200" imgH="393480" progId="Equation.DSMT4">
                  <p:embed/>
                </p:oleObj>
              </mc:Choice>
              <mc:Fallback>
                <p:oleObj name="Equation" r:id="rId4" imgW="2743200" imgH="393480" progId="Equation.DSMT4">
                  <p:embed/>
                  <p:pic>
                    <p:nvPicPr>
                      <p:cNvPr id="41" name="对象 40">
                        <a:extLst>
                          <a:ext uri="{FF2B5EF4-FFF2-40B4-BE49-F238E27FC236}">
                            <a16:creationId xmlns:a16="http://schemas.microsoft.com/office/drawing/2014/main" id="{DD1138FC-3056-4609-BA8A-74866D20761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525" y="2070140"/>
                        <a:ext cx="4562475" cy="650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对象 22">
            <a:extLst>
              <a:ext uri="{FF2B5EF4-FFF2-40B4-BE49-F238E27FC236}">
                <a16:creationId xmlns:a16="http://schemas.microsoft.com/office/drawing/2014/main" id="{565F7702-01AF-40CC-8CCB-4FFFC4CA27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93585281"/>
              </p:ext>
            </p:extLst>
          </p:nvPr>
        </p:nvGraphicFramePr>
        <p:xfrm>
          <a:off x="1115616" y="2934236"/>
          <a:ext cx="2259012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26" name="Equation" r:id="rId6" imgW="1358640" imgH="406080" progId="Equation.DSMT4">
                  <p:embed/>
                </p:oleObj>
              </mc:Choice>
              <mc:Fallback>
                <p:oleObj name="Equation" r:id="rId6" imgW="1358640" imgH="406080" progId="Equation.DSMT4">
                  <p:embed/>
                  <p:pic>
                    <p:nvPicPr>
                      <p:cNvPr id="22" name="对象 21">
                        <a:extLst>
                          <a:ext uri="{FF2B5EF4-FFF2-40B4-BE49-F238E27FC236}">
                            <a16:creationId xmlns:a16="http://schemas.microsoft.com/office/drawing/2014/main" id="{21BB8D4B-8E1B-40F1-8851-5D4B70A697C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115616" y="2934236"/>
                        <a:ext cx="2259012" cy="6715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文本框 23">
            <a:extLst>
              <a:ext uri="{FF2B5EF4-FFF2-40B4-BE49-F238E27FC236}">
                <a16:creationId xmlns:a16="http://schemas.microsoft.com/office/drawing/2014/main" id="{6F03D0CB-F756-472E-9829-00EB3D6C0023}"/>
              </a:ext>
            </a:extLst>
          </p:cNvPr>
          <p:cNvSpPr txBox="1"/>
          <p:nvPr/>
        </p:nvSpPr>
        <p:spPr>
          <a:xfrm>
            <a:off x="-21784" y="2708920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节流阀压差：</a:t>
            </a:r>
          </a:p>
        </p:txBody>
      </p:sp>
      <p:graphicFrame>
        <p:nvGraphicFramePr>
          <p:cNvPr id="29" name="对象 28">
            <a:extLst>
              <a:ext uri="{FF2B5EF4-FFF2-40B4-BE49-F238E27FC236}">
                <a16:creationId xmlns:a16="http://schemas.microsoft.com/office/drawing/2014/main" id="{A17FF30F-A128-484B-82E5-4D2EB7F9E95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47564574"/>
              </p:ext>
            </p:extLst>
          </p:nvPr>
        </p:nvGraphicFramePr>
        <p:xfrm>
          <a:off x="1301848" y="3654316"/>
          <a:ext cx="1668462" cy="31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27" name="Equation" r:id="rId8" imgW="1002960" imgH="190440" progId="Equation.DSMT4">
                  <p:embed/>
                </p:oleObj>
              </mc:Choice>
              <mc:Fallback>
                <p:oleObj name="Equation" r:id="rId8" imgW="1002960" imgH="190440" progId="Equation.DSMT4">
                  <p:embed/>
                  <p:pic>
                    <p:nvPicPr>
                      <p:cNvPr id="22" name="对象 21">
                        <a:extLst>
                          <a:ext uri="{FF2B5EF4-FFF2-40B4-BE49-F238E27FC236}">
                            <a16:creationId xmlns:a16="http://schemas.microsoft.com/office/drawing/2014/main" id="{21BB8D4B-8E1B-40F1-8851-5D4B70A697C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01848" y="3654316"/>
                        <a:ext cx="1668462" cy="3143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文本框 29">
            <a:extLst>
              <a:ext uri="{FF2B5EF4-FFF2-40B4-BE49-F238E27FC236}">
                <a16:creationId xmlns:a16="http://schemas.microsoft.com/office/drawing/2014/main" id="{8A4708ED-0DE5-4982-B0C4-602057F09241}"/>
              </a:ext>
            </a:extLst>
          </p:cNvPr>
          <p:cNvSpPr txBox="1"/>
          <p:nvPr/>
        </p:nvSpPr>
        <p:spPr>
          <a:xfrm>
            <a:off x="-21784" y="3988822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所以溢流阀开启。</a:t>
            </a:r>
          </a:p>
        </p:txBody>
      </p:sp>
      <p:graphicFrame>
        <p:nvGraphicFramePr>
          <p:cNvPr id="31" name="对象 30">
            <a:extLst>
              <a:ext uri="{FF2B5EF4-FFF2-40B4-BE49-F238E27FC236}">
                <a16:creationId xmlns:a16="http://schemas.microsoft.com/office/drawing/2014/main" id="{90355778-1937-48B9-BE41-2EB918AF89B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64999294"/>
              </p:ext>
            </p:extLst>
          </p:nvPr>
        </p:nvGraphicFramePr>
        <p:xfrm>
          <a:off x="1501748" y="4372655"/>
          <a:ext cx="1266825" cy="334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28" name="Equation" r:id="rId10" imgW="761760" imgH="203040" progId="Equation.DSMT4">
                  <p:embed/>
                </p:oleObj>
              </mc:Choice>
              <mc:Fallback>
                <p:oleObj name="Equation" r:id="rId10" imgW="761760" imgH="203040" progId="Equation.DSMT4">
                  <p:embed/>
                  <p:pic>
                    <p:nvPicPr>
                      <p:cNvPr id="29" name="对象 28">
                        <a:extLst>
                          <a:ext uri="{FF2B5EF4-FFF2-40B4-BE49-F238E27FC236}">
                            <a16:creationId xmlns:a16="http://schemas.microsoft.com/office/drawing/2014/main" id="{A17FF30F-A128-484B-82E5-4D2EB7F9E9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01748" y="4372655"/>
                        <a:ext cx="1266825" cy="3349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" name="对象 31">
            <a:extLst>
              <a:ext uri="{FF2B5EF4-FFF2-40B4-BE49-F238E27FC236}">
                <a16:creationId xmlns:a16="http://schemas.microsoft.com/office/drawing/2014/main" id="{EBB21E36-6C6E-4CBA-863A-6B7EBB20692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1606423"/>
              </p:ext>
            </p:extLst>
          </p:nvPr>
        </p:nvGraphicFramePr>
        <p:xfrm>
          <a:off x="1027086" y="4727982"/>
          <a:ext cx="2217737" cy="334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29" name="Equation" r:id="rId12" imgW="1333440" imgH="203040" progId="Equation.DSMT4">
                  <p:embed/>
                </p:oleObj>
              </mc:Choice>
              <mc:Fallback>
                <p:oleObj name="Equation" r:id="rId12" imgW="1333440" imgH="203040" progId="Equation.DSMT4">
                  <p:embed/>
                  <p:pic>
                    <p:nvPicPr>
                      <p:cNvPr id="31" name="对象 30">
                        <a:extLst>
                          <a:ext uri="{FF2B5EF4-FFF2-40B4-BE49-F238E27FC236}">
                            <a16:creationId xmlns:a16="http://schemas.microsoft.com/office/drawing/2014/main" id="{90355778-1937-48B9-BE41-2EB918AF8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027086" y="4727982"/>
                        <a:ext cx="2217737" cy="3349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>
            <a:extLst>
              <a:ext uri="{FF2B5EF4-FFF2-40B4-BE49-F238E27FC236}">
                <a16:creationId xmlns:a16="http://schemas.microsoft.com/office/drawing/2014/main" id="{0520ABF2-841D-4027-8300-9A1D4F4C9B0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93608744"/>
              </p:ext>
            </p:extLst>
          </p:nvPr>
        </p:nvGraphicFramePr>
        <p:xfrm>
          <a:off x="1067891" y="5453196"/>
          <a:ext cx="2640013" cy="669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30" name="Equation" r:id="rId14" imgW="1587240" imgH="406080" progId="Equation.DSMT4">
                  <p:embed/>
                </p:oleObj>
              </mc:Choice>
              <mc:Fallback>
                <p:oleObj name="Equation" r:id="rId14" imgW="1587240" imgH="406080" progId="Equation.DSMT4">
                  <p:embed/>
                  <p:pic>
                    <p:nvPicPr>
                      <p:cNvPr id="32" name="对象 31">
                        <a:extLst>
                          <a:ext uri="{FF2B5EF4-FFF2-40B4-BE49-F238E27FC236}">
                            <a16:creationId xmlns:a16="http://schemas.microsoft.com/office/drawing/2014/main" id="{EBB21E36-6C6E-4CBA-863A-6B7EBB20692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067891" y="5453196"/>
                        <a:ext cx="2640013" cy="669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文本框 34">
            <a:extLst>
              <a:ext uri="{FF2B5EF4-FFF2-40B4-BE49-F238E27FC236}">
                <a16:creationId xmlns:a16="http://schemas.microsoft.com/office/drawing/2014/main" id="{5334F9E2-CE08-4173-A97B-C3DA864B9F1F}"/>
              </a:ext>
            </a:extLst>
          </p:cNvPr>
          <p:cNvSpPr txBox="1"/>
          <p:nvPr/>
        </p:nvSpPr>
        <p:spPr>
          <a:xfrm>
            <a:off x="-21784" y="5117090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有杆腔流量为：</a:t>
            </a:r>
          </a:p>
        </p:txBody>
      </p:sp>
      <p:graphicFrame>
        <p:nvGraphicFramePr>
          <p:cNvPr id="40" name="对象 39">
            <a:extLst>
              <a:ext uri="{FF2B5EF4-FFF2-40B4-BE49-F238E27FC236}">
                <a16:creationId xmlns:a16="http://schemas.microsoft.com/office/drawing/2014/main" id="{0E3A0646-2BC1-46F2-9D14-D57D8763F49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8301108"/>
              </p:ext>
            </p:extLst>
          </p:nvPr>
        </p:nvGraphicFramePr>
        <p:xfrm>
          <a:off x="1774798" y="6286907"/>
          <a:ext cx="1225550" cy="273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31" name="Equation" r:id="rId16" imgW="736560" imgH="164880" progId="Equation.DSMT4">
                  <p:embed/>
                </p:oleObj>
              </mc:Choice>
              <mc:Fallback>
                <p:oleObj name="Equation" r:id="rId16" imgW="736560" imgH="164880" progId="Equation.DSMT4">
                  <p:embed/>
                  <p:pic>
                    <p:nvPicPr>
                      <p:cNvPr id="33" name="对象 32">
                        <a:extLst>
                          <a:ext uri="{FF2B5EF4-FFF2-40B4-BE49-F238E27FC236}">
                            <a16:creationId xmlns:a16="http://schemas.microsoft.com/office/drawing/2014/main" id="{0520ABF2-841D-4027-8300-9A1D4F4C9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774798" y="6286907"/>
                        <a:ext cx="1225550" cy="273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" name="图片 15">
            <a:extLst>
              <a:ext uri="{FF2B5EF4-FFF2-40B4-BE49-F238E27FC236}">
                <a16:creationId xmlns:a16="http://schemas.microsoft.com/office/drawing/2014/main" id="{DEA3BE5C-A96F-4C97-928D-22D7FAE3E43F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957314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E8CAE057-8D4B-4A98-9959-23B7A71481B6}"/>
              </a:ext>
            </a:extLst>
          </p:cNvPr>
          <p:cNvSpPr txBox="1"/>
          <p:nvPr/>
        </p:nvSpPr>
        <p:spPr>
          <a:xfrm>
            <a:off x="4499992" y="3779748"/>
            <a:ext cx="4305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(f)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假设溢流阀未工作，同（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</a:p>
        </p:txBody>
      </p:sp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0E013B5E-1E0D-4986-A797-77A64564612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4235950"/>
              </p:ext>
            </p:extLst>
          </p:nvPr>
        </p:nvGraphicFramePr>
        <p:xfrm>
          <a:off x="4531301" y="4149080"/>
          <a:ext cx="4562475" cy="650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32" name="Equation" r:id="rId20" imgW="2743200" imgH="393480" progId="Equation.DSMT4">
                  <p:embed/>
                </p:oleObj>
              </mc:Choice>
              <mc:Fallback>
                <p:oleObj name="Equation" r:id="rId20" imgW="2743200" imgH="393480" progId="Equation.DSMT4">
                  <p:embed/>
                  <p:pic>
                    <p:nvPicPr>
                      <p:cNvPr id="22" name="对象 21">
                        <a:extLst>
                          <a:ext uri="{FF2B5EF4-FFF2-40B4-BE49-F238E27FC236}">
                            <a16:creationId xmlns:a16="http://schemas.microsoft.com/office/drawing/2014/main" id="{21BB8D4B-8E1B-40F1-8851-5D4B70A697C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531301" y="4149080"/>
                        <a:ext cx="4562475" cy="650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对象 19">
            <a:extLst>
              <a:ext uri="{FF2B5EF4-FFF2-40B4-BE49-F238E27FC236}">
                <a16:creationId xmlns:a16="http://schemas.microsoft.com/office/drawing/2014/main" id="{2C508E46-7332-477C-B124-B5AF4F6B83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63878035"/>
              </p:ext>
            </p:extLst>
          </p:nvPr>
        </p:nvGraphicFramePr>
        <p:xfrm>
          <a:off x="5998226" y="4797152"/>
          <a:ext cx="2259012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33" name="Equation" r:id="rId21" imgW="1358640" imgH="406080" progId="Equation.DSMT4">
                  <p:embed/>
                </p:oleObj>
              </mc:Choice>
              <mc:Fallback>
                <p:oleObj name="Equation" r:id="rId21" imgW="1358640" imgH="406080" progId="Equation.DSMT4">
                  <p:embed/>
                  <p:pic>
                    <p:nvPicPr>
                      <p:cNvPr id="23" name="对象 22">
                        <a:extLst>
                          <a:ext uri="{FF2B5EF4-FFF2-40B4-BE49-F238E27FC236}">
                            <a16:creationId xmlns:a16="http://schemas.microsoft.com/office/drawing/2014/main" id="{565F7702-01AF-40CC-8CCB-4FFFC4CA27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5998226" y="4797152"/>
                        <a:ext cx="2259012" cy="6715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文本框 24">
            <a:extLst>
              <a:ext uri="{FF2B5EF4-FFF2-40B4-BE49-F238E27FC236}">
                <a16:creationId xmlns:a16="http://schemas.microsoft.com/office/drawing/2014/main" id="{4BE04A7D-6AFC-445D-A999-6B4103C3856B}"/>
              </a:ext>
            </a:extLst>
          </p:cNvPr>
          <p:cNvSpPr txBox="1"/>
          <p:nvPr/>
        </p:nvSpPr>
        <p:spPr>
          <a:xfrm>
            <a:off x="4499992" y="4787860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节流阀压差：</a:t>
            </a:r>
          </a:p>
        </p:txBody>
      </p:sp>
      <p:graphicFrame>
        <p:nvGraphicFramePr>
          <p:cNvPr id="26" name="对象 25">
            <a:extLst>
              <a:ext uri="{FF2B5EF4-FFF2-40B4-BE49-F238E27FC236}">
                <a16:creationId xmlns:a16="http://schemas.microsoft.com/office/drawing/2014/main" id="{67FF7C45-4697-4FBF-B7DE-DC89520EB21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43040553"/>
              </p:ext>
            </p:extLst>
          </p:nvPr>
        </p:nvGraphicFramePr>
        <p:xfrm>
          <a:off x="5997432" y="5563344"/>
          <a:ext cx="2260600" cy="31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34" name="Equation" r:id="rId23" imgW="1358640" imgH="190440" progId="Equation.DSMT4">
                  <p:embed/>
                </p:oleObj>
              </mc:Choice>
              <mc:Fallback>
                <p:oleObj name="Equation" r:id="rId23" imgW="1358640" imgH="190440" progId="Equation.DSMT4">
                  <p:embed/>
                  <p:pic>
                    <p:nvPicPr>
                      <p:cNvPr id="29" name="对象 28">
                        <a:extLst>
                          <a:ext uri="{FF2B5EF4-FFF2-40B4-BE49-F238E27FC236}">
                            <a16:creationId xmlns:a16="http://schemas.microsoft.com/office/drawing/2014/main" id="{A17FF30F-A128-484B-82E5-4D2EB7F9E9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5997432" y="5563344"/>
                        <a:ext cx="2260600" cy="3143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文本框 27">
            <a:extLst>
              <a:ext uri="{FF2B5EF4-FFF2-40B4-BE49-F238E27FC236}">
                <a16:creationId xmlns:a16="http://schemas.microsoft.com/office/drawing/2014/main" id="{EC19934B-4796-48A6-89F6-69D691A97456}"/>
              </a:ext>
            </a:extLst>
          </p:cNvPr>
          <p:cNvSpPr txBox="1"/>
          <p:nvPr/>
        </p:nvSpPr>
        <p:spPr>
          <a:xfrm>
            <a:off x="4499992" y="5877272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系统压力为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2.29 MPa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  <p:graphicFrame>
        <p:nvGraphicFramePr>
          <p:cNvPr id="34" name="对象 33">
            <a:extLst>
              <a:ext uri="{FF2B5EF4-FFF2-40B4-BE49-F238E27FC236}">
                <a16:creationId xmlns:a16="http://schemas.microsoft.com/office/drawing/2014/main" id="{88AD8DBA-9E8F-4049-B5DD-253CC2093F3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87279636"/>
              </p:ext>
            </p:extLst>
          </p:nvPr>
        </p:nvGraphicFramePr>
        <p:xfrm>
          <a:off x="5733683" y="6205363"/>
          <a:ext cx="2640013" cy="608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35" name="Equation" r:id="rId25" imgW="1587240" imgH="368280" progId="Equation.DSMT4">
                  <p:embed/>
                </p:oleObj>
              </mc:Choice>
              <mc:Fallback>
                <p:oleObj name="Equation" r:id="rId25" imgW="1587240" imgH="368280" progId="Equation.DSMT4">
                  <p:embed/>
                  <p:pic>
                    <p:nvPicPr>
                      <p:cNvPr id="25" name="对象 24">
                        <a:extLst>
                          <a:ext uri="{FF2B5EF4-FFF2-40B4-BE49-F238E27FC236}">
                            <a16:creationId xmlns:a16="http://schemas.microsoft.com/office/drawing/2014/main" id="{F5E2991D-8E9B-4193-A664-9F5D43F0794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733683" y="6205363"/>
                        <a:ext cx="2640013" cy="6080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E0E57C04-E83D-42E5-A2E2-7E5E8AA7FBF0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BEBA8EAE-BF5A-486C-A8C5-ECC9F3942E4B}">
                <a14:imgProps xmlns:a14="http://schemas.microsoft.com/office/drawing/2010/main">
                  <a14:imgLayer r:embed="rId28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896372" y="1712324"/>
            <a:ext cx="4140124" cy="207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1733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第六章作业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158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0BA7332-0542-4B6E-9371-30EC6F58CBDC}"/>
              </a:ext>
            </a:extLst>
          </p:cNvPr>
          <p:cNvSpPr txBox="1"/>
          <p:nvPr/>
        </p:nvSpPr>
        <p:spPr>
          <a:xfrm>
            <a:off x="107504" y="2204864"/>
            <a:ext cx="3888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(g)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假设系统压力不足以推动液压缸，缸位于最左端，此时节流阀压差：</a:t>
            </a:r>
          </a:p>
        </p:txBody>
      </p: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4560D631-89B4-475E-A97C-1301E4E0A85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78891428"/>
              </p:ext>
            </p:extLst>
          </p:nvPr>
        </p:nvGraphicFramePr>
        <p:xfrm>
          <a:off x="304139" y="2851934"/>
          <a:ext cx="3273425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8180" name="Equation" r:id="rId4" imgW="1968480" imgH="406080" progId="Equation.DSMT4">
                  <p:embed/>
                </p:oleObj>
              </mc:Choice>
              <mc:Fallback>
                <p:oleObj name="Equation" r:id="rId4" imgW="1968480" imgH="406080" progId="Equation.DSMT4">
                  <p:embed/>
                  <p:pic>
                    <p:nvPicPr>
                      <p:cNvPr id="23" name="对象 22">
                        <a:extLst>
                          <a:ext uri="{FF2B5EF4-FFF2-40B4-BE49-F238E27FC236}">
                            <a16:creationId xmlns:a16="http://schemas.microsoft.com/office/drawing/2014/main" id="{565F7702-01AF-40CC-8CCB-4FFFC4CA27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04139" y="2851934"/>
                        <a:ext cx="3273425" cy="6715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文本框 13">
            <a:extLst>
              <a:ext uri="{FF2B5EF4-FFF2-40B4-BE49-F238E27FC236}">
                <a16:creationId xmlns:a16="http://schemas.microsoft.com/office/drawing/2014/main" id="{8D11ADD3-85A3-44EE-B059-8DB6B0673363}"/>
              </a:ext>
            </a:extLst>
          </p:cNvPr>
          <p:cNvSpPr txBox="1"/>
          <p:nvPr/>
        </p:nvSpPr>
        <p:spPr>
          <a:xfrm>
            <a:off x="107504" y="3552022"/>
            <a:ext cx="3225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矛盾，所以液压缸能被推动。</a:t>
            </a:r>
          </a:p>
        </p:txBody>
      </p:sp>
      <p:graphicFrame>
        <p:nvGraphicFramePr>
          <p:cNvPr id="15" name="对象 14">
            <a:extLst>
              <a:ext uri="{FF2B5EF4-FFF2-40B4-BE49-F238E27FC236}">
                <a16:creationId xmlns:a16="http://schemas.microsoft.com/office/drawing/2014/main" id="{FF6BC322-4918-45E8-B7FC-D78AE3ABEEE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01456185"/>
              </p:ext>
            </p:extLst>
          </p:nvPr>
        </p:nvGraphicFramePr>
        <p:xfrm>
          <a:off x="1193139" y="3888175"/>
          <a:ext cx="1543050" cy="630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8181" name="Equation" r:id="rId6" imgW="927000" imgH="380880" progId="Equation.DSMT4">
                  <p:embed/>
                </p:oleObj>
              </mc:Choice>
              <mc:Fallback>
                <p:oleObj name="Equation" r:id="rId6" imgW="927000" imgH="380880" progId="Equation.DSMT4">
                  <p:embed/>
                  <p:pic>
                    <p:nvPicPr>
                      <p:cNvPr id="22" name="对象 21">
                        <a:extLst>
                          <a:ext uri="{FF2B5EF4-FFF2-40B4-BE49-F238E27FC236}">
                            <a16:creationId xmlns:a16="http://schemas.microsoft.com/office/drawing/2014/main" id="{21BB8D4B-8E1B-40F1-8851-5D4B70A697C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193139" y="3888175"/>
                        <a:ext cx="1543050" cy="6302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871B9C5C-0616-41E0-8E8C-5C039AC5E2B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1419099"/>
              </p:ext>
            </p:extLst>
          </p:nvPr>
        </p:nvGraphicFramePr>
        <p:xfrm>
          <a:off x="598620" y="4916140"/>
          <a:ext cx="2684462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8182" name="Equation" r:id="rId8" imgW="1612800" imgH="406080" progId="Equation.DSMT4">
                  <p:embed/>
                </p:oleObj>
              </mc:Choice>
              <mc:Fallback>
                <p:oleObj name="Equation" r:id="rId8" imgW="1612800" imgH="406080" progId="Equation.DSMT4">
                  <p:embed/>
                  <p:pic>
                    <p:nvPicPr>
                      <p:cNvPr id="15" name="对象 14">
                        <a:extLst>
                          <a:ext uri="{FF2B5EF4-FFF2-40B4-BE49-F238E27FC236}">
                            <a16:creationId xmlns:a16="http://schemas.microsoft.com/office/drawing/2014/main" id="{FF6BC322-4918-45E8-B7FC-D78AE3ABEE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98620" y="4916140"/>
                        <a:ext cx="2684462" cy="673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31BAF0D0-6D43-46F0-9C11-61D731A1D51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99600"/>
              </p:ext>
            </p:extLst>
          </p:nvPr>
        </p:nvGraphicFramePr>
        <p:xfrm>
          <a:off x="280327" y="5701307"/>
          <a:ext cx="3275012" cy="608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8183" name="Equation" r:id="rId10" imgW="1968480" imgH="368280" progId="Equation.DSMT4">
                  <p:embed/>
                </p:oleObj>
              </mc:Choice>
              <mc:Fallback>
                <p:oleObj name="Equation" r:id="rId10" imgW="1968480" imgH="368280" progId="Equation.DSMT4">
                  <p:embed/>
                  <p:pic>
                    <p:nvPicPr>
                      <p:cNvPr id="25" name="对象 24">
                        <a:extLst>
                          <a:ext uri="{FF2B5EF4-FFF2-40B4-BE49-F238E27FC236}">
                            <a16:creationId xmlns:a16="http://schemas.microsoft.com/office/drawing/2014/main" id="{F5E2991D-8E9B-4193-A664-9F5D43F0794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280327" y="5701307"/>
                        <a:ext cx="3275012" cy="6080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8" name="图片 17">
            <a:extLst>
              <a:ext uri="{FF2B5EF4-FFF2-40B4-BE49-F238E27FC236}">
                <a16:creationId xmlns:a16="http://schemas.microsoft.com/office/drawing/2014/main" id="{C748B744-C905-43CE-BB54-632D47317F9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957314"/>
          </a:xfrm>
          <a:prstGeom prst="rect">
            <a:avLst/>
          </a:prstGeom>
        </p:spPr>
      </p:pic>
      <p:sp>
        <p:nvSpPr>
          <p:cNvPr id="30" name="文本框 29">
            <a:extLst>
              <a:ext uri="{FF2B5EF4-FFF2-40B4-BE49-F238E27FC236}">
                <a16:creationId xmlns:a16="http://schemas.microsoft.com/office/drawing/2014/main" id="{D477E988-D242-4D12-926B-F30739F311EC}"/>
              </a:ext>
            </a:extLst>
          </p:cNvPr>
          <p:cNvSpPr txBox="1"/>
          <p:nvPr/>
        </p:nvSpPr>
        <p:spPr>
          <a:xfrm>
            <a:off x="5004048" y="3933056"/>
            <a:ext cx="32256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(h)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假设系统压力不足以推动液压缸，此时节流阀压差：</a:t>
            </a:r>
          </a:p>
        </p:txBody>
      </p:sp>
      <p:graphicFrame>
        <p:nvGraphicFramePr>
          <p:cNvPr id="31" name="对象 30">
            <a:extLst>
              <a:ext uri="{FF2B5EF4-FFF2-40B4-BE49-F238E27FC236}">
                <a16:creationId xmlns:a16="http://schemas.microsoft.com/office/drawing/2014/main" id="{4EA67266-F997-4E79-8382-67F31406215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1425282"/>
              </p:ext>
            </p:extLst>
          </p:nvPr>
        </p:nvGraphicFramePr>
        <p:xfrm>
          <a:off x="5243639" y="4580126"/>
          <a:ext cx="3187700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8184" name="Equation" r:id="rId14" imgW="1917360" imgH="406080" progId="Equation.DSMT4">
                  <p:embed/>
                </p:oleObj>
              </mc:Choice>
              <mc:Fallback>
                <p:oleObj name="Equation" r:id="rId14" imgW="1917360" imgH="406080" progId="Equation.DSMT4">
                  <p:embed/>
                  <p:pic>
                    <p:nvPicPr>
                      <p:cNvPr id="13" name="对象 12">
                        <a:extLst>
                          <a:ext uri="{FF2B5EF4-FFF2-40B4-BE49-F238E27FC236}">
                            <a16:creationId xmlns:a16="http://schemas.microsoft.com/office/drawing/2014/main" id="{4560D631-89B4-475E-A97C-1301E4E0A8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5243639" y="4580126"/>
                        <a:ext cx="3187700" cy="6715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" name="文本框 31">
            <a:extLst>
              <a:ext uri="{FF2B5EF4-FFF2-40B4-BE49-F238E27FC236}">
                <a16:creationId xmlns:a16="http://schemas.microsoft.com/office/drawing/2014/main" id="{55E9A34D-ABDB-41BA-930C-A91332E1F2C4}"/>
              </a:ext>
            </a:extLst>
          </p:cNvPr>
          <p:cNvSpPr txBox="1"/>
          <p:nvPr/>
        </p:nvSpPr>
        <p:spPr>
          <a:xfrm>
            <a:off x="5004048" y="5280214"/>
            <a:ext cx="32256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所以液压缸不能被推动，油液全部流入节流阀。</a:t>
            </a:r>
          </a:p>
        </p:txBody>
      </p:sp>
      <p:graphicFrame>
        <p:nvGraphicFramePr>
          <p:cNvPr id="33" name="对象 32">
            <a:extLst>
              <a:ext uri="{FF2B5EF4-FFF2-40B4-BE49-F238E27FC236}">
                <a16:creationId xmlns:a16="http://schemas.microsoft.com/office/drawing/2014/main" id="{91497A77-8117-46C6-AE1B-B508645AB01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4118848"/>
              </p:ext>
            </p:extLst>
          </p:nvPr>
        </p:nvGraphicFramePr>
        <p:xfrm>
          <a:off x="6220820" y="5981000"/>
          <a:ext cx="930275" cy="271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8185" name="Equation" r:id="rId16" imgW="558720" imgH="164880" progId="Equation.DSMT4">
                  <p:embed/>
                </p:oleObj>
              </mc:Choice>
              <mc:Fallback>
                <p:oleObj name="Equation" r:id="rId16" imgW="558720" imgH="164880" progId="Equation.DSMT4">
                  <p:embed/>
                  <p:pic>
                    <p:nvPicPr>
                      <p:cNvPr id="17" name="对象 16">
                        <a:extLst>
                          <a:ext uri="{FF2B5EF4-FFF2-40B4-BE49-F238E27FC236}">
                            <a16:creationId xmlns:a16="http://schemas.microsoft.com/office/drawing/2014/main" id="{31BAF0D0-6D43-46F0-9C11-61D731A1D51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6220820" y="5981000"/>
                        <a:ext cx="930275" cy="2714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" name="对象 33">
            <a:extLst>
              <a:ext uri="{FF2B5EF4-FFF2-40B4-BE49-F238E27FC236}">
                <a16:creationId xmlns:a16="http://schemas.microsoft.com/office/drawing/2014/main" id="{DD5EFC02-BB55-4F43-843E-BBA28B24340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6943667"/>
              </p:ext>
            </p:extLst>
          </p:nvPr>
        </p:nvGraphicFramePr>
        <p:xfrm>
          <a:off x="5978652" y="6334314"/>
          <a:ext cx="1416050" cy="3349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8186" name="Equation" r:id="rId18" imgW="850680" imgH="203040" progId="Equation.DSMT4">
                  <p:embed/>
                </p:oleObj>
              </mc:Choice>
              <mc:Fallback>
                <p:oleObj name="Equation" r:id="rId18" imgW="850680" imgH="203040" progId="Equation.DSMT4">
                  <p:embed/>
                  <p:pic>
                    <p:nvPicPr>
                      <p:cNvPr id="18" name="对象 17">
                        <a:extLst>
                          <a:ext uri="{FF2B5EF4-FFF2-40B4-BE49-F238E27FC236}">
                            <a16:creationId xmlns:a16="http://schemas.microsoft.com/office/drawing/2014/main" id="{32C29BF1-2D04-419A-BB79-CAF36D54E2D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5978652" y="6334314"/>
                        <a:ext cx="1416050" cy="3349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375A0D16-C9AF-49DD-AC9F-FC386CDEDB4D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485244" y="1700808"/>
            <a:ext cx="4608512" cy="2105328"/>
          </a:xfrm>
          <a:prstGeom prst="rect">
            <a:avLst/>
          </a:prstGeom>
        </p:spPr>
      </p:pic>
      <p:sp>
        <p:nvSpPr>
          <p:cNvPr id="35" name="文本框 34">
            <a:extLst>
              <a:ext uri="{FF2B5EF4-FFF2-40B4-BE49-F238E27FC236}">
                <a16:creationId xmlns:a16="http://schemas.microsoft.com/office/drawing/2014/main" id="{43611058-9EAA-4664-B342-111AC73DABBE}"/>
              </a:ext>
            </a:extLst>
          </p:cNvPr>
          <p:cNvSpPr txBox="1"/>
          <p:nvPr/>
        </p:nvSpPr>
        <p:spPr>
          <a:xfrm>
            <a:off x="107504" y="4518233"/>
            <a:ext cx="3225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一部分流量流经节流阀：</a:t>
            </a:r>
          </a:p>
        </p:txBody>
      </p:sp>
    </p:spTree>
    <p:extLst>
      <p:ext uri="{BB962C8B-B14F-4D97-AF65-F5344CB8AC3E}">
        <p14:creationId xmlns:p14="http://schemas.microsoft.com/office/powerpoint/2010/main" val="40590568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第六章作业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160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04656B1-8692-4B20-B046-B34548D50021}"/>
              </a:ext>
            </a:extLst>
          </p:cNvPr>
          <p:cNvSpPr txBox="1"/>
          <p:nvPr/>
        </p:nvSpPr>
        <p:spPr>
          <a:xfrm>
            <a:off x="35496" y="2325616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6-14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0BA7332-0542-4B6E-9371-30EC6F58CBDC}"/>
              </a:ext>
            </a:extLst>
          </p:cNvPr>
          <p:cNvSpPr txBox="1"/>
          <p:nvPr/>
        </p:nvSpPr>
        <p:spPr>
          <a:xfrm>
            <a:off x="258884" y="2748372"/>
            <a:ext cx="3225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负载最大时：</a:t>
            </a:r>
          </a:p>
        </p:txBody>
      </p: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4560D631-89B4-475E-A97C-1301E4E0A85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7096780"/>
              </p:ext>
            </p:extLst>
          </p:nvPr>
        </p:nvGraphicFramePr>
        <p:xfrm>
          <a:off x="804863" y="3189067"/>
          <a:ext cx="2576512" cy="587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5796" name="Equation" r:id="rId4" imgW="1549080" imgH="355320" progId="Equation.DSMT4">
                  <p:embed/>
                </p:oleObj>
              </mc:Choice>
              <mc:Fallback>
                <p:oleObj name="Equation" r:id="rId4" imgW="1549080" imgH="355320" progId="Equation.DSMT4">
                  <p:embed/>
                  <p:pic>
                    <p:nvPicPr>
                      <p:cNvPr id="13" name="对象 12">
                        <a:extLst>
                          <a:ext uri="{FF2B5EF4-FFF2-40B4-BE49-F238E27FC236}">
                            <a16:creationId xmlns:a16="http://schemas.microsoft.com/office/drawing/2014/main" id="{4560D631-89B4-475E-A97C-1301E4E0A8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04863" y="3189067"/>
                        <a:ext cx="2576512" cy="5873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文本框 13">
            <a:extLst>
              <a:ext uri="{FF2B5EF4-FFF2-40B4-BE49-F238E27FC236}">
                <a16:creationId xmlns:a16="http://schemas.microsoft.com/office/drawing/2014/main" id="{8D11ADD3-85A3-44EE-B059-8DB6B0673363}"/>
              </a:ext>
            </a:extLst>
          </p:cNvPr>
          <p:cNvSpPr txBox="1"/>
          <p:nvPr/>
        </p:nvSpPr>
        <p:spPr>
          <a:xfrm>
            <a:off x="258884" y="4989912"/>
            <a:ext cx="32256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此时需要补偿的压差值范围为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2.3~6.25 MPa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84AAB72-49A9-4655-9690-62FB81486042}"/>
              </a:ext>
            </a:extLst>
          </p:cNvPr>
          <p:cNvSpPr txBox="1"/>
          <p:nvPr/>
        </p:nvSpPr>
        <p:spPr>
          <a:xfrm>
            <a:off x="258884" y="3847582"/>
            <a:ext cx="3225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负载最小时：</a:t>
            </a:r>
          </a:p>
        </p:txBody>
      </p:sp>
      <p:graphicFrame>
        <p:nvGraphicFramePr>
          <p:cNvPr id="10" name="对象 9">
            <a:extLst>
              <a:ext uri="{FF2B5EF4-FFF2-40B4-BE49-F238E27FC236}">
                <a16:creationId xmlns:a16="http://schemas.microsoft.com/office/drawing/2014/main" id="{EDC3A40A-C8B5-4A63-98AA-B41C4052787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0349459"/>
              </p:ext>
            </p:extLst>
          </p:nvPr>
        </p:nvGraphicFramePr>
        <p:xfrm>
          <a:off x="677863" y="4284442"/>
          <a:ext cx="2828925" cy="587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5797" name="Equation" r:id="rId6" imgW="1701720" imgH="355320" progId="Equation.DSMT4">
                  <p:embed/>
                </p:oleObj>
              </mc:Choice>
              <mc:Fallback>
                <p:oleObj name="Equation" r:id="rId6" imgW="1701720" imgH="355320" progId="Equation.DSMT4">
                  <p:embed/>
                  <p:pic>
                    <p:nvPicPr>
                      <p:cNvPr id="13" name="对象 12">
                        <a:extLst>
                          <a:ext uri="{FF2B5EF4-FFF2-40B4-BE49-F238E27FC236}">
                            <a16:creationId xmlns:a16="http://schemas.microsoft.com/office/drawing/2014/main" id="{4560D631-89B4-475E-A97C-1301E4E0A8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677863" y="4284442"/>
                        <a:ext cx="2828925" cy="5873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DFF5AFBA-62E8-4408-8531-D43B3107D7CE}"/>
              </a:ext>
            </a:extLst>
          </p:cNvPr>
          <p:cNvSpPr txBox="1"/>
          <p:nvPr/>
        </p:nvSpPr>
        <p:spPr>
          <a:xfrm>
            <a:off x="258884" y="5634275"/>
            <a:ext cx="32256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调速阀正常工作时，至少要有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0.4~0.5 MPa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压差（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p134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）。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9BDA346-981B-48C6-B9F8-5AEC87EBEEFC}"/>
              </a:ext>
            </a:extLst>
          </p:cNvPr>
          <p:cNvSpPr txBox="1"/>
          <p:nvPr/>
        </p:nvSpPr>
        <p:spPr>
          <a:xfrm>
            <a:off x="258884" y="6286056"/>
            <a:ext cx="3225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所以，原系统压力调定合适。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9849471-9B51-4873-A3B1-A6BDD85AAB2E}"/>
              </a:ext>
            </a:extLst>
          </p:cNvPr>
          <p:cNvSpPr txBox="1"/>
          <p:nvPr/>
        </p:nvSpPr>
        <p:spPr>
          <a:xfrm>
            <a:off x="4694742" y="2325616"/>
            <a:ext cx="31176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6-18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参考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p180</a:t>
            </a: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CE22842-1843-4A68-9B21-C580ADA392E2}"/>
              </a:ext>
            </a:extLst>
          </p:cNvPr>
          <p:cNvSpPr txBox="1"/>
          <p:nvPr/>
        </p:nvSpPr>
        <p:spPr>
          <a:xfrm>
            <a:off x="4918130" y="2748372"/>
            <a:ext cx="39669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快进：主阀左位得电，电磁阀得电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E9C883D-2441-4617-AE8F-D9919ABB0A46}"/>
              </a:ext>
            </a:extLst>
          </p:cNvPr>
          <p:cNvSpPr txBox="1"/>
          <p:nvPr/>
        </p:nvSpPr>
        <p:spPr>
          <a:xfrm>
            <a:off x="4918130" y="3113422"/>
            <a:ext cx="39669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工进：主阀左位得电，电磁阀失电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D92D01A-FC29-45B9-93E2-BE4F973BED18}"/>
              </a:ext>
            </a:extLst>
          </p:cNvPr>
          <p:cNvSpPr txBox="1"/>
          <p:nvPr/>
        </p:nvSpPr>
        <p:spPr>
          <a:xfrm>
            <a:off x="4918130" y="3512229"/>
            <a:ext cx="39669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快退：主阀右位得电，电磁阀得电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E20A11A-7779-4E58-BE9B-74DF74D32D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0926" y="3933056"/>
            <a:ext cx="2292128" cy="288032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D6C10AAB-9F05-4E19-9726-9A2BABAB0E7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78508"/>
            <a:ext cx="9144000" cy="878284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2E2C5C09-E092-4EBB-917E-0FF01446260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1577335"/>
            <a:ext cx="9144000" cy="627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4789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4838EFB5-6504-4117-9651-27DF5E26B9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5864" y="1593014"/>
            <a:ext cx="1938209" cy="255606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第六章作业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160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04656B1-8692-4B20-B046-B34548D50021}"/>
              </a:ext>
            </a:extLst>
          </p:cNvPr>
          <p:cNvSpPr txBox="1"/>
          <p:nvPr/>
        </p:nvSpPr>
        <p:spPr>
          <a:xfrm>
            <a:off x="-180529" y="1628800"/>
            <a:ext cx="3899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6-19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p153</a:t>
            </a: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插装阀结构原理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0BA7332-0542-4B6E-9371-30EC6F58CBDC}"/>
              </a:ext>
            </a:extLst>
          </p:cNvPr>
          <p:cNvSpPr txBox="1"/>
          <p:nvPr/>
        </p:nvSpPr>
        <p:spPr>
          <a:xfrm>
            <a:off x="42860" y="2411596"/>
            <a:ext cx="3521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电磁铁通电，插装阀控制口接油箱，能开启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FB56190-DF8E-40A2-9F61-4B66A06301A4}"/>
              </a:ext>
            </a:extLst>
          </p:cNvPr>
          <p:cNvSpPr txBox="1"/>
          <p:nvPr/>
        </p:nvSpPr>
        <p:spPr>
          <a:xfrm>
            <a:off x="42860" y="1998132"/>
            <a:ext cx="3225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4DC730B-DDD0-4DB6-879C-9C1CB8F2CBC3}"/>
              </a:ext>
            </a:extLst>
          </p:cNvPr>
          <p:cNvSpPr txBox="1"/>
          <p:nvPr/>
        </p:nvSpPr>
        <p:spPr>
          <a:xfrm>
            <a:off x="42860" y="3131676"/>
            <a:ext cx="4961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电磁铁断电，插装阀控制口接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口</a:t>
            </a:r>
          </a:p>
        </p:txBody>
      </p:sp>
      <p:graphicFrame>
        <p:nvGraphicFramePr>
          <p:cNvPr id="3" name="对象 2">
            <a:extLst>
              <a:ext uri="{FF2B5EF4-FFF2-40B4-BE49-F238E27FC236}">
                <a16:creationId xmlns:a16="http://schemas.microsoft.com/office/drawing/2014/main" id="{43F136D5-3AC0-4319-B902-149D81BABF1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66710427"/>
              </p:ext>
            </p:extLst>
          </p:nvPr>
        </p:nvGraphicFramePr>
        <p:xfrm>
          <a:off x="1001713" y="2060575"/>
          <a:ext cx="226695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9467" name="Equation" r:id="rId5" imgW="1358640" imgH="190440" progId="Equation.DSMT4">
                  <p:embed/>
                </p:oleObj>
              </mc:Choice>
              <mc:Fallback>
                <p:oleObj name="Equation" r:id="rId5" imgW="1358640" imgH="1904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001713" y="2060575"/>
                        <a:ext cx="2266950" cy="317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6D09B0A0-1E40-475A-A3B8-3F1E5019A2A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0063835"/>
              </p:ext>
            </p:extLst>
          </p:nvPr>
        </p:nvGraphicFramePr>
        <p:xfrm>
          <a:off x="1002154" y="3643139"/>
          <a:ext cx="2436813" cy="1000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9468" name="Equation" r:id="rId7" imgW="1460160" imgH="596880" progId="Equation.DSMT4">
                  <p:embed/>
                </p:oleObj>
              </mc:Choice>
              <mc:Fallback>
                <p:oleObj name="Equation" r:id="rId7" imgW="1460160" imgH="596880" progId="Equation.DSMT4">
                  <p:embed/>
                  <p:pic>
                    <p:nvPicPr>
                      <p:cNvPr id="3" name="对象 2">
                        <a:extLst>
                          <a:ext uri="{FF2B5EF4-FFF2-40B4-BE49-F238E27FC236}">
                            <a16:creationId xmlns:a16="http://schemas.microsoft.com/office/drawing/2014/main" id="{43F136D5-3AC0-4319-B902-149D81BABF1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002154" y="3643139"/>
                        <a:ext cx="2436813" cy="1000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文本框 21">
            <a:extLst>
              <a:ext uri="{FF2B5EF4-FFF2-40B4-BE49-F238E27FC236}">
                <a16:creationId xmlns:a16="http://schemas.microsoft.com/office/drawing/2014/main" id="{497F48FC-164E-4D49-9E42-DCB58D3C74F0}"/>
              </a:ext>
            </a:extLst>
          </p:cNvPr>
          <p:cNvSpPr txBox="1"/>
          <p:nvPr/>
        </p:nvSpPr>
        <p:spPr>
          <a:xfrm>
            <a:off x="35496" y="4660543"/>
            <a:ext cx="4961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此时当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</a:t>
            </a:r>
            <a:r>
              <a:rPr lang="en-US" altLang="zh-CN" baseline="-250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B</a:t>
            </a:r>
            <a:r>
              <a:rPr lang="en-US" altLang="zh-CN" baseline="-25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&gt;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</a:t>
            </a:r>
            <a:r>
              <a:rPr lang="en-US" altLang="zh-CN" baseline="-250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r>
              <a:rPr lang="en-US" altLang="zh-CN" baseline="-25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时，能开启，否则不能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6D106393-5CB5-47D0-A483-9E2C64FE19FD}"/>
              </a:ext>
            </a:extLst>
          </p:cNvPr>
          <p:cNvSpPr txBox="1"/>
          <p:nvPr/>
        </p:nvSpPr>
        <p:spPr>
          <a:xfrm>
            <a:off x="4579364" y="4346520"/>
            <a:ext cx="4961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电磁铁通电，插装阀控制口接油箱，能开启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739B71C2-8EB3-4B0D-A726-EFAB9AA0CC3E}"/>
              </a:ext>
            </a:extLst>
          </p:cNvPr>
          <p:cNvSpPr txBox="1"/>
          <p:nvPr/>
        </p:nvSpPr>
        <p:spPr>
          <a:xfrm>
            <a:off x="4579364" y="4067780"/>
            <a:ext cx="3225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04B2499-3146-4FC8-89BF-2A70C58B51D3}"/>
              </a:ext>
            </a:extLst>
          </p:cNvPr>
          <p:cNvSpPr txBox="1"/>
          <p:nvPr/>
        </p:nvSpPr>
        <p:spPr>
          <a:xfrm>
            <a:off x="4579364" y="4778568"/>
            <a:ext cx="4961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电磁铁断电，插装阀控制口接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口</a:t>
            </a:r>
          </a:p>
        </p:txBody>
      </p:sp>
      <p:graphicFrame>
        <p:nvGraphicFramePr>
          <p:cNvPr id="29" name="对象 28">
            <a:extLst>
              <a:ext uri="{FF2B5EF4-FFF2-40B4-BE49-F238E27FC236}">
                <a16:creationId xmlns:a16="http://schemas.microsoft.com/office/drawing/2014/main" id="{D387F7D0-BD74-472B-8912-06167A434DC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15048915"/>
              </p:ext>
            </p:extLst>
          </p:nvPr>
        </p:nvGraphicFramePr>
        <p:xfrm>
          <a:off x="5538658" y="5210616"/>
          <a:ext cx="2436813" cy="1000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9469" name="Equation" r:id="rId9" imgW="1460160" imgH="596880" progId="Equation.DSMT4">
                  <p:embed/>
                </p:oleObj>
              </mc:Choice>
              <mc:Fallback>
                <p:oleObj name="Equation" r:id="rId9" imgW="1460160" imgH="59688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6D09B0A0-1E40-475A-A3B8-3F1E5019A2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5538658" y="5210616"/>
                        <a:ext cx="2436813" cy="1000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文本框 29">
            <a:extLst>
              <a:ext uri="{FF2B5EF4-FFF2-40B4-BE49-F238E27FC236}">
                <a16:creationId xmlns:a16="http://schemas.microsoft.com/office/drawing/2014/main" id="{7787B8B0-A51A-478A-AAED-8C1F5B5884A0}"/>
              </a:ext>
            </a:extLst>
          </p:cNvPr>
          <p:cNvSpPr txBox="1"/>
          <p:nvPr/>
        </p:nvSpPr>
        <p:spPr>
          <a:xfrm>
            <a:off x="4572000" y="6228020"/>
            <a:ext cx="4961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此时当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</a:t>
            </a:r>
            <a:r>
              <a:rPr lang="en-US" altLang="zh-CN" baseline="-250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r>
              <a:rPr lang="en-US" altLang="zh-CN" baseline="-25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&gt;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</a:t>
            </a:r>
            <a:r>
              <a:rPr lang="en-US" altLang="zh-CN" baseline="-250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B</a:t>
            </a:r>
            <a:r>
              <a:rPr lang="en-US" altLang="zh-CN" baseline="-25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时，能开启，否则不能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609E1BE-A8CE-473D-A6B0-56F6A5871D5C}"/>
              </a:ext>
            </a:extLst>
          </p:cNvPr>
          <p:cNvSpPr txBox="1"/>
          <p:nvPr/>
        </p:nvSpPr>
        <p:spPr>
          <a:xfrm>
            <a:off x="35496" y="5147900"/>
            <a:ext cx="4961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可作为二位二通换向阀使用。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CA9C77E-18B2-45F8-BC4C-8C226705354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88304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C7BDDAC-BA8E-4F44-8102-F8D6E06F0F8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12038" y="1657835"/>
            <a:ext cx="3225632" cy="225794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C247FA4-A4E6-47E3-BE18-77C3AB91B36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97238" y="5593259"/>
            <a:ext cx="2721659" cy="1148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2610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第七章作业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175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42F41A1-0491-475C-AB48-1335BD6EB0BF}"/>
              </a:ext>
            </a:extLst>
          </p:cNvPr>
          <p:cNvSpPr txBox="1"/>
          <p:nvPr/>
        </p:nvSpPr>
        <p:spPr>
          <a:xfrm>
            <a:off x="179512" y="1846565"/>
            <a:ext cx="48605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7-1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计算在额定流量下的压力损失：</a:t>
            </a:r>
          </a:p>
        </p:txBody>
      </p: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23F887FC-7DAA-49EF-8755-17FDA02E077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95324606"/>
              </p:ext>
            </p:extLst>
          </p:nvPr>
        </p:nvGraphicFramePr>
        <p:xfrm>
          <a:off x="1166755" y="3680321"/>
          <a:ext cx="2886075" cy="612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8184" name="Equation" r:id="rId4" imgW="1739880" imgH="368280" progId="Equation.DSMT4">
                  <p:embed/>
                </p:oleObj>
              </mc:Choice>
              <mc:Fallback>
                <p:oleObj name="Equation" r:id="rId4" imgW="1739880" imgH="368280" progId="Equation.DSMT4">
                  <p:embed/>
                  <p:pic>
                    <p:nvPicPr>
                      <p:cNvPr id="13" name="对象 12">
                        <a:extLst>
                          <a:ext uri="{FF2B5EF4-FFF2-40B4-BE49-F238E27FC236}">
                            <a16:creationId xmlns:a16="http://schemas.microsoft.com/office/drawing/2014/main" id="{23F887FC-7DAA-49EF-8755-17FDA02E077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66755" y="3680321"/>
                        <a:ext cx="2886075" cy="6127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780AF81E-313B-4FF7-8387-17A81F968839}"/>
              </a:ext>
            </a:extLst>
          </p:cNvPr>
          <p:cNvSpPr txBox="1"/>
          <p:nvPr/>
        </p:nvSpPr>
        <p:spPr>
          <a:xfrm>
            <a:off x="179512" y="4355812"/>
            <a:ext cx="4860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故不会引起泵吸油不充分。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141185F-7F87-4381-8A64-22DA3BCB3A04}"/>
              </a:ext>
            </a:extLst>
          </p:cNvPr>
          <p:cNvSpPr txBox="1"/>
          <p:nvPr/>
        </p:nvSpPr>
        <p:spPr>
          <a:xfrm>
            <a:off x="107504" y="2515419"/>
            <a:ext cx="48605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由于紊流型薄壁小孔压损与流量平方成正比：</a:t>
            </a:r>
          </a:p>
        </p:txBody>
      </p:sp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F28939F8-5879-40D5-96EA-37A3B89679B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59051039"/>
              </p:ext>
            </p:extLst>
          </p:nvPr>
        </p:nvGraphicFramePr>
        <p:xfrm>
          <a:off x="2115245" y="3142233"/>
          <a:ext cx="990600" cy="358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8185" name="Equation" r:id="rId6" imgW="596880" imgH="215640" progId="Equation.DSMT4">
                  <p:embed/>
                </p:oleObj>
              </mc:Choice>
              <mc:Fallback>
                <p:oleObj name="Equation" r:id="rId6" imgW="596880" imgH="21564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F28939F8-5879-40D5-96EA-37A3B89679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115245" y="3142233"/>
                        <a:ext cx="990600" cy="3587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929D51D3-5B45-4062-9A37-F3878EB05D0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868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2246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第七章作业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175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EE6ED-0E40-4FF3-BB5B-40CA4677B30B}"/>
              </a:ext>
            </a:extLst>
          </p:cNvPr>
          <p:cNvSpPr txBox="1"/>
          <p:nvPr/>
        </p:nvSpPr>
        <p:spPr>
          <a:xfrm>
            <a:off x="-531" y="1772816"/>
            <a:ext cx="48605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7-2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p164</a:t>
            </a: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蓄能器容积计算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蓄能器放油是绝热过程，排油时有 ：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4F3C05C-6527-4A0B-A4B3-458FE5368969}"/>
              </a:ext>
            </a:extLst>
          </p:cNvPr>
          <p:cNvSpPr txBox="1"/>
          <p:nvPr/>
        </p:nvSpPr>
        <p:spPr>
          <a:xfrm>
            <a:off x="-532" y="2491155"/>
            <a:ext cx="4860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4" name="对象 13">
            <a:extLst>
              <a:ext uri="{FF2B5EF4-FFF2-40B4-BE49-F238E27FC236}">
                <a16:creationId xmlns:a16="http://schemas.microsoft.com/office/drawing/2014/main" id="{D113FE3C-403D-4652-BE5B-7B1C72ED852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29941189"/>
              </p:ext>
            </p:extLst>
          </p:nvPr>
        </p:nvGraphicFramePr>
        <p:xfrm>
          <a:off x="1897063" y="2491155"/>
          <a:ext cx="1284287" cy="338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7033" name="Equation" r:id="rId4" imgW="774360" imgH="203040" progId="Equation.DSMT4">
                  <p:embed/>
                </p:oleObj>
              </mc:Choice>
              <mc:Fallback>
                <p:oleObj name="Equation" r:id="rId4" imgW="774360" imgH="203040" progId="Equation.DSMT4">
                  <p:embed/>
                  <p:pic>
                    <p:nvPicPr>
                      <p:cNvPr id="18" name="对象 17">
                        <a:extLst>
                          <a:ext uri="{FF2B5EF4-FFF2-40B4-BE49-F238E27FC236}">
                            <a16:creationId xmlns:a16="http://schemas.microsoft.com/office/drawing/2014/main" id="{AED9B718-0E27-4C4C-B08B-FD7136657C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897063" y="2491155"/>
                        <a:ext cx="1284287" cy="3381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对象 14">
            <a:extLst>
              <a:ext uri="{FF2B5EF4-FFF2-40B4-BE49-F238E27FC236}">
                <a16:creationId xmlns:a16="http://schemas.microsoft.com/office/drawing/2014/main" id="{277A28AA-9552-4982-97E9-FCB58561506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0718973"/>
              </p:ext>
            </p:extLst>
          </p:nvPr>
        </p:nvGraphicFramePr>
        <p:xfrm>
          <a:off x="2065338" y="2913157"/>
          <a:ext cx="947737" cy="315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7034" name="Equation" r:id="rId6" imgW="571320" imgH="190440" progId="Equation.DSMT4">
                  <p:embed/>
                </p:oleObj>
              </mc:Choice>
              <mc:Fallback>
                <p:oleObj name="Equation" r:id="rId6" imgW="571320" imgH="190440" progId="Equation.DSMT4">
                  <p:embed/>
                  <p:pic>
                    <p:nvPicPr>
                      <p:cNvPr id="14" name="对象 13">
                        <a:extLst>
                          <a:ext uri="{FF2B5EF4-FFF2-40B4-BE49-F238E27FC236}">
                            <a16:creationId xmlns:a16="http://schemas.microsoft.com/office/drawing/2014/main" id="{D113FE3C-403D-4652-BE5B-7B1C72ED85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065338" y="2913157"/>
                        <a:ext cx="947737" cy="3159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文本框 19">
            <a:extLst>
              <a:ext uri="{FF2B5EF4-FFF2-40B4-BE49-F238E27FC236}">
                <a16:creationId xmlns:a16="http://schemas.microsoft.com/office/drawing/2014/main" id="{17978F76-F761-404C-B766-9A8235D29C9D}"/>
              </a:ext>
            </a:extLst>
          </p:cNvPr>
          <p:cNvSpPr txBox="1"/>
          <p:nvPr/>
        </p:nvSpPr>
        <p:spPr>
          <a:xfrm>
            <a:off x="2469356" y="2856975"/>
            <a:ext cx="48605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（注意排油时蓄能器体积增大）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789CB45-2099-43D8-9268-2C63CC6DA646}"/>
              </a:ext>
            </a:extLst>
          </p:cNvPr>
          <p:cNvSpPr txBox="1"/>
          <p:nvPr/>
        </p:nvSpPr>
        <p:spPr>
          <a:xfrm>
            <a:off x="-615" y="3278977"/>
            <a:ext cx="4860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联立上两式子可解得：</a:t>
            </a:r>
          </a:p>
        </p:txBody>
      </p:sp>
      <p:graphicFrame>
        <p:nvGraphicFramePr>
          <p:cNvPr id="22" name="对象 21">
            <a:extLst>
              <a:ext uri="{FF2B5EF4-FFF2-40B4-BE49-F238E27FC236}">
                <a16:creationId xmlns:a16="http://schemas.microsoft.com/office/drawing/2014/main" id="{5D62268E-5376-4497-90B5-DAF9421A25F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09682325"/>
              </p:ext>
            </p:extLst>
          </p:nvPr>
        </p:nvGraphicFramePr>
        <p:xfrm>
          <a:off x="1506538" y="3643283"/>
          <a:ext cx="2065337" cy="1054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7035" name="Equation" r:id="rId8" imgW="1244520" imgH="634680" progId="Equation.DSMT4">
                  <p:embed/>
                </p:oleObj>
              </mc:Choice>
              <mc:Fallback>
                <p:oleObj name="Equation" r:id="rId8" imgW="1244520" imgH="634680" progId="Equation.DSMT4">
                  <p:embed/>
                  <p:pic>
                    <p:nvPicPr>
                      <p:cNvPr id="15" name="对象 14">
                        <a:extLst>
                          <a:ext uri="{FF2B5EF4-FFF2-40B4-BE49-F238E27FC236}">
                            <a16:creationId xmlns:a16="http://schemas.microsoft.com/office/drawing/2014/main" id="{277A28AA-9552-4982-97E9-FCB58561506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06538" y="3643283"/>
                        <a:ext cx="2065337" cy="1054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文本框 22">
            <a:extLst>
              <a:ext uri="{FF2B5EF4-FFF2-40B4-BE49-F238E27FC236}">
                <a16:creationId xmlns:a16="http://schemas.microsoft.com/office/drawing/2014/main" id="{AA1EB3E0-4CF6-4763-BF3B-01853A0C4E7B}"/>
              </a:ext>
            </a:extLst>
          </p:cNvPr>
          <p:cNvSpPr txBox="1"/>
          <p:nvPr/>
        </p:nvSpPr>
        <p:spPr>
          <a:xfrm>
            <a:off x="-531" y="4507379"/>
            <a:ext cx="48605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蓄能器充油是等温过程，充油时有 ：</a:t>
            </a:r>
          </a:p>
        </p:txBody>
      </p:sp>
      <p:graphicFrame>
        <p:nvGraphicFramePr>
          <p:cNvPr id="24" name="对象 23">
            <a:extLst>
              <a:ext uri="{FF2B5EF4-FFF2-40B4-BE49-F238E27FC236}">
                <a16:creationId xmlns:a16="http://schemas.microsoft.com/office/drawing/2014/main" id="{42CE5398-CAB5-4D6D-8B48-7E20BC96121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9722746"/>
              </p:ext>
            </p:extLst>
          </p:nvPr>
        </p:nvGraphicFramePr>
        <p:xfrm>
          <a:off x="2034381" y="5199157"/>
          <a:ext cx="1009650" cy="315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7036" name="Equation" r:id="rId10" imgW="609480" imgH="190440" progId="Equation.DSMT4">
                  <p:embed/>
                </p:oleObj>
              </mc:Choice>
              <mc:Fallback>
                <p:oleObj name="Equation" r:id="rId10" imgW="609480" imgH="190440" progId="Equation.DSMT4">
                  <p:embed/>
                  <p:pic>
                    <p:nvPicPr>
                      <p:cNvPr id="14" name="对象 13">
                        <a:extLst>
                          <a:ext uri="{FF2B5EF4-FFF2-40B4-BE49-F238E27FC236}">
                            <a16:creationId xmlns:a16="http://schemas.microsoft.com/office/drawing/2014/main" id="{D113FE3C-403D-4652-BE5B-7B1C72ED85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2034381" y="5199157"/>
                        <a:ext cx="1009650" cy="3159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文本框 24">
            <a:extLst>
              <a:ext uri="{FF2B5EF4-FFF2-40B4-BE49-F238E27FC236}">
                <a16:creationId xmlns:a16="http://schemas.microsoft.com/office/drawing/2014/main" id="{367E2E79-98C4-483B-B47E-0977DD57C7DE}"/>
              </a:ext>
            </a:extLst>
          </p:cNvPr>
          <p:cNvSpPr txBox="1"/>
          <p:nvPr/>
        </p:nvSpPr>
        <p:spPr>
          <a:xfrm>
            <a:off x="512943" y="5578207"/>
            <a:ext cx="4860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计算得：</a:t>
            </a:r>
          </a:p>
        </p:txBody>
      </p:sp>
      <p:graphicFrame>
        <p:nvGraphicFramePr>
          <p:cNvPr id="26" name="对象 25">
            <a:extLst>
              <a:ext uri="{FF2B5EF4-FFF2-40B4-BE49-F238E27FC236}">
                <a16:creationId xmlns:a16="http://schemas.microsoft.com/office/drawing/2014/main" id="{620F0E76-1A37-4913-8BCD-D37B3FC9C9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81678299"/>
              </p:ext>
            </p:extLst>
          </p:nvPr>
        </p:nvGraphicFramePr>
        <p:xfrm>
          <a:off x="1255713" y="5924645"/>
          <a:ext cx="2566987" cy="631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7037" name="Equation" r:id="rId12" imgW="1549080" imgH="380880" progId="Equation.DSMT4">
                  <p:embed/>
                </p:oleObj>
              </mc:Choice>
              <mc:Fallback>
                <p:oleObj name="Equation" r:id="rId12" imgW="1549080" imgH="380880" progId="Equation.DSMT4">
                  <p:embed/>
                  <p:pic>
                    <p:nvPicPr>
                      <p:cNvPr id="24" name="对象 23">
                        <a:extLst>
                          <a:ext uri="{FF2B5EF4-FFF2-40B4-BE49-F238E27FC236}">
                            <a16:creationId xmlns:a16="http://schemas.microsoft.com/office/drawing/2014/main" id="{42CE5398-CAB5-4D6D-8B48-7E20BC96121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255713" y="5924645"/>
                        <a:ext cx="2566987" cy="6318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5986177A-5B76-418E-B262-7F66495CE77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97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2848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第七章作业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175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EE6ED-0E40-4FF3-BB5B-40CA4677B30B}"/>
              </a:ext>
            </a:extLst>
          </p:cNvPr>
          <p:cNvSpPr txBox="1"/>
          <p:nvPr/>
        </p:nvSpPr>
        <p:spPr>
          <a:xfrm>
            <a:off x="-531" y="1342509"/>
            <a:ext cx="48605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7-4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吸收压力冲击时，蓄能器容积可直接根据下式计算：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4F3C05C-6527-4A0B-A4B3-458FE5368969}"/>
              </a:ext>
            </a:extLst>
          </p:cNvPr>
          <p:cNvSpPr txBox="1"/>
          <p:nvPr/>
        </p:nvSpPr>
        <p:spPr>
          <a:xfrm>
            <a:off x="-532" y="2060848"/>
            <a:ext cx="4860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67E2E79-98C4-483B-B47E-0977DD57C7DE}"/>
              </a:ext>
            </a:extLst>
          </p:cNvPr>
          <p:cNvSpPr txBox="1"/>
          <p:nvPr/>
        </p:nvSpPr>
        <p:spPr>
          <a:xfrm>
            <a:off x="512943" y="3645024"/>
            <a:ext cx="4860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其中：</a:t>
            </a:r>
          </a:p>
        </p:txBody>
      </p:sp>
      <p:graphicFrame>
        <p:nvGraphicFramePr>
          <p:cNvPr id="26" name="对象 25">
            <a:extLst>
              <a:ext uri="{FF2B5EF4-FFF2-40B4-BE49-F238E27FC236}">
                <a16:creationId xmlns:a16="http://schemas.microsoft.com/office/drawing/2014/main" id="{620F0E76-1A37-4913-8BCD-D37B3FC9C9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43466161"/>
              </p:ext>
            </p:extLst>
          </p:nvPr>
        </p:nvGraphicFramePr>
        <p:xfrm>
          <a:off x="827088" y="2780928"/>
          <a:ext cx="2947987" cy="777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9419" name="Equation" r:id="rId4" imgW="1777680" imgH="469800" progId="Equation.DSMT4">
                  <p:embed/>
                </p:oleObj>
              </mc:Choice>
              <mc:Fallback>
                <p:oleObj name="Equation" r:id="rId4" imgW="1777680" imgH="469800" progId="Equation.DSMT4">
                  <p:embed/>
                  <p:pic>
                    <p:nvPicPr>
                      <p:cNvPr id="26" name="对象 25">
                        <a:extLst>
                          <a:ext uri="{FF2B5EF4-FFF2-40B4-BE49-F238E27FC236}">
                            <a16:creationId xmlns:a16="http://schemas.microsoft.com/office/drawing/2014/main" id="{620F0E76-1A37-4913-8BCD-D37B3FC9C95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27088" y="2780928"/>
                        <a:ext cx="2947987" cy="777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8602CCAD-38B4-46A4-B487-3AAF3EFA19C9}"/>
              </a:ext>
            </a:extLst>
          </p:cNvPr>
          <p:cNvSpPr txBox="1"/>
          <p:nvPr/>
        </p:nvSpPr>
        <p:spPr>
          <a:xfrm>
            <a:off x="3059832" y="2267959"/>
            <a:ext cx="19586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p165</a:t>
            </a:r>
            <a:r>
              <a:rPr lang="zh-CN" altLang="en-US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公式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8" name="对象 7">
            <a:extLst>
              <a:ext uri="{FF2B5EF4-FFF2-40B4-BE49-F238E27FC236}">
                <a16:creationId xmlns:a16="http://schemas.microsoft.com/office/drawing/2014/main" id="{EDEE343B-FDFC-4268-936C-F8FDFCABCF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1379552"/>
              </p:ext>
            </p:extLst>
          </p:nvPr>
        </p:nvGraphicFramePr>
        <p:xfrm>
          <a:off x="827088" y="4077072"/>
          <a:ext cx="1327150" cy="588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9420" name="Equation" r:id="rId6" imgW="799920" imgH="355320" progId="Equation.DSMT4">
                  <p:embed/>
                </p:oleObj>
              </mc:Choice>
              <mc:Fallback>
                <p:oleObj name="Equation" r:id="rId6" imgW="799920" imgH="355320" progId="Equation.DSMT4">
                  <p:embed/>
                  <p:pic>
                    <p:nvPicPr>
                      <p:cNvPr id="26" name="对象 25">
                        <a:extLst>
                          <a:ext uri="{FF2B5EF4-FFF2-40B4-BE49-F238E27FC236}">
                            <a16:creationId xmlns:a16="http://schemas.microsoft.com/office/drawing/2014/main" id="{620F0E76-1A37-4913-8BCD-D37B3FC9C95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827088" y="4077072"/>
                        <a:ext cx="1327150" cy="5889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3FD9C5C5-E018-4F0D-98B3-4381A71177C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56086336"/>
              </p:ext>
            </p:extLst>
          </p:nvPr>
        </p:nvGraphicFramePr>
        <p:xfrm>
          <a:off x="2699792" y="4233739"/>
          <a:ext cx="568325" cy="274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9421" name="Equation" r:id="rId8" imgW="342720" imgH="164880" progId="Equation.DSMT4">
                  <p:embed/>
                </p:oleObj>
              </mc:Choice>
              <mc:Fallback>
                <p:oleObj name="Equation" r:id="rId8" imgW="342720" imgH="164880" progId="Equation.DSMT4">
                  <p:embed/>
                  <p:pic>
                    <p:nvPicPr>
                      <p:cNvPr id="8" name="对象 7">
                        <a:extLst>
                          <a:ext uri="{FF2B5EF4-FFF2-40B4-BE49-F238E27FC236}">
                            <a16:creationId xmlns:a16="http://schemas.microsoft.com/office/drawing/2014/main" id="{EDEE343B-FDFC-4268-936C-F8FDFCABCF6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699792" y="4233739"/>
                        <a:ext cx="568325" cy="274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>
            <a:extLst>
              <a:ext uri="{FF2B5EF4-FFF2-40B4-BE49-F238E27FC236}">
                <a16:creationId xmlns:a16="http://schemas.microsoft.com/office/drawing/2014/main" id="{84BD2365-17F8-47C7-AF35-26A311F238B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61482526"/>
              </p:ext>
            </p:extLst>
          </p:nvPr>
        </p:nvGraphicFramePr>
        <p:xfrm>
          <a:off x="3735388" y="4086101"/>
          <a:ext cx="568325" cy="569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9422" name="Equation" r:id="rId10" imgW="342720" imgH="342720" progId="Equation.DSMT4">
                  <p:embed/>
                </p:oleObj>
              </mc:Choice>
              <mc:Fallback>
                <p:oleObj name="Equation" r:id="rId10" imgW="342720" imgH="342720" progId="Equation.DSMT4">
                  <p:embed/>
                  <p:pic>
                    <p:nvPicPr>
                      <p:cNvPr id="9" name="对象 8">
                        <a:extLst>
                          <a:ext uri="{FF2B5EF4-FFF2-40B4-BE49-F238E27FC236}">
                            <a16:creationId xmlns:a16="http://schemas.microsoft.com/office/drawing/2014/main" id="{3FD9C5C5-E018-4F0D-98B3-4381A71177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3735388" y="4086101"/>
                        <a:ext cx="568325" cy="5699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5D7A7D32-9D8F-4E4A-935D-44565FF429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6194134"/>
              </p:ext>
            </p:extLst>
          </p:nvPr>
        </p:nvGraphicFramePr>
        <p:xfrm>
          <a:off x="755576" y="4846863"/>
          <a:ext cx="1979613" cy="315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9423" name="Equation" r:id="rId12" imgW="1193760" imgH="190440" progId="Equation.DSMT4">
                  <p:embed/>
                </p:oleObj>
              </mc:Choice>
              <mc:Fallback>
                <p:oleObj name="Equation" r:id="rId12" imgW="1193760" imgH="190440" progId="Equation.DSMT4">
                  <p:embed/>
                  <p:pic>
                    <p:nvPicPr>
                      <p:cNvPr id="11" name="对象 10">
                        <a:extLst>
                          <a:ext uri="{FF2B5EF4-FFF2-40B4-BE49-F238E27FC236}">
                            <a16:creationId xmlns:a16="http://schemas.microsoft.com/office/drawing/2014/main" id="{6AC9697C-04CE-45C9-9D67-E7C48D1006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755576" y="4846863"/>
                        <a:ext cx="1979613" cy="3159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文本框 13">
            <a:extLst>
              <a:ext uri="{FF2B5EF4-FFF2-40B4-BE49-F238E27FC236}">
                <a16:creationId xmlns:a16="http://schemas.microsoft.com/office/drawing/2014/main" id="{0F16BF20-B4A9-424D-8FA4-B62657E10B25}"/>
              </a:ext>
            </a:extLst>
          </p:cNvPr>
          <p:cNvSpPr txBox="1"/>
          <p:nvPr/>
        </p:nvSpPr>
        <p:spPr>
          <a:xfrm>
            <a:off x="512943" y="5399529"/>
            <a:ext cx="4860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代入数据解得：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73B8E01-85DD-41E3-A247-2008C0E3A293}"/>
              </a:ext>
            </a:extLst>
          </p:cNvPr>
          <p:cNvSpPr txBox="1"/>
          <p:nvPr/>
        </p:nvSpPr>
        <p:spPr>
          <a:xfrm>
            <a:off x="3734470" y="4233739"/>
            <a:ext cx="23496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（流量单位换算）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3E9912B-3856-4D0B-AFED-20E5A6A8F71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706162"/>
            <a:ext cx="9144000" cy="922638"/>
          </a:xfrm>
          <a:prstGeom prst="rect">
            <a:avLst/>
          </a:prstGeom>
        </p:spPr>
      </p:pic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D7997B91-BD29-4FB3-9D8C-6EDE5D04EDA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77695082"/>
              </p:ext>
            </p:extLst>
          </p:nvPr>
        </p:nvGraphicFramePr>
        <p:xfrm>
          <a:off x="3936280" y="4846863"/>
          <a:ext cx="2147888" cy="315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9424" name="Equation" r:id="rId16" imgW="1295280" imgH="190440" progId="Equation.DSMT4">
                  <p:embed/>
                </p:oleObj>
              </mc:Choice>
              <mc:Fallback>
                <p:oleObj name="Equation" r:id="rId16" imgW="1295280" imgH="190440" progId="Equation.DSMT4">
                  <p:embed/>
                  <p:pic>
                    <p:nvPicPr>
                      <p:cNvPr id="13" name="对象 12">
                        <a:extLst>
                          <a:ext uri="{FF2B5EF4-FFF2-40B4-BE49-F238E27FC236}">
                            <a16:creationId xmlns:a16="http://schemas.microsoft.com/office/drawing/2014/main" id="{5D7A7D32-9D8F-4E4A-935D-44565FF4299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3936280" y="4846863"/>
                        <a:ext cx="2147888" cy="3159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对象 19">
            <a:extLst>
              <a:ext uri="{FF2B5EF4-FFF2-40B4-BE49-F238E27FC236}">
                <a16:creationId xmlns:a16="http://schemas.microsoft.com/office/drawing/2014/main" id="{78BB4B79-06AD-4ACF-B875-18B7A2D0BE4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72421376"/>
              </p:ext>
            </p:extLst>
          </p:nvPr>
        </p:nvGraphicFramePr>
        <p:xfrm>
          <a:off x="395288" y="5732463"/>
          <a:ext cx="8569325" cy="968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9425" name="Equation" r:id="rId18" imgW="5168880" imgH="583920" progId="Equation.DSMT4">
                  <p:embed/>
                </p:oleObj>
              </mc:Choice>
              <mc:Fallback>
                <p:oleObj name="Equation" r:id="rId18" imgW="5168880" imgH="583920" progId="Equation.DSMT4">
                  <p:embed/>
                  <p:pic>
                    <p:nvPicPr>
                      <p:cNvPr id="26" name="对象 25">
                        <a:extLst>
                          <a:ext uri="{FF2B5EF4-FFF2-40B4-BE49-F238E27FC236}">
                            <a16:creationId xmlns:a16="http://schemas.microsoft.com/office/drawing/2014/main" id="{620F0E76-1A37-4913-8BCD-D37B3FC9C95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395288" y="5732463"/>
                        <a:ext cx="8569325" cy="9683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文本框 20">
            <a:extLst>
              <a:ext uri="{FF2B5EF4-FFF2-40B4-BE49-F238E27FC236}">
                <a16:creationId xmlns:a16="http://schemas.microsoft.com/office/drawing/2014/main" id="{E430785B-6D02-4F07-BF01-29904551BB6F}"/>
              </a:ext>
            </a:extLst>
          </p:cNvPr>
          <p:cNvSpPr txBox="1"/>
          <p:nvPr/>
        </p:nvSpPr>
        <p:spPr>
          <a:xfrm>
            <a:off x="2150294" y="4835542"/>
            <a:ext cx="16296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lang="zh-CN" altLang="en-US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（充气压力）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7623A8AE-32E5-4759-AC08-FD59375C88F2}"/>
              </a:ext>
            </a:extLst>
          </p:cNvPr>
          <p:cNvSpPr txBox="1"/>
          <p:nvPr/>
        </p:nvSpPr>
        <p:spPr>
          <a:xfrm>
            <a:off x="5446688" y="4835542"/>
            <a:ext cx="16296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lang="zh-CN" altLang="en-US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（冲击压力）</a:t>
            </a:r>
          </a:p>
        </p:txBody>
      </p:sp>
    </p:spTree>
    <p:extLst>
      <p:ext uri="{BB962C8B-B14F-4D97-AF65-F5344CB8AC3E}">
        <p14:creationId xmlns:p14="http://schemas.microsoft.com/office/powerpoint/2010/main" val="34943827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第八章作业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191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FB56190-DF8E-40A2-9F61-4B66A06301A4}"/>
              </a:ext>
            </a:extLst>
          </p:cNvPr>
          <p:cNvSpPr txBox="1"/>
          <p:nvPr/>
        </p:nvSpPr>
        <p:spPr>
          <a:xfrm>
            <a:off x="258884" y="1988840"/>
            <a:ext cx="3225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向右运动（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p178</a:t>
            </a: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速度刚性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</a:p>
        </p:txBody>
      </p:sp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6D09B0A0-1E40-475A-A3B8-3F1E5019A2A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14801038"/>
              </p:ext>
            </p:extLst>
          </p:nvPr>
        </p:nvGraphicFramePr>
        <p:xfrm>
          <a:off x="1567136" y="2348880"/>
          <a:ext cx="720725" cy="638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195" name="Equation" r:id="rId4" imgW="431640" imgH="380880" progId="Equation.DSMT4">
                  <p:embed/>
                </p:oleObj>
              </mc:Choice>
              <mc:Fallback>
                <p:oleObj name="Equation" r:id="rId4" imgW="431640" imgH="38088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6D09B0A0-1E40-475A-A3B8-3F1E5019A2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67136" y="2348880"/>
                        <a:ext cx="720725" cy="6381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B0E2EE5E-DFB8-494C-8033-15038CC580F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240930"/>
              </p:ext>
            </p:extLst>
          </p:nvPr>
        </p:nvGraphicFramePr>
        <p:xfrm>
          <a:off x="1016273" y="2915652"/>
          <a:ext cx="1822450" cy="425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196" name="Equation" r:id="rId6" imgW="1091880" imgH="253800" progId="Equation.DSMT4">
                  <p:embed/>
                </p:oleObj>
              </mc:Choice>
              <mc:Fallback>
                <p:oleObj name="Equation" r:id="rId6" imgW="1091880" imgH="25380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6D09B0A0-1E40-475A-A3B8-3F1E5019A2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016273" y="2915652"/>
                        <a:ext cx="1822450" cy="425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对象 19">
            <a:extLst>
              <a:ext uri="{FF2B5EF4-FFF2-40B4-BE49-F238E27FC236}">
                <a16:creationId xmlns:a16="http://schemas.microsoft.com/office/drawing/2014/main" id="{166D7B56-4265-4C54-834F-8AD6A5554DF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41654968"/>
              </p:ext>
            </p:extLst>
          </p:nvPr>
        </p:nvGraphicFramePr>
        <p:xfrm>
          <a:off x="899592" y="3348494"/>
          <a:ext cx="2055813" cy="1382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197" name="Equation" r:id="rId8" imgW="1231560" imgH="825480" progId="Equation.DSMT4">
                  <p:embed/>
                </p:oleObj>
              </mc:Choice>
              <mc:Fallback>
                <p:oleObj name="Equation" r:id="rId8" imgW="1231560" imgH="825480" progId="Equation.DSMT4">
                  <p:embed/>
                  <p:pic>
                    <p:nvPicPr>
                      <p:cNvPr id="16" name="对象 15">
                        <a:extLst>
                          <a:ext uri="{FF2B5EF4-FFF2-40B4-BE49-F238E27FC236}">
                            <a16:creationId xmlns:a16="http://schemas.microsoft.com/office/drawing/2014/main" id="{B0E2EE5E-DFB8-494C-8033-15038CC580F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99592" y="3348494"/>
                        <a:ext cx="2055813" cy="1382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文本框 20">
            <a:extLst>
              <a:ext uri="{FF2B5EF4-FFF2-40B4-BE49-F238E27FC236}">
                <a16:creationId xmlns:a16="http://schemas.microsoft.com/office/drawing/2014/main" id="{258CE8B8-B3C7-4BAF-AFEA-02624981D74F}"/>
              </a:ext>
            </a:extLst>
          </p:cNvPr>
          <p:cNvSpPr txBox="1"/>
          <p:nvPr/>
        </p:nvSpPr>
        <p:spPr>
          <a:xfrm>
            <a:off x="5234800" y="1988840"/>
            <a:ext cx="3225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向左运动：</a:t>
            </a:r>
          </a:p>
        </p:txBody>
      </p:sp>
      <p:graphicFrame>
        <p:nvGraphicFramePr>
          <p:cNvPr id="27" name="对象 26">
            <a:extLst>
              <a:ext uri="{FF2B5EF4-FFF2-40B4-BE49-F238E27FC236}">
                <a16:creationId xmlns:a16="http://schemas.microsoft.com/office/drawing/2014/main" id="{D782346F-4AA0-46A9-A520-2342B724851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0976349"/>
              </p:ext>
            </p:extLst>
          </p:nvPr>
        </p:nvGraphicFramePr>
        <p:xfrm>
          <a:off x="6222305" y="2255947"/>
          <a:ext cx="2352675" cy="660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198" name="Equation" r:id="rId10" imgW="1409400" imgH="393480" progId="Equation.DSMT4">
                  <p:embed/>
                </p:oleObj>
              </mc:Choice>
              <mc:Fallback>
                <p:oleObj name="Equation" r:id="rId10" imgW="1409400" imgH="39348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6D09B0A0-1E40-475A-A3B8-3F1E5019A2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6222305" y="2255947"/>
                        <a:ext cx="2352675" cy="660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" name="对象 30">
            <a:extLst>
              <a:ext uri="{FF2B5EF4-FFF2-40B4-BE49-F238E27FC236}">
                <a16:creationId xmlns:a16="http://schemas.microsoft.com/office/drawing/2014/main" id="{8BBD3561-CB29-4C2B-AB85-ACC1E6DB4FF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22686185"/>
              </p:ext>
            </p:extLst>
          </p:nvPr>
        </p:nvGraphicFramePr>
        <p:xfrm>
          <a:off x="6826349" y="2957721"/>
          <a:ext cx="1144587" cy="341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199" name="Equation" r:id="rId12" imgW="685800" imgH="203040" progId="Equation.DSMT4">
                  <p:embed/>
                </p:oleObj>
              </mc:Choice>
              <mc:Fallback>
                <p:oleObj name="Equation" r:id="rId12" imgW="685800" imgH="203040" progId="Equation.DSMT4">
                  <p:embed/>
                  <p:pic>
                    <p:nvPicPr>
                      <p:cNvPr id="16" name="对象 15">
                        <a:extLst>
                          <a:ext uri="{FF2B5EF4-FFF2-40B4-BE49-F238E27FC236}">
                            <a16:creationId xmlns:a16="http://schemas.microsoft.com/office/drawing/2014/main" id="{B0E2EE5E-DFB8-494C-8033-15038CC580F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6826349" y="2957721"/>
                        <a:ext cx="1144587" cy="3413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" name="对象 31">
            <a:extLst>
              <a:ext uri="{FF2B5EF4-FFF2-40B4-BE49-F238E27FC236}">
                <a16:creationId xmlns:a16="http://schemas.microsoft.com/office/drawing/2014/main" id="{982E283D-3EC0-4DED-95B1-4F8B58D8769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4476333"/>
              </p:ext>
            </p:extLst>
          </p:nvPr>
        </p:nvGraphicFramePr>
        <p:xfrm>
          <a:off x="6359624" y="3347700"/>
          <a:ext cx="2078037" cy="1384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200" name="Equation" r:id="rId14" imgW="1244520" imgH="825480" progId="Equation.DSMT4">
                  <p:embed/>
                </p:oleObj>
              </mc:Choice>
              <mc:Fallback>
                <p:oleObj name="Equation" r:id="rId14" imgW="1244520" imgH="825480" progId="Equation.DSMT4">
                  <p:embed/>
                  <p:pic>
                    <p:nvPicPr>
                      <p:cNvPr id="20" name="对象 19">
                        <a:extLst>
                          <a:ext uri="{FF2B5EF4-FFF2-40B4-BE49-F238E27FC236}">
                            <a16:creationId xmlns:a16="http://schemas.microsoft.com/office/drawing/2014/main" id="{166D7B56-4265-4C54-834F-8AD6A5554D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6359624" y="3347700"/>
                        <a:ext cx="2078037" cy="1384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文本框 32">
            <a:extLst>
              <a:ext uri="{FF2B5EF4-FFF2-40B4-BE49-F238E27FC236}">
                <a16:creationId xmlns:a16="http://schemas.microsoft.com/office/drawing/2014/main" id="{9FD477B4-964C-4FC7-AA12-9858A9DA0ADC}"/>
              </a:ext>
            </a:extLst>
          </p:cNvPr>
          <p:cNvSpPr txBox="1"/>
          <p:nvPr/>
        </p:nvSpPr>
        <p:spPr>
          <a:xfrm>
            <a:off x="424390" y="6063837"/>
            <a:ext cx="52997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由于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0&lt;φ&lt;1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r>
              <a:rPr lang="en-US" altLang="zh-CN" baseline="-25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&gt;A</a:t>
            </a:r>
            <a:r>
              <a:rPr lang="en-US" altLang="zh-CN" baseline="-25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，所以，向右运动速度更大，刚性更大</a:t>
            </a:r>
          </a:p>
        </p:txBody>
      </p:sp>
      <p:graphicFrame>
        <p:nvGraphicFramePr>
          <p:cNvPr id="34" name="对象 33">
            <a:extLst>
              <a:ext uri="{FF2B5EF4-FFF2-40B4-BE49-F238E27FC236}">
                <a16:creationId xmlns:a16="http://schemas.microsoft.com/office/drawing/2014/main" id="{40C1331D-E73F-4665-9BFE-C8C0105D2E8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90806086"/>
              </p:ext>
            </p:extLst>
          </p:nvPr>
        </p:nvGraphicFramePr>
        <p:xfrm>
          <a:off x="305593" y="4731206"/>
          <a:ext cx="5172076" cy="106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201" name="Equation" r:id="rId16" imgW="3098520" imgH="634680" progId="Equation.DSMT4">
                  <p:embed/>
                </p:oleObj>
              </mc:Choice>
              <mc:Fallback>
                <p:oleObj name="Equation" r:id="rId16" imgW="3098520" imgH="634680" progId="Equation.DSMT4">
                  <p:embed/>
                  <p:pic>
                    <p:nvPicPr>
                      <p:cNvPr id="20" name="对象 19">
                        <a:extLst>
                          <a:ext uri="{FF2B5EF4-FFF2-40B4-BE49-F238E27FC236}">
                            <a16:creationId xmlns:a16="http://schemas.microsoft.com/office/drawing/2014/main" id="{166D7B56-4265-4C54-834F-8AD6A5554D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305593" y="4731206"/>
                        <a:ext cx="5172076" cy="10636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对象 34">
            <a:extLst>
              <a:ext uri="{FF2B5EF4-FFF2-40B4-BE49-F238E27FC236}">
                <a16:creationId xmlns:a16="http://schemas.microsoft.com/office/drawing/2014/main" id="{6608D1BF-A3FF-45D5-A3FB-C400B4CCA8D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32633221"/>
              </p:ext>
            </p:extLst>
          </p:nvPr>
        </p:nvGraphicFramePr>
        <p:xfrm>
          <a:off x="5904805" y="4814997"/>
          <a:ext cx="2987675" cy="893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202" name="Equation" r:id="rId18" imgW="1790640" imgH="533160" progId="Equation.DSMT4">
                  <p:embed/>
                </p:oleObj>
              </mc:Choice>
              <mc:Fallback>
                <p:oleObj name="Equation" r:id="rId18" imgW="1790640" imgH="533160" progId="Equation.DSMT4">
                  <p:embed/>
                  <p:pic>
                    <p:nvPicPr>
                      <p:cNvPr id="34" name="对象 33">
                        <a:extLst>
                          <a:ext uri="{FF2B5EF4-FFF2-40B4-BE49-F238E27FC236}">
                            <a16:creationId xmlns:a16="http://schemas.microsoft.com/office/drawing/2014/main" id="{40C1331D-E73F-4665-9BFE-C8C0105D2E8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5904805" y="4814997"/>
                        <a:ext cx="2987675" cy="8937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0E32FE0B-6085-4039-BD8E-9522D676E0D5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1247655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77C0C6D4-4270-4A57-903D-1DE90C7B80CE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BEBA8EAE-BF5A-486C-A8C5-ECC9F3942E4B}">
                <a14:imgProps xmlns:a14="http://schemas.microsoft.com/office/drawing/2010/main">
                  <a14:imgLayer r:embed="rId2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270170" y="2003120"/>
            <a:ext cx="1916644" cy="2257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7122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第八章作业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192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04656B1-8692-4B20-B046-B34548D50021}"/>
              </a:ext>
            </a:extLst>
          </p:cNvPr>
          <p:cNvSpPr txBox="1"/>
          <p:nvPr/>
        </p:nvSpPr>
        <p:spPr>
          <a:xfrm>
            <a:off x="35496" y="2367589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8-5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FB56190-DF8E-40A2-9F61-4B66A06301A4}"/>
              </a:ext>
            </a:extLst>
          </p:cNvPr>
          <p:cNvSpPr txBox="1"/>
          <p:nvPr/>
        </p:nvSpPr>
        <p:spPr>
          <a:xfrm>
            <a:off x="258884" y="2736921"/>
            <a:ext cx="4097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）根据液压缸力平衡：</a:t>
            </a:r>
          </a:p>
        </p:txBody>
      </p:sp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6D09B0A0-1E40-475A-A3B8-3F1E5019A2A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7132817"/>
              </p:ext>
            </p:extLst>
          </p:nvPr>
        </p:nvGraphicFramePr>
        <p:xfrm>
          <a:off x="1425575" y="3159677"/>
          <a:ext cx="1314450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9165" name="Equation" r:id="rId4" imgW="787320" imgH="380880" progId="Equation.DSMT4">
                  <p:embed/>
                </p:oleObj>
              </mc:Choice>
              <mc:Fallback>
                <p:oleObj name="Equation" r:id="rId4" imgW="787320" imgH="38088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6D09B0A0-1E40-475A-A3B8-3F1E5019A2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425575" y="3159677"/>
                        <a:ext cx="1314450" cy="636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B0E2EE5E-DFB8-494C-8033-15038CC580F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7987792"/>
              </p:ext>
            </p:extLst>
          </p:nvPr>
        </p:nvGraphicFramePr>
        <p:xfrm>
          <a:off x="419100" y="5431752"/>
          <a:ext cx="3071813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9166" name="Equation" r:id="rId6" imgW="1841400" imgH="368280" progId="Equation.DSMT4">
                  <p:embed/>
                </p:oleObj>
              </mc:Choice>
              <mc:Fallback>
                <p:oleObj name="Equation" r:id="rId6" imgW="1841400" imgH="368280" progId="Equation.DSMT4">
                  <p:embed/>
                  <p:pic>
                    <p:nvPicPr>
                      <p:cNvPr id="16" name="对象 15">
                        <a:extLst>
                          <a:ext uri="{FF2B5EF4-FFF2-40B4-BE49-F238E27FC236}">
                            <a16:creationId xmlns:a16="http://schemas.microsoft.com/office/drawing/2014/main" id="{B0E2EE5E-DFB8-494C-8033-15038CC580F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419100" y="5431752"/>
                        <a:ext cx="3071813" cy="6175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文本框 14">
            <a:extLst>
              <a:ext uri="{FF2B5EF4-FFF2-40B4-BE49-F238E27FC236}">
                <a16:creationId xmlns:a16="http://schemas.microsoft.com/office/drawing/2014/main" id="{3114B01F-01E7-44C1-8DCB-93170E2FEF26}"/>
              </a:ext>
            </a:extLst>
          </p:cNvPr>
          <p:cNvSpPr txBox="1"/>
          <p:nvPr/>
        </p:nvSpPr>
        <p:spPr>
          <a:xfrm>
            <a:off x="258884" y="5031885"/>
            <a:ext cx="4097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根据速度计算液压缸流量：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B2017D4-C333-4F16-BCA5-9D06DC021ED9}"/>
              </a:ext>
            </a:extLst>
          </p:cNvPr>
          <p:cNvSpPr txBox="1"/>
          <p:nvPr/>
        </p:nvSpPr>
        <p:spPr>
          <a:xfrm>
            <a:off x="258884" y="6082413"/>
            <a:ext cx="4097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所以溢流阀开启，调整压力与泵压力相同，为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3.25 MPa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7929981-6B5D-4543-8C9A-C3B9F51A5B25}"/>
              </a:ext>
            </a:extLst>
          </p:cNvPr>
          <p:cNvSpPr txBox="1"/>
          <p:nvPr/>
        </p:nvSpPr>
        <p:spPr>
          <a:xfrm>
            <a:off x="258884" y="3942473"/>
            <a:ext cx="4309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当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F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最大时，△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为</a:t>
            </a: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最小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0.5MPa</a:t>
            </a: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p134</a:t>
            </a: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graphicFrame>
        <p:nvGraphicFramePr>
          <p:cNvPr id="23" name="对象 22">
            <a:extLst>
              <a:ext uri="{FF2B5EF4-FFF2-40B4-BE49-F238E27FC236}">
                <a16:creationId xmlns:a16="http://schemas.microsoft.com/office/drawing/2014/main" id="{ECF1A302-D3FB-462B-B3D6-3C1FDD4CAE5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05265150"/>
              </p:ext>
            </p:extLst>
          </p:nvPr>
        </p:nvGraphicFramePr>
        <p:xfrm>
          <a:off x="387350" y="4343927"/>
          <a:ext cx="3392488" cy="615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9167" name="Equation" r:id="rId8" imgW="2031840" imgH="368280" progId="Equation.DSMT4">
                  <p:embed/>
                </p:oleObj>
              </mc:Choice>
              <mc:Fallback>
                <p:oleObj name="Equation" r:id="rId8" imgW="2031840" imgH="36828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6D09B0A0-1E40-475A-A3B8-3F1E5019A2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87350" y="4343927"/>
                        <a:ext cx="3392488" cy="615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文本框 23">
            <a:extLst>
              <a:ext uri="{FF2B5EF4-FFF2-40B4-BE49-F238E27FC236}">
                <a16:creationId xmlns:a16="http://schemas.microsoft.com/office/drawing/2014/main" id="{F0A3C723-89DF-4139-AE73-25AF44FD387E}"/>
              </a:ext>
            </a:extLst>
          </p:cNvPr>
          <p:cNvSpPr txBox="1"/>
          <p:nvPr/>
        </p:nvSpPr>
        <p:spPr>
          <a:xfrm>
            <a:off x="4568230" y="3948102"/>
            <a:ext cx="4097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）当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F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最小时，△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最大：</a:t>
            </a:r>
          </a:p>
        </p:txBody>
      </p:sp>
      <p:graphicFrame>
        <p:nvGraphicFramePr>
          <p:cNvPr id="25" name="对象 24">
            <a:extLst>
              <a:ext uri="{FF2B5EF4-FFF2-40B4-BE49-F238E27FC236}">
                <a16:creationId xmlns:a16="http://schemas.microsoft.com/office/drawing/2014/main" id="{C890F7C4-7FF2-46E9-BE13-F134AD4D74F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93528522"/>
              </p:ext>
            </p:extLst>
          </p:nvPr>
        </p:nvGraphicFramePr>
        <p:xfrm>
          <a:off x="5651500" y="4370784"/>
          <a:ext cx="1506538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9168" name="Equation" r:id="rId10" imgW="901440" imgH="380880" progId="Equation.DSMT4">
                  <p:embed/>
                </p:oleObj>
              </mc:Choice>
              <mc:Fallback>
                <p:oleObj name="Equation" r:id="rId10" imgW="901440" imgH="38088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6D09B0A0-1E40-475A-A3B8-3F1E5019A2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5651500" y="4370784"/>
                        <a:ext cx="1506538" cy="636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" name="对象 27">
            <a:extLst>
              <a:ext uri="{FF2B5EF4-FFF2-40B4-BE49-F238E27FC236}">
                <a16:creationId xmlns:a16="http://schemas.microsoft.com/office/drawing/2014/main" id="{4C687CDF-5C38-4AF5-B869-B1CB36628A0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66674134"/>
              </p:ext>
            </p:extLst>
          </p:nvPr>
        </p:nvGraphicFramePr>
        <p:xfrm>
          <a:off x="5334000" y="5030414"/>
          <a:ext cx="2143125" cy="636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9169" name="Equation" r:id="rId12" imgW="1282680" imgH="380880" progId="Equation.DSMT4">
                  <p:embed/>
                </p:oleObj>
              </mc:Choice>
              <mc:Fallback>
                <p:oleObj name="Equation" r:id="rId12" imgW="1282680" imgH="380880" progId="Equation.DSMT4">
                  <p:embed/>
                  <p:pic>
                    <p:nvPicPr>
                      <p:cNvPr id="25" name="对象 24">
                        <a:extLst>
                          <a:ext uri="{FF2B5EF4-FFF2-40B4-BE49-F238E27FC236}">
                            <a16:creationId xmlns:a16="http://schemas.microsoft.com/office/drawing/2014/main" id="{C890F7C4-7FF2-46E9-BE13-F134AD4D74F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5334000" y="5030414"/>
                        <a:ext cx="2143125" cy="636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" name="文本框 28">
            <a:extLst>
              <a:ext uri="{FF2B5EF4-FFF2-40B4-BE49-F238E27FC236}">
                <a16:creationId xmlns:a16="http://schemas.microsoft.com/office/drawing/2014/main" id="{5352778E-51A6-49CD-ADF8-133EBDC38EED}"/>
              </a:ext>
            </a:extLst>
          </p:cNvPr>
          <p:cNvSpPr txBox="1"/>
          <p:nvPr/>
        </p:nvSpPr>
        <p:spPr>
          <a:xfrm>
            <a:off x="4568230" y="5711308"/>
            <a:ext cx="4097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）当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F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最大，回路工作效率最大：</a:t>
            </a:r>
          </a:p>
        </p:txBody>
      </p:sp>
      <p:graphicFrame>
        <p:nvGraphicFramePr>
          <p:cNvPr id="30" name="对象 29">
            <a:extLst>
              <a:ext uri="{FF2B5EF4-FFF2-40B4-BE49-F238E27FC236}">
                <a16:creationId xmlns:a16="http://schemas.microsoft.com/office/drawing/2014/main" id="{5DA073BA-39BE-481C-852A-1154853FA26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14046236"/>
              </p:ext>
            </p:extLst>
          </p:nvPr>
        </p:nvGraphicFramePr>
        <p:xfrm>
          <a:off x="5059238" y="6228159"/>
          <a:ext cx="3905250" cy="657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9170" name="Equation" r:id="rId14" imgW="2336760" imgH="393480" progId="Equation.DSMT4">
                  <p:embed/>
                </p:oleObj>
              </mc:Choice>
              <mc:Fallback>
                <p:oleObj name="Equation" r:id="rId14" imgW="2336760" imgH="393480" progId="Equation.DSMT4">
                  <p:embed/>
                  <p:pic>
                    <p:nvPicPr>
                      <p:cNvPr id="28" name="对象 27">
                        <a:extLst>
                          <a:ext uri="{FF2B5EF4-FFF2-40B4-BE49-F238E27FC236}">
                            <a16:creationId xmlns:a16="http://schemas.microsoft.com/office/drawing/2014/main" id="{4C687CDF-5C38-4AF5-B869-B1CB36628A0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5059238" y="6228159"/>
                        <a:ext cx="3905250" cy="6572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C5C490BF-4A42-4F59-BA17-EAD63BCCC6E5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2003600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237AF582-F105-4BB8-A4E8-E496FDA8469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633496" y="2038192"/>
            <a:ext cx="2510504" cy="1865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3123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第八章作业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192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04656B1-8692-4B20-B046-B34548D50021}"/>
              </a:ext>
            </a:extLst>
          </p:cNvPr>
          <p:cNvSpPr txBox="1"/>
          <p:nvPr/>
        </p:nvSpPr>
        <p:spPr>
          <a:xfrm>
            <a:off x="35496" y="2265437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8-7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FB56190-DF8E-40A2-9F61-4B66A06301A4}"/>
              </a:ext>
            </a:extLst>
          </p:cNvPr>
          <p:cNvSpPr txBox="1"/>
          <p:nvPr/>
        </p:nvSpPr>
        <p:spPr>
          <a:xfrm>
            <a:off x="258884" y="2634769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）泵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缸式调速回路速度刚性（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p184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</a:p>
        </p:txBody>
      </p:sp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6D09B0A0-1E40-475A-A3B8-3F1E5019A2A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0527868"/>
              </p:ext>
            </p:extLst>
          </p:nvPr>
        </p:nvGraphicFramePr>
        <p:xfrm>
          <a:off x="2530375" y="3046338"/>
          <a:ext cx="762000" cy="658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3201" name="Equation" r:id="rId4" imgW="457200" imgH="393480" progId="Equation.DSMT4">
                  <p:embed/>
                </p:oleObj>
              </mc:Choice>
              <mc:Fallback>
                <p:oleObj name="Equation" r:id="rId4" imgW="457200" imgH="39348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6D09B0A0-1E40-475A-A3B8-3F1E5019A2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530375" y="3046338"/>
                        <a:ext cx="762000" cy="6588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文本框 19">
            <a:extLst>
              <a:ext uri="{FF2B5EF4-FFF2-40B4-BE49-F238E27FC236}">
                <a16:creationId xmlns:a16="http://schemas.microsoft.com/office/drawing/2014/main" id="{2B937409-EBE8-451A-83E0-2772EC193132}"/>
              </a:ext>
            </a:extLst>
          </p:cNvPr>
          <p:cNvSpPr txBox="1"/>
          <p:nvPr/>
        </p:nvSpPr>
        <p:spPr>
          <a:xfrm>
            <a:off x="258884" y="3768651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液压泵泄漏系数（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p62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</a:p>
        </p:txBody>
      </p:sp>
      <p:graphicFrame>
        <p:nvGraphicFramePr>
          <p:cNvPr id="21" name="对象 20">
            <a:extLst>
              <a:ext uri="{FF2B5EF4-FFF2-40B4-BE49-F238E27FC236}">
                <a16:creationId xmlns:a16="http://schemas.microsoft.com/office/drawing/2014/main" id="{645A1CD6-C820-4BE7-8BF0-FFA1AD20DE6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53458728"/>
              </p:ext>
            </p:extLst>
          </p:nvPr>
        </p:nvGraphicFramePr>
        <p:xfrm>
          <a:off x="2371625" y="4209653"/>
          <a:ext cx="1079500" cy="595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3202" name="Equation" r:id="rId6" imgW="647640" imgH="355320" progId="Equation.DSMT4">
                  <p:embed/>
                </p:oleObj>
              </mc:Choice>
              <mc:Fallback>
                <p:oleObj name="Equation" r:id="rId6" imgW="647640" imgH="35532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6D09B0A0-1E40-475A-A3B8-3F1E5019A2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371625" y="4209653"/>
                        <a:ext cx="1079500" cy="5953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" name="对象 26">
            <a:extLst>
              <a:ext uri="{FF2B5EF4-FFF2-40B4-BE49-F238E27FC236}">
                <a16:creationId xmlns:a16="http://schemas.microsoft.com/office/drawing/2014/main" id="{5A8C6BC4-8FD7-497B-AE1B-26608E01AE5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50754282"/>
              </p:ext>
            </p:extLst>
          </p:nvPr>
        </p:nvGraphicFramePr>
        <p:xfrm>
          <a:off x="2233513" y="4875138"/>
          <a:ext cx="1355725" cy="658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3203" name="Equation" r:id="rId8" imgW="812520" imgH="393480" progId="Equation.DSMT4">
                  <p:embed/>
                </p:oleObj>
              </mc:Choice>
              <mc:Fallback>
                <p:oleObj name="Equation" r:id="rId8" imgW="812520" imgH="393480" progId="Equation.DSMT4">
                  <p:embed/>
                  <p:pic>
                    <p:nvPicPr>
                      <p:cNvPr id="21" name="对象 20">
                        <a:extLst>
                          <a:ext uri="{FF2B5EF4-FFF2-40B4-BE49-F238E27FC236}">
                            <a16:creationId xmlns:a16="http://schemas.microsoft.com/office/drawing/2014/main" id="{645A1CD6-C820-4BE7-8BF0-FFA1AD20DE6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233513" y="4875138"/>
                        <a:ext cx="1355725" cy="6588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" name="对象 31">
            <a:extLst>
              <a:ext uri="{FF2B5EF4-FFF2-40B4-BE49-F238E27FC236}">
                <a16:creationId xmlns:a16="http://schemas.microsoft.com/office/drawing/2014/main" id="{7A15966E-B5EB-4D10-8AA4-76A5B7E5808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966447"/>
              </p:ext>
            </p:extLst>
          </p:nvPr>
        </p:nvGraphicFramePr>
        <p:xfrm>
          <a:off x="835025" y="5495925"/>
          <a:ext cx="4151313" cy="1339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3204" name="Equation" r:id="rId10" imgW="2489040" imgH="799920" progId="Equation.DSMT4">
                  <p:embed/>
                </p:oleObj>
              </mc:Choice>
              <mc:Fallback>
                <p:oleObj name="Equation" r:id="rId10" imgW="2489040" imgH="799920" progId="Equation.DSMT4">
                  <p:embed/>
                  <p:pic>
                    <p:nvPicPr>
                      <p:cNvPr id="27" name="对象 26">
                        <a:extLst>
                          <a:ext uri="{FF2B5EF4-FFF2-40B4-BE49-F238E27FC236}">
                            <a16:creationId xmlns:a16="http://schemas.microsoft.com/office/drawing/2014/main" id="{5A8C6BC4-8FD7-497B-AE1B-26608E01AE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835025" y="5495925"/>
                        <a:ext cx="4151313" cy="13398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文本框 32">
            <a:extLst>
              <a:ext uri="{FF2B5EF4-FFF2-40B4-BE49-F238E27FC236}">
                <a16:creationId xmlns:a16="http://schemas.microsoft.com/office/drawing/2014/main" id="{117505BA-954E-4C9E-AFB5-4BCE11D9D99F}"/>
              </a:ext>
            </a:extLst>
          </p:cNvPr>
          <p:cNvSpPr txBox="1"/>
          <p:nvPr/>
        </p:nvSpPr>
        <p:spPr>
          <a:xfrm>
            <a:off x="5443460" y="4514309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）回路效率：</a:t>
            </a:r>
          </a:p>
        </p:txBody>
      </p:sp>
      <p:graphicFrame>
        <p:nvGraphicFramePr>
          <p:cNvPr id="34" name="对象 33">
            <a:extLst>
              <a:ext uri="{FF2B5EF4-FFF2-40B4-BE49-F238E27FC236}">
                <a16:creationId xmlns:a16="http://schemas.microsoft.com/office/drawing/2014/main" id="{D15FB607-1249-4C99-9B96-129E138E025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09663890"/>
              </p:ext>
            </p:extLst>
          </p:nvPr>
        </p:nvGraphicFramePr>
        <p:xfrm>
          <a:off x="6544069" y="4925878"/>
          <a:ext cx="2138362" cy="955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3205" name="Equation" r:id="rId12" imgW="1282680" imgH="571320" progId="Equation.DSMT4">
                  <p:embed/>
                </p:oleObj>
              </mc:Choice>
              <mc:Fallback>
                <p:oleObj name="Equation" r:id="rId12" imgW="1282680" imgH="57132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6D09B0A0-1E40-475A-A3B8-3F1E5019A2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6544069" y="4925878"/>
                        <a:ext cx="2138362" cy="9556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文本框 34">
            <a:extLst>
              <a:ext uri="{FF2B5EF4-FFF2-40B4-BE49-F238E27FC236}">
                <a16:creationId xmlns:a16="http://schemas.microsoft.com/office/drawing/2014/main" id="{9A82D41F-759E-4120-AC3D-736C3C6FCF76}"/>
              </a:ext>
            </a:extLst>
          </p:cNvPr>
          <p:cNvSpPr txBox="1"/>
          <p:nvPr/>
        </p:nvSpPr>
        <p:spPr>
          <a:xfrm>
            <a:off x="5443460" y="6011996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）系统效率：</a:t>
            </a:r>
          </a:p>
        </p:txBody>
      </p:sp>
      <p:graphicFrame>
        <p:nvGraphicFramePr>
          <p:cNvPr id="36" name="对象 35">
            <a:extLst>
              <a:ext uri="{FF2B5EF4-FFF2-40B4-BE49-F238E27FC236}">
                <a16:creationId xmlns:a16="http://schemas.microsoft.com/office/drawing/2014/main" id="{0C7AA7A4-D8FF-4DA8-ABDC-AB5B2BE9FF0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5890138"/>
              </p:ext>
            </p:extLst>
          </p:nvPr>
        </p:nvGraphicFramePr>
        <p:xfrm>
          <a:off x="6121400" y="6516052"/>
          <a:ext cx="1778000" cy="319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3206" name="Equation" r:id="rId14" imgW="1066680" imgH="190440" progId="Equation.DSMT4">
                  <p:embed/>
                </p:oleObj>
              </mc:Choice>
              <mc:Fallback>
                <p:oleObj name="Equation" r:id="rId14" imgW="1066680" imgH="190440" progId="Equation.DSMT4">
                  <p:embed/>
                  <p:pic>
                    <p:nvPicPr>
                      <p:cNvPr id="34" name="对象 33">
                        <a:extLst>
                          <a:ext uri="{FF2B5EF4-FFF2-40B4-BE49-F238E27FC236}">
                            <a16:creationId xmlns:a16="http://schemas.microsoft.com/office/drawing/2014/main" id="{D15FB607-1249-4C99-9B96-129E138E025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6121400" y="6516052"/>
                        <a:ext cx="1778000" cy="3190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49ACC3C3-B3AF-429E-B0A1-96528B28683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1945883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438D4151-79A8-4F95-8001-79B760D06F6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11443" y="1762236"/>
            <a:ext cx="2138982" cy="2617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6516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D40607B-50B1-4227-8BF9-F8F78D27DC2E}"/>
              </a:ext>
            </a:extLst>
          </p:cNvPr>
          <p:cNvSpPr/>
          <p:nvPr/>
        </p:nvSpPr>
        <p:spPr>
          <a:xfrm>
            <a:off x="5652120" y="4509120"/>
            <a:ext cx="3384376" cy="115212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第八章作业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192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FB56190-DF8E-40A2-9F61-4B66A06301A4}"/>
              </a:ext>
            </a:extLst>
          </p:cNvPr>
          <p:cNvSpPr txBox="1"/>
          <p:nvPr/>
        </p:nvSpPr>
        <p:spPr>
          <a:xfrm>
            <a:off x="258884" y="2276872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）泵、马达的容积效率（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p63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</a:p>
        </p:txBody>
      </p:sp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6D09B0A0-1E40-475A-A3B8-3F1E5019A2A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24554520"/>
              </p:ext>
            </p:extLst>
          </p:nvPr>
        </p:nvGraphicFramePr>
        <p:xfrm>
          <a:off x="257807" y="2649260"/>
          <a:ext cx="1565275" cy="681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5209" name="Equation" r:id="rId4" imgW="939600" imgH="406080" progId="Equation.DSMT4">
                  <p:embed/>
                </p:oleObj>
              </mc:Choice>
              <mc:Fallback>
                <p:oleObj name="Equation" r:id="rId4" imgW="939600" imgH="40608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6D09B0A0-1E40-475A-A3B8-3F1E5019A2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57807" y="2649260"/>
                        <a:ext cx="1565275" cy="6810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" name="对象 13">
            <a:extLst>
              <a:ext uri="{FF2B5EF4-FFF2-40B4-BE49-F238E27FC236}">
                <a16:creationId xmlns:a16="http://schemas.microsoft.com/office/drawing/2014/main" id="{3CEFCDEA-C62D-4F1A-BC07-0368986E2B5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49595774"/>
              </p:ext>
            </p:extLst>
          </p:nvPr>
        </p:nvGraphicFramePr>
        <p:xfrm>
          <a:off x="2123728" y="2692122"/>
          <a:ext cx="1670050" cy="638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5210" name="Equation" r:id="rId6" imgW="1002960" imgH="380880" progId="Equation.DSMT4">
                  <p:embed/>
                </p:oleObj>
              </mc:Choice>
              <mc:Fallback>
                <p:oleObj name="Equation" r:id="rId6" imgW="1002960" imgH="38088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6D09B0A0-1E40-475A-A3B8-3F1E5019A2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123728" y="2692122"/>
                        <a:ext cx="1670050" cy="6381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文本框 14">
            <a:extLst>
              <a:ext uri="{FF2B5EF4-FFF2-40B4-BE49-F238E27FC236}">
                <a16:creationId xmlns:a16="http://schemas.microsoft.com/office/drawing/2014/main" id="{73A8D3FC-6C67-4F27-8E6B-3DD365DA0E63}"/>
              </a:ext>
            </a:extLst>
          </p:cNvPr>
          <p:cNvSpPr txBox="1"/>
          <p:nvPr/>
        </p:nvSpPr>
        <p:spPr>
          <a:xfrm>
            <a:off x="402900" y="3347700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马达最大转速：</a:t>
            </a:r>
          </a:p>
        </p:txBody>
      </p:sp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2F6D8CB9-E236-4505-8A19-A1CF68304CA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75900260"/>
              </p:ext>
            </p:extLst>
          </p:nvPr>
        </p:nvGraphicFramePr>
        <p:xfrm>
          <a:off x="768350" y="3645024"/>
          <a:ext cx="3487738" cy="1231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5211" name="Equation" r:id="rId8" imgW="2095200" imgH="736560" progId="Equation.DSMT4">
                  <p:embed/>
                </p:oleObj>
              </mc:Choice>
              <mc:Fallback>
                <p:oleObj name="Equation" r:id="rId8" imgW="2095200" imgH="736560" progId="Equation.DSMT4">
                  <p:embed/>
                  <p:pic>
                    <p:nvPicPr>
                      <p:cNvPr id="14" name="对象 13">
                        <a:extLst>
                          <a:ext uri="{FF2B5EF4-FFF2-40B4-BE49-F238E27FC236}">
                            <a16:creationId xmlns:a16="http://schemas.microsoft.com/office/drawing/2014/main" id="{3CEFCDEA-C62D-4F1A-BC07-0368986E2B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68350" y="3645024"/>
                        <a:ext cx="3487738" cy="1231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文本框 17">
            <a:extLst>
              <a:ext uri="{FF2B5EF4-FFF2-40B4-BE49-F238E27FC236}">
                <a16:creationId xmlns:a16="http://schemas.microsoft.com/office/drawing/2014/main" id="{59E57A69-B6A6-49DF-86E3-0CF7BF71E184}"/>
              </a:ext>
            </a:extLst>
          </p:cNvPr>
          <p:cNvSpPr txBox="1"/>
          <p:nvPr/>
        </p:nvSpPr>
        <p:spPr>
          <a:xfrm>
            <a:off x="402900" y="4931876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马达输出功率、扭矩：</a:t>
            </a:r>
          </a:p>
        </p:txBody>
      </p:sp>
      <p:graphicFrame>
        <p:nvGraphicFramePr>
          <p:cNvPr id="22" name="对象 21">
            <a:extLst>
              <a:ext uri="{FF2B5EF4-FFF2-40B4-BE49-F238E27FC236}">
                <a16:creationId xmlns:a16="http://schemas.microsoft.com/office/drawing/2014/main" id="{B48540AB-B59E-40A8-B4D5-E62926E1B76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660728"/>
              </p:ext>
            </p:extLst>
          </p:nvPr>
        </p:nvGraphicFramePr>
        <p:xfrm>
          <a:off x="107504" y="5299694"/>
          <a:ext cx="4965700" cy="615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5212" name="Equation" r:id="rId10" imgW="2984400" imgH="368280" progId="Equation.DSMT4">
                  <p:embed/>
                </p:oleObj>
              </mc:Choice>
              <mc:Fallback>
                <p:oleObj name="Equation" r:id="rId10" imgW="2984400" imgH="368280" progId="Equation.DSMT4">
                  <p:embed/>
                  <p:pic>
                    <p:nvPicPr>
                      <p:cNvPr id="16" name="对象 15">
                        <a:extLst>
                          <a:ext uri="{FF2B5EF4-FFF2-40B4-BE49-F238E27FC236}">
                            <a16:creationId xmlns:a16="http://schemas.microsoft.com/office/drawing/2014/main" id="{2F6D8CB9-E236-4505-8A19-A1CF68304CA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07504" y="5299694"/>
                        <a:ext cx="4965700" cy="615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对象 22">
            <a:extLst>
              <a:ext uri="{FF2B5EF4-FFF2-40B4-BE49-F238E27FC236}">
                <a16:creationId xmlns:a16="http://schemas.microsoft.com/office/drawing/2014/main" id="{3AD442B0-6A95-439D-A816-FDD232F5B8D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2633744"/>
              </p:ext>
            </p:extLst>
          </p:nvPr>
        </p:nvGraphicFramePr>
        <p:xfrm>
          <a:off x="636216" y="6012135"/>
          <a:ext cx="3930650" cy="657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5213" name="Equation" r:id="rId12" imgW="2361960" imgH="393480" progId="Equation.DSMT4">
                  <p:embed/>
                </p:oleObj>
              </mc:Choice>
              <mc:Fallback>
                <p:oleObj name="Equation" r:id="rId12" imgW="2361960" imgH="393480" progId="Equation.DSMT4">
                  <p:embed/>
                  <p:pic>
                    <p:nvPicPr>
                      <p:cNvPr id="22" name="对象 21">
                        <a:extLst>
                          <a:ext uri="{FF2B5EF4-FFF2-40B4-BE49-F238E27FC236}">
                            <a16:creationId xmlns:a16="http://schemas.microsoft.com/office/drawing/2014/main" id="{B48540AB-B59E-40A8-B4D5-E62926E1B7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636216" y="6012135"/>
                        <a:ext cx="3930650" cy="6572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文本框 23">
            <a:extLst>
              <a:ext uri="{FF2B5EF4-FFF2-40B4-BE49-F238E27FC236}">
                <a16:creationId xmlns:a16="http://schemas.microsoft.com/office/drawing/2014/main" id="{6F596554-A5D8-4FB0-9CC1-D45A5EC32D47}"/>
              </a:ext>
            </a:extLst>
          </p:cNvPr>
          <p:cNvSpPr txBox="1"/>
          <p:nvPr/>
        </p:nvSpPr>
        <p:spPr>
          <a:xfrm>
            <a:off x="5113051" y="2420888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）驱动液压泵所需转矩：</a:t>
            </a:r>
          </a:p>
        </p:txBody>
      </p:sp>
      <p:graphicFrame>
        <p:nvGraphicFramePr>
          <p:cNvPr id="25" name="对象 24">
            <a:extLst>
              <a:ext uri="{FF2B5EF4-FFF2-40B4-BE49-F238E27FC236}">
                <a16:creationId xmlns:a16="http://schemas.microsoft.com/office/drawing/2014/main" id="{E29FA0D3-9BF2-4CB2-BFE1-074F52C94B9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47469015"/>
              </p:ext>
            </p:extLst>
          </p:nvPr>
        </p:nvGraphicFramePr>
        <p:xfrm>
          <a:off x="5364088" y="2782352"/>
          <a:ext cx="3638550" cy="1255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5214" name="Equation" r:id="rId14" imgW="2184120" imgH="749160" progId="Equation.DSMT4">
                  <p:embed/>
                </p:oleObj>
              </mc:Choice>
              <mc:Fallback>
                <p:oleObj name="Equation" r:id="rId14" imgW="2184120" imgH="74916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6D09B0A0-1E40-475A-A3B8-3F1E5019A2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5364088" y="2782352"/>
                        <a:ext cx="3638550" cy="12557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A5A85CC9-9965-45AA-823C-F66D5189CF2E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1608819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4752DC2-1045-4BA3-A530-32059BB30C66}"/>
              </a:ext>
            </a:extLst>
          </p:cNvPr>
          <p:cNvSpPr txBox="1"/>
          <p:nvPr/>
        </p:nvSpPr>
        <p:spPr>
          <a:xfrm>
            <a:off x="6516216" y="5147374"/>
            <a:ext cx="467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泵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ED1BF2E8-C8E9-4727-89F6-DDD1C4C1ABB3}"/>
              </a:ext>
            </a:extLst>
          </p:cNvPr>
          <p:cNvSpPr txBox="1"/>
          <p:nvPr/>
        </p:nvSpPr>
        <p:spPr>
          <a:xfrm>
            <a:off x="5652120" y="5147374"/>
            <a:ext cx="69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电机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BB30480-C85A-4348-A24F-8326961F411E}"/>
              </a:ext>
            </a:extLst>
          </p:cNvPr>
          <p:cNvSpPr txBox="1"/>
          <p:nvPr/>
        </p:nvSpPr>
        <p:spPr>
          <a:xfrm>
            <a:off x="7623399" y="5147374"/>
            <a:ext cx="6930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马达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67673CF-6FD2-405D-9168-4DF1AA314C2D}"/>
              </a:ext>
            </a:extLst>
          </p:cNvPr>
          <p:cNvSpPr txBox="1"/>
          <p:nvPr/>
        </p:nvSpPr>
        <p:spPr>
          <a:xfrm>
            <a:off x="8487495" y="5147374"/>
            <a:ext cx="6930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</a:t>
            </a:r>
          </a:p>
        </p:txBody>
      </p:sp>
      <p:sp>
        <p:nvSpPr>
          <p:cNvPr id="4" name="箭头: 右 3">
            <a:extLst>
              <a:ext uri="{FF2B5EF4-FFF2-40B4-BE49-F238E27FC236}">
                <a16:creationId xmlns:a16="http://schemas.microsoft.com/office/drawing/2014/main" id="{0487A093-BAB8-49B4-B267-9CAAB503971A}"/>
              </a:ext>
            </a:extLst>
          </p:cNvPr>
          <p:cNvSpPr/>
          <p:nvPr/>
        </p:nvSpPr>
        <p:spPr>
          <a:xfrm>
            <a:off x="6299130" y="5270434"/>
            <a:ext cx="288032" cy="14553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箭头: 右 28">
            <a:extLst>
              <a:ext uri="{FF2B5EF4-FFF2-40B4-BE49-F238E27FC236}">
                <a16:creationId xmlns:a16="http://schemas.microsoft.com/office/drawing/2014/main" id="{3ECC96BC-52BA-4B82-A91A-7EF1D3469E57}"/>
              </a:ext>
            </a:extLst>
          </p:cNvPr>
          <p:cNvSpPr/>
          <p:nvPr/>
        </p:nvSpPr>
        <p:spPr>
          <a:xfrm>
            <a:off x="7151545" y="5270434"/>
            <a:ext cx="288032" cy="14553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箭头: 右 29">
            <a:extLst>
              <a:ext uri="{FF2B5EF4-FFF2-40B4-BE49-F238E27FC236}">
                <a16:creationId xmlns:a16="http://schemas.microsoft.com/office/drawing/2014/main" id="{CEC2125E-9181-4D6B-B1A5-B180B3B74A9F}"/>
              </a:ext>
            </a:extLst>
          </p:cNvPr>
          <p:cNvSpPr/>
          <p:nvPr/>
        </p:nvSpPr>
        <p:spPr>
          <a:xfrm>
            <a:off x="8208404" y="5270434"/>
            <a:ext cx="288032" cy="14553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E43F42F-285C-4A23-BB60-7FB2F619A76F}"/>
              </a:ext>
            </a:extLst>
          </p:cNvPr>
          <p:cNvSpPr txBox="1"/>
          <p:nvPr/>
        </p:nvSpPr>
        <p:spPr>
          <a:xfrm>
            <a:off x="6183240" y="4705980"/>
            <a:ext cx="6930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机械效率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8BE8B0D-8D05-47B4-8045-B92676AA7EA2}"/>
              </a:ext>
            </a:extLst>
          </p:cNvPr>
          <p:cNvSpPr txBox="1"/>
          <p:nvPr/>
        </p:nvSpPr>
        <p:spPr>
          <a:xfrm>
            <a:off x="6746561" y="4705980"/>
            <a:ext cx="6930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容积效率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8D681C8A-5FB8-45D4-A385-86B2888CEC4B}"/>
              </a:ext>
            </a:extLst>
          </p:cNvPr>
          <p:cNvSpPr txBox="1"/>
          <p:nvPr/>
        </p:nvSpPr>
        <p:spPr>
          <a:xfrm>
            <a:off x="7362432" y="4705980"/>
            <a:ext cx="6930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容积效率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E76E86B-7A51-439B-9BAF-04FD53B8CAC0}"/>
              </a:ext>
            </a:extLst>
          </p:cNvPr>
          <p:cNvSpPr txBox="1"/>
          <p:nvPr/>
        </p:nvSpPr>
        <p:spPr>
          <a:xfrm>
            <a:off x="8079699" y="4705980"/>
            <a:ext cx="6930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机械效率</a:t>
            </a:r>
          </a:p>
        </p:txBody>
      </p:sp>
    </p:spTree>
    <p:extLst>
      <p:ext uri="{BB962C8B-B14F-4D97-AF65-F5344CB8AC3E}">
        <p14:creationId xmlns:p14="http://schemas.microsoft.com/office/powerpoint/2010/main" val="339640796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第八章作业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192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04656B1-8692-4B20-B046-B34548D50021}"/>
              </a:ext>
            </a:extLst>
          </p:cNvPr>
          <p:cNvSpPr txBox="1"/>
          <p:nvPr/>
        </p:nvSpPr>
        <p:spPr>
          <a:xfrm>
            <a:off x="35496" y="2204864"/>
            <a:ext cx="257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8-10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FB56190-DF8E-40A2-9F61-4B66A06301A4}"/>
              </a:ext>
            </a:extLst>
          </p:cNvPr>
          <p:cNvSpPr txBox="1"/>
          <p:nvPr/>
        </p:nvSpPr>
        <p:spPr>
          <a:xfrm>
            <a:off x="258884" y="2574196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）液压马达与泵流量相同。</a:t>
            </a:r>
          </a:p>
        </p:txBody>
      </p:sp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6D09B0A0-1E40-475A-A3B8-3F1E5019A2A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441915"/>
              </p:ext>
            </p:extLst>
          </p:nvPr>
        </p:nvGraphicFramePr>
        <p:xfrm>
          <a:off x="1920875" y="3068960"/>
          <a:ext cx="1184275" cy="320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1053" name="Equation" r:id="rId4" imgW="711000" imgH="190440" progId="Equation.DSMT4">
                  <p:embed/>
                </p:oleObj>
              </mc:Choice>
              <mc:Fallback>
                <p:oleObj name="Equation" r:id="rId4" imgW="711000" imgH="19044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6D09B0A0-1E40-475A-A3B8-3F1E5019A2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920875" y="3068960"/>
                        <a:ext cx="1184275" cy="3206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文本框 14">
            <a:extLst>
              <a:ext uri="{FF2B5EF4-FFF2-40B4-BE49-F238E27FC236}">
                <a16:creationId xmlns:a16="http://schemas.microsoft.com/office/drawing/2014/main" id="{73A8D3FC-6C67-4F27-8E6B-3DD365DA0E63}"/>
              </a:ext>
            </a:extLst>
          </p:cNvPr>
          <p:cNvSpPr txBox="1"/>
          <p:nvPr/>
        </p:nvSpPr>
        <p:spPr>
          <a:xfrm>
            <a:off x="402900" y="3501008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当泵排量最大时，马达转速为：</a:t>
            </a:r>
          </a:p>
        </p:txBody>
      </p:sp>
      <p:graphicFrame>
        <p:nvGraphicFramePr>
          <p:cNvPr id="20" name="对象 19">
            <a:extLst>
              <a:ext uri="{FF2B5EF4-FFF2-40B4-BE49-F238E27FC236}">
                <a16:creationId xmlns:a16="http://schemas.microsoft.com/office/drawing/2014/main" id="{442E5B00-68E2-466A-9CD5-D1E9FFBD02B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7619157"/>
              </p:ext>
            </p:extLst>
          </p:nvPr>
        </p:nvGraphicFramePr>
        <p:xfrm>
          <a:off x="1360488" y="3933056"/>
          <a:ext cx="2305050" cy="576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1054" name="Equation" r:id="rId6" imgW="1384200" imgH="342720" progId="Equation.DSMT4">
                  <p:embed/>
                </p:oleObj>
              </mc:Choice>
              <mc:Fallback>
                <p:oleObj name="Equation" r:id="rId6" imgW="1384200" imgH="34272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6D09B0A0-1E40-475A-A3B8-3F1E5019A2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360488" y="3933056"/>
                        <a:ext cx="2305050" cy="5762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文本框 20">
            <a:extLst>
              <a:ext uri="{FF2B5EF4-FFF2-40B4-BE49-F238E27FC236}">
                <a16:creationId xmlns:a16="http://schemas.microsoft.com/office/drawing/2014/main" id="{FDC96751-82B0-4F5F-87B7-A1E2A59CE4CC}"/>
              </a:ext>
            </a:extLst>
          </p:cNvPr>
          <p:cNvSpPr txBox="1"/>
          <p:nvPr/>
        </p:nvSpPr>
        <p:spPr>
          <a:xfrm>
            <a:off x="402900" y="4611010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调整策略为：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6E30B088-7099-4371-AD40-0796BC3E4FC1}"/>
              </a:ext>
            </a:extLst>
          </p:cNvPr>
          <p:cNvSpPr txBox="1"/>
          <p:nvPr/>
        </p:nvSpPr>
        <p:spPr>
          <a:xfrm>
            <a:off x="406075" y="4964975"/>
            <a:ext cx="46011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在马达转速小于等于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800L/min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时，通过调整泵排量；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在马达转速大于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800L/min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时，通过调整马达排量；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EB9BE2B-B01E-4194-AB1B-F9CB45AF80D2}"/>
              </a:ext>
            </a:extLst>
          </p:cNvPr>
          <p:cNvSpPr txBox="1"/>
          <p:nvPr/>
        </p:nvSpPr>
        <p:spPr>
          <a:xfrm>
            <a:off x="5011412" y="3423903"/>
            <a:ext cx="4025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）当马达排量最小，泵排量最大时，马达转速最大。</a:t>
            </a:r>
          </a:p>
        </p:txBody>
      </p:sp>
      <p:graphicFrame>
        <p:nvGraphicFramePr>
          <p:cNvPr id="29" name="对象 28">
            <a:extLst>
              <a:ext uri="{FF2B5EF4-FFF2-40B4-BE49-F238E27FC236}">
                <a16:creationId xmlns:a16="http://schemas.microsoft.com/office/drawing/2014/main" id="{FC541670-89E8-4965-A69D-835F7DF2768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45240934"/>
              </p:ext>
            </p:extLst>
          </p:nvPr>
        </p:nvGraphicFramePr>
        <p:xfrm>
          <a:off x="5722997" y="4109132"/>
          <a:ext cx="2601913" cy="576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1055" name="Equation" r:id="rId8" imgW="1562040" imgH="342720" progId="Equation.DSMT4">
                  <p:embed/>
                </p:oleObj>
              </mc:Choice>
              <mc:Fallback>
                <p:oleObj name="Equation" r:id="rId8" imgW="1562040" imgH="342720" progId="Equation.DSMT4">
                  <p:embed/>
                  <p:pic>
                    <p:nvPicPr>
                      <p:cNvPr id="20" name="对象 19">
                        <a:extLst>
                          <a:ext uri="{FF2B5EF4-FFF2-40B4-BE49-F238E27FC236}">
                            <a16:creationId xmlns:a16="http://schemas.microsoft.com/office/drawing/2014/main" id="{442E5B00-68E2-466A-9CD5-D1E9FFBD02B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722997" y="4109132"/>
                        <a:ext cx="2601913" cy="5762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文本框 29">
            <a:extLst>
              <a:ext uri="{FF2B5EF4-FFF2-40B4-BE49-F238E27FC236}">
                <a16:creationId xmlns:a16="http://schemas.microsoft.com/office/drawing/2014/main" id="{3D649D47-D7CC-4738-B9C0-8F0A8E08EA2E}"/>
              </a:ext>
            </a:extLst>
          </p:cNvPr>
          <p:cNvSpPr txBox="1"/>
          <p:nvPr/>
        </p:nvSpPr>
        <p:spPr>
          <a:xfrm>
            <a:off x="5011412" y="4732564"/>
            <a:ext cx="4025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最大输出转矩：</a:t>
            </a:r>
          </a:p>
        </p:txBody>
      </p:sp>
      <p:graphicFrame>
        <p:nvGraphicFramePr>
          <p:cNvPr id="31" name="对象 30">
            <a:extLst>
              <a:ext uri="{FF2B5EF4-FFF2-40B4-BE49-F238E27FC236}">
                <a16:creationId xmlns:a16="http://schemas.microsoft.com/office/drawing/2014/main" id="{73D0A278-382D-46FF-A1C1-090787740F3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41683589"/>
              </p:ext>
            </p:extLst>
          </p:nvPr>
        </p:nvGraphicFramePr>
        <p:xfrm>
          <a:off x="5459413" y="5118544"/>
          <a:ext cx="3130550" cy="638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1056" name="Equation" r:id="rId10" imgW="1879560" imgH="380880" progId="Equation.DSMT4">
                  <p:embed/>
                </p:oleObj>
              </mc:Choice>
              <mc:Fallback>
                <p:oleObj name="Equation" r:id="rId10" imgW="1879560" imgH="380880" progId="Equation.DSMT4">
                  <p:embed/>
                  <p:pic>
                    <p:nvPicPr>
                      <p:cNvPr id="29" name="对象 28">
                        <a:extLst>
                          <a:ext uri="{FF2B5EF4-FFF2-40B4-BE49-F238E27FC236}">
                            <a16:creationId xmlns:a16="http://schemas.microsoft.com/office/drawing/2014/main" id="{FC541670-89E8-4965-A69D-835F7DF276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5459413" y="5118544"/>
                        <a:ext cx="3130550" cy="6381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" name="文本框 31">
            <a:extLst>
              <a:ext uri="{FF2B5EF4-FFF2-40B4-BE49-F238E27FC236}">
                <a16:creationId xmlns:a16="http://schemas.microsoft.com/office/drawing/2014/main" id="{6C2FC989-A4FB-4BDC-8B04-F91CFC6C910B}"/>
              </a:ext>
            </a:extLst>
          </p:cNvPr>
          <p:cNvSpPr txBox="1"/>
          <p:nvPr/>
        </p:nvSpPr>
        <p:spPr>
          <a:xfrm>
            <a:off x="5011412" y="5773367"/>
            <a:ext cx="4025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最大输出功率：</a:t>
            </a:r>
          </a:p>
        </p:txBody>
      </p:sp>
      <p:graphicFrame>
        <p:nvGraphicFramePr>
          <p:cNvPr id="33" name="对象 32">
            <a:extLst>
              <a:ext uri="{FF2B5EF4-FFF2-40B4-BE49-F238E27FC236}">
                <a16:creationId xmlns:a16="http://schemas.microsoft.com/office/drawing/2014/main" id="{84215D3C-3BE2-48F8-B67F-4CB3420E102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60448487"/>
              </p:ext>
            </p:extLst>
          </p:nvPr>
        </p:nvGraphicFramePr>
        <p:xfrm>
          <a:off x="5226109" y="6195839"/>
          <a:ext cx="3595687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1057" name="Equation" r:id="rId12" imgW="2158920" imgH="368280" progId="Equation.DSMT4">
                  <p:embed/>
                </p:oleObj>
              </mc:Choice>
              <mc:Fallback>
                <p:oleObj name="Equation" r:id="rId12" imgW="2158920" imgH="368280" progId="Equation.DSMT4">
                  <p:embed/>
                  <p:pic>
                    <p:nvPicPr>
                      <p:cNvPr id="31" name="对象 30">
                        <a:extLst>
                          <a:ext uri="{FF2B5EF4-FFF2-40B4-BE49-F238E27FC236}">
                            <a16:creationId xmlns:a16="http://schemas.microsoft.com/office/drawing/2014/main" id="{73D0A278-382D-46FF-A1C1-090787740F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5226109" y="6195839"/>
                        <a:ext cx="3595687" cy="6175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FD1AA300-D34C-442C-97BE-739990A6453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1869805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38F404B0-3942-4AE7-B3EE-08CCA5DB087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185220" y="1448052"/>
            <a:ext cx="1958780" cy="188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2922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第八章作业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192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FB56190-DF8E-40A2-9F61-4B66A06301A4}"/>
              </a:ext>
            </a:extLst>
          </p:cNvPr>
          <p:cNvSpPr txBox="1"/>
          <p:nvPr/>
        </p:nvSpPr>
        <p:spPr>
          <a:xfrm>
            <a:off x="258884" y="2636912"/>
            <a:ext cx="46011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）根据限压式变量液压泵拐点，计算得到流量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q</a:t>
            </a:r>
            <a:r>
              <a:rPr lang="en-US" altLang="zh-CN" baseline="-25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时的压力（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p72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）。</a:t>
            </a:r>
          </a:p>
        </p:txBody>
      </p:sp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6D09B0A0-1E40-475A-A3B8-3F1E5019A2A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10201718"/>
              </p:ext>
            </p:extLst>
          </p:nvPr>
        </p:nvGraphicFramePr>
        <p:xfrm>
          <a:off x="1878013" y="3337778"/>
          <a:ext cx="1270000" cy="341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0340" name="Equation" r:id="rId4" imgW="761760" imgH="203040" progId="Equation.DSMT4">
                  <p:embed/>
                </p:oleObj>
              </mc:Choice>
              <mc:Fallback>
                <p:oleObj name="Equation" r:id="rId4" imgW="761760" imgH="20304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6D09B0A0-1E40-475A-A3B8-3F1E5019A2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878013" y="3337778"/>
                        <a:ext cx="1270000" cy="3413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文本框 14">
            <a:extLst>
              <a:ext uri="{FF2B5EF4-FFF2-40B4-BE49-F238E27FC236}">
                <a16:creationId xmlns:a16="http://schemas.microsoft.com/office/drawing/2014/main" id="{73A8D3FC-6C67-4F27-8E6B-3DD365DA0E63}"/>
              </a:ext>
            </a:extLst>
          </p:cNvPr>
          <p:cNvSpPr txBox="1"/>
          <p:nvPr/>
        </p:nvSpPr>
        <p:spPr>
          <a:xfrm>
            <a:off x="402900" y="3779549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液压缸无杆腔压力：</a:t>
            </a:r>
          </a:p>
        </p:txBody>
      </p:sp>
      <p:graphicFrame>
        <p:nvGraphicFramePr>
          <p:cNvPr id="20" name="对象 19">
            <a:extLst>
              <a:ext uri="{FF2B5EF4-FFF2-40B4-BE49-F238E27FC236}">
                <a16:creationId xmlns:a16="http://schemas.microsoft.com/office/drawing/2014/main" id="{442E5B00-68E2-466A-9CD5-D1E9FFBD02B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2477358"/>
              </p:ext>
            </p:extLst>
          </p:nvPr>
        </p:nvGraphicFramePr>
        <p:xfrm>
          <a:off x="1455738" y="4211796"/>
          <a:ext cx="2114550" cy="341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0341" name="Equation" r:id="rId6" imgW="1269720" imgH="203040" progId="Equation.DSMT4">
                  <p:embed/>
                </p:oleObj>
              </mc:Choice>
              <mc:Fallback>
                <p:oleObj name="Equation" r:id="rId6" imgW="1269720" imgH="203040" progId="Equation.DSMT4">
                  <p:embed/>
                  <p:pic>
                    <p:nvPicPr>
                      <p:cNvPr id="20" name="对象 19">
                        <a:extLst>
                          <a:ext uri="{FF2B5EF4-FFF2-40B4-BE49-F238E27FC236}">
                            <a16:creationId xmlns:a16="http://schemas.microsoft.com/office/drawing/2014/main" id="{442E5B00-68E2-466A-9CD5-D1E9FFBD02B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455738" y="4211796"/>
                        <a:ext cx="2114550" cy="3413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32E8E9B0-D7DC-4A63-9751-59483450120D}"/>
              </a:ext>
            </a:extLst>
          </p:cNvPr>
          <p:cNvSpPr txBox="1"/>
          <p:nvPr/>
        </p:nvSpPr>
        <p:spPr>
          <a:xfrm>
            <a:off x="414989" y="4704885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回路效率（回油算损失）：</a:t>
            </a:r>
          </a:p>
        </p:txBody>
      </p:sp>
      <p:graphicFrame>
        <p:nvGraphicFramePr>
          <p:cNvPr id="18" name="对象 17">
            <a:extLst>
              <a:ext uri="{FF2B5EF4-FFF2-40B4-BE49-F238E27FC236}">
                <a16:creationId xmlns:a16="http://schemas.microsoft.com/office/drawing/2014/main" id="{C2661EBE-825B-4EC0-910D-9849F7711F9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1250608"/>
              </p:ext>
            </p:extLst>
          </p:nvPr>
        </p:nvGraphicFramePr>
        <p:xfrm>
          <a:off x="1677194" y="5074217"/>
          <a:ext cx="1671638" cy="1493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0342" name="Equation" r:id="rId8" imgW="1002960" imgH="888840" progId="Equation.DSMT4">
                  <p:embed/>
                </p:oleObj>
              </mc:Choice>
              <mc:Fallback>
                <p:oleObj name="Equation" r:id="rId8" imgW="1002960" imgH="888840" progId="Equation.DSMT4">
                  <p:embed/>
                  <p:pic>
                    <p:nvPicPr>
                      <p:cNvPr id="20" name="对象 19">
                        <a:extLst>
                          <a:ext uri="{FF2B5EF4-FFF2-40B4-BE49-F238E27FC236}">
                            <a16:creationId xmlns:a16="http://schemas.microsoft.com/office/drawing/2014/main" id="{442E5B00-68E2-466A-9CD5-D1E9FFBD02B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677194" y="5074217"/>
                        <a:ext cx="1671638" cy="1493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F9633EA9-0F2B-45CC-87FA-1B46EC9476A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1934149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0C7DADE4-124E-4ACF-8ADC-384F546200E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16216" y="2749809"/>
            <a:ext cx="2531851" cy="3071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811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第八章作业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192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0BDD10E-6571-4689-A4C4-CC3A7026B6DD}"/>
              </a:ext>
            </a:extLst>
          </p:cNvPr>
          <p:cNvSpPr txBox="1"/>
          <p:nvPr/>
        </p:nvSpPr>
        <p:spPr>
          <a:xfrm>
            <a:off x="-36512" y="2665229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）负载减小，调速阀工作压差变化。</a:t>
            </a:r>
          </a:p>
        </p:txBody>
      </p:sp>
      <p:graphicFrame>
        <p:nvGraphicFramePr>
          <p:cNvPr id="23" name="对象 22">
            <a:extLst>
              <a:ext uri="{FF2B5EF4-FFF2-40B4-BE49-F238E27FC236}">
                <a16:creationId xmlns:a16="http://schemas.microsoft.com/office/drawing/2014/main" id="{61154EB4-2DF4-4233-8376-3AE05B23DF2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54830872"/>
              </p:ext>
            </p:extLst>
          </p:nvPr>
        </p:nvGraphicFramePr>
        <p:xfrm>
          <a:off x="974218" y="3100984"/>
          <a:ext cx="2579687" cy="598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7965" name="Equation" r:id="rId4" imgW="1549080" imgH="355320" progId="Equation.DSMT4">
                  <p:embed/>
                </p:oleObj>
              </mc:Choice>
              <mc:Fallback>
                <p:oleObj name="Equation" r:id="rId4" imgW="1549080" imgH="355320" progId="Equation.DSMT4">
                  <p:embed/>
                  <p:pic>
                    <p:nvPicPr>
                      <p:cNvPr id="23" name="对象 22">
                        <a:extLst>
                          <a:ext uri="{FF2B5EF4-FFF2-40B4-BE49-F238E27FC236}">
                            <a16:creationId xmlns:a16="http://schemas.microsoft.com/office/drawing/2014/main" id="{61154EB4-2DF4-4233-8376-3AE05B23DF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74218" y="3100984"/>
                        <a:ext cx="2579687" cy="5984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" name="对象 24">
            <a:extLst>
              <a:ext uri="{FF2B5EF4-FFF2-40B4-BE49-F238E27FC236}">
                <a16:creationId xmlns:a16="http://schemas.microsoft.com/office/drawing/2014/main" id="{B0815108-49AB-4EFF-A6F5-BDEB1FD1692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44574470"/>
              </p:ext>
            </p:extLst>
          </p:nvPr>
        </p:nvGraphicFramePr>
        <p:xfrm>
          <a:off x="1598116" y="4016970"/>
          <a:ext cx="1331913" cy="319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7966" name="Equation" r:id="rId6" imgW="799920" imgH="190440" progId="Equation.DSMT4">
                  <p:embed/>
                </p:oleObj>
              </mc:Choice>
              <mc:Fallback>
                <p:oleObj name="Equation" r:id="rId6" imgW="799920" imgH="190440" progId="Equation.DSMT4">
                  <p:embed/>
                  <p:pic>
                    <p:nvPicPr>
                      <p:cNvPr id="25" name="对象 24">
                        <a:extLst>
                          <a:ext uri="{FF2B5EF4-FFF2-40B4-BE49-F238E27FC236}">
                            <a16:creationId xmlns:a16="http://schemas.microsoft.com/office/drawing/2014/main" id="{B0815108-49AB-4EFF-A6F5-BDEB1FD1692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98116" y="4016970"/>
                        <a:ext cx="1331913" cy="3190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文本框 32">
            <a:extLst>
              <a:ext uri="{FF2B5EF4-FFF2-40B4-BE49-F238E27FC236}">
                <a16:creationId xmlns:a16="http://schemas.microsoft.com/office/drawing/2014/main" id="{2B9AEB64-9BFD-4A37-8186-1BF038B976BF}"/>
              </a:ext>
            </a:extLst>
          </p:cNvPr>
          <p:cNvSpPr txBox="1"/>
          <p:nvPr/>
        </p:nvSpPr>
        <p:spPr>
          <a:xfrm>
            <a:off x="512635" y="3726765"/>
            <a:ext cx="38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解得：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6ECF85F-278A-4124-AE6C-6E7132482F74}"/>
              </a:ext>
            </a:extLst>
          </p:cNvPr>
          <p:cNvSpPr txBox="1"/>
          <p:nvPr/>
        </p:nvSpPr>
        <p:spPr>
          <a:xfrm>
            <a:off x="629455" y="4456137"/>
            <a:ext cx="3692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回路效率：</a:t>
            </a:r>
          </a:p>
        </p:txBody>
      </p:sp>
      <p:graphicFrame>
        <p:nvGraphicFramePr>
          <p:cNvPr id="35" name="对象 34">
            <a:extLst>
              <a:ext uri="{FF2B5EF4-FFF2-40B4-BE49-F238E27FC236}">
                <a16:creationId xmlns:a16="http://schemas.microsoft.com/office/drawing/2014/main" id="{5240AA30-D7F0-426D-8656-AA0C32F73F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5061948"/>
              </p:ext>
            </p:extLst>
          </p:nvPr>
        </p:nvGraphicFramePr>
        <p:xfrm>
          <a:off x="1534616" y="4815483"/>
          <a:ext cx="1798638" cy="1493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7967" name="Equation" r:id="rId8" imgW="1079280" imgH="888840" progId="Equation.DSMT4">
                  <p:embed/>
                </p:oleObj>
              </mc:Choice>
              <mc:Fallback>
                <p:oleObj name="Equation" r:id="rId8" imgW="1079280" imgH="888840" progId="Equation.DSMT4">
                  <p:embed/>
                  <p:pic>
                    <p:nvPicPr>
                      <p:cNvPr id="35" name="对象 34">
                        <a:extLst>
                          <a:ext uri="{FF2B5EF4-FFF2-40B4-BE49-F238E27FC236}">
                            <a16:creationId xmlns:a16="http://schemas.microsoft.com/office/drawing/2014/main" id="{5240AA30-D7F0-426D-8656-AA0C32F73F8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34616" y="4815483"/>
                        <a:ext cx="1798638" cy="1493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文本框 35">
            <a:extLst>
              <a:ext uri="{FF2B5EF4-FFF2-40B4-BE49-F238E27FC236}">
                <a16:creationId xmlns:a16="http://schemas.microsoft.com/office/drawing/2014/main" id="{87BCBF4F-32E4-446B-823D-14C7BBE83A54}"/>
              </a:ext>
            </a:extLst>
          </p:cNvPr>
          <p:cNvSpPr txBox="1"/>
          <p:nvPr/>
        </p:nvSpPr>
        <p:spPr>
          <a:xfrm>
            <a:off x="4678289" y="5301208"/>
            <a:ext cx="43582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）采用变压式容积节流调速回路，设调定压差为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0.3MPa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  <p:graphicFrame>
        <p:nvGraphicFramePr>
          <p:cNvPr id="37" name="对象 36">
            <a:extLst>
              <a:ext uri="{FF2B5EF4-FFF2-40B4-BE49-F238E27FC236}">
                <a16:creationId xmlns:a16="http://schemas.microsoft.com/office/drawing/2014/main" id="{B6C4DFB0-950C-4E8F-80CA-5A3B3F973DD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357896"/>
              </p:ext>
            </p:extLst>
          </p:nvPr>
        </p:nvGraphicFramePr>
        <p:xfrm>
          <a:off x="5100638" y="5937250"/>
          <a:ext cx="3871912" cy="660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7968" name="Equation" r:id="rId10" imgW="2323800" imgH="393480" progId="Equation.DSMT4">
                  <p:embed/>
                </p:oleObj>
              </mc:Choice>
              <mc:Fallback>
                <p:oleObj name="Equation" r:id="rId10" imgW="2323800" imgH="393480" progId="Equation.DSMT4">
                  <p:embed/>
                  <p:pic>
                    <p:nvPicPr>
                      <p:cNvPr id="37" name="对象 36">
                        <a:extLst>
                          <a:ext uri="{FF2B5EF4-FFF2-40B4-BE49-F238E27FC236}">
                            <a16:creationId xmlns:a16="http://schemas.microsoft.com/office/drawing/2014/main" id="{B6C4DFB0-950C-4E8F-80CA-5A3B3F973D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5100638" y="5937250"/>
                        <a:ext cx="3871912" cy="660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F9633EA9-0F2B-45CC-87FA-1B46EC9476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1934149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0C7DADE4-124E-4ACF-8ADC-384F546200E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20272" y="2683475"/>
            <a:ext cx="2024534" cy="2455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2170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第九章作业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207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0BDD10E-6571-4689-A4C4-CC3A7026B6DD}"/>
              </a:ext>
            </a:extLst>
          </p:cNvPr>
          <p:cNvSpPr txBox="1"/>
          <p:nvPr/>
        </p:nvSpPr>
        <p:spPr>
          <a:xfrm>
            <a:off x="-36512" y="2665229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）电磁铁断电，先导式溢流阀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K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口堵住</a:t>
            </a:r>
          </a:p>
        </p:txBody>
      </p:sp>
      <p:graphicFrame>
        <p:nvGraphicFramePr>
          <p:cNvPr id="23" name="对象 22">
            <a:extLst>
              <a:ext uri="{FF2B5EF4-FFF2-40B4-BE49-F238E27FC236}">
                <a16:creationId xmlns:a16="http://schemas.microsoft.com/office/drawing/2014/main" id="{61154EB4-2DF4-4233-8376-3AE05B23DF2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66129407"/>
              </p:ext>
            </p:extLst>
          </p:nvPr>
        </p:nvGraphicFramePr>
        <p:xfrm>
          <a:off x="1301750" y="3140968"/>
          <a:ext cx="1924050" cy="298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0391" name="Equation" r:id="rId4" imgW="1155600" imgH="177480" progId="Equation.DSMT4">
                  <p:embed/>
                </p:oleObj>
              </mc:Choice>
              <mc:Fallback>
                <p:oleObj name="Equation" r:id="rId4" imgW="1155600" imgH="177480" progId="Equation.DSMT4">
                  <p:embed/>
                  <p:pic>
                    <p:nvPicPr>
                      <p:cNvPr id="23" name="对象 22">
                        <a:extLst>
                          <a:ext uri="{FF2B5EF4-FFF2-40B4-BE49-F238E27FC236}">
                            <a16:creationId xmlns:a16="http://schemas.microsoft.com/office/drawing/2014/main" id="{61154EB4-2DF4-4233-8376-3AE05B23DF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301750" y="3140968"/>
                        <a:ext cx="1924050" cy="298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图片 4">
            <a:extLst>
              <a:ext uri="{FF2B5EF4-FFF2-40B4-BE49-F238E27FC236}">
                <a16:creationId xmlns:a16="http://schemas.microsoft.com/office/drawing/2014/main" id="{99EDB1C8-9CEC-433A-A1D6-3AFC016E985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127763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5A670D8-ECB0-4C3C-A6FF-9C6DC9B427E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623667" y="1964853"/>
            <a:ext cx="3520333" cy="2099476"/>
          </a:xfrm>
          <a:prstGeom prst="rect">
            <a:avLst/>
          </a:prstGeom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0FE78B95-D0A3-41B0-923F-4896681941A6}"/>
              </a:ext>
            </a:extLst>
          </p:cNvPr>
          <p:cNvSpPr txBox="1"/>
          <p:nvPr/>
        </p:nvSpPr>
        <p:spPr>
          <a:xfrm>
            <a:off x="5364088" y="5867980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口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调定压力，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出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=Pk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F223BDD-3A0B-4BD4-A7B7-02431226AB9E}"/>
              </a:ext>
            </a:extLst>
          </p:cNvPr>
          <p:cNvSpPr txBox="1"/>
          <p:nvPr/>
        </p:nvSpPr>
        <p:spPr>
          <a:xfrm>
            <a:off x="5364088" y="6190168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口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&gt;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调定压力，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出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=P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调定。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D2876C2-85AD-4581-9E05-F30111E3EC6A}"/>
              </a:ext>
            </a:extLst>
          </p:cNvPr>
          <p:cNvSpPr txBox="1"/>
          <p:nvPr/>
        </p:nvSpPr>
        <p:spPr>
          <a:xfrm>
            <a:off x="5364088" y="6488668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口堵住，普通溢流阀。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2D85D87-956A-4354-AE86-005BB3F0CB22}"/>
              </a:ext>
            </a:extLst>
          </p:cNvPr>
          <p:cNvSpPr txBox="1"/>
          <p:nvPr/>
        </p:nvSpPr>
        <p:spPr>
          <a:xfrm>
            <a:off x="-36512" y="3533534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）先导式溢流阀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K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口接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3MPa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溢流阀</a:t>
            </a:r>
          </a:p>
        </p:txBody>
      </p:sp>
      <p:graphicFrame>
        <p:nvGraphicFramePr>
          <p:cNvPr id="28" name="对象 27">
            <a:extLst>
              <a:ext uri="{FF2B5EF4-FFF2-40B4-BE49-F238E27FC236}">
                <a16:creationId xmlns:a16="http://schemas.microsoft.com/office/drawing/2014/main" id="{C7636AF7-3D42-4D50-BC15-F2EC22AA569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6613798"/>
              </p:ext>
            </p:extLst>
          </p:nvPr>
        </p:nvGraphicFramePr>
        <p:xfrm>
          <a:off x="1301750" y="4009273"/>
          <a:ext cx="1924050" cy="298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0392" name="Equation" r:id="rId10" imgW="1155600" imgH="177480" progId="Equation.DSMT4">
                  <p:embed/>
                </p:oleObj>
              </mc:Choice>
              <mc:Fallback>
                <p:oleObj name="Equation" r:id="rId10" imgW="1155600" imgH="177480" progId="Equation.DSMT4">
                  <p:embed/>
                  <p:pic>
                    <p:nvPicPr>
                      <p:cNvPr id="23" name="对象 22">
                        <a:extLst>
                          <a:ext uri="{FF2B5EF4-FFF2-40B4-BE49-F238E27FC236}">
                            <a16:creationId xmlns:a16="http://schemas.microsoft.com/office/drawing/2014/main" id="{61154EB4-2DF4-4233-8376-3AE05B23DF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301750" y="4009273"/>
                        <a:ext cx="1924050" cy="298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" name="文本框 28">
            <a:extLst>
              <a:ext uri="{FF2B5EF4-FFF2-40B4-BE49-F238E27FC236}">
                <a16:creationId xmlns:a16="http://schemas.microsoft.com/office/drawing/2014/main" id="{5A882F8C-45A2-4B96-8DB5-FC7E243370AD}"/>
              </a:ext>
            </a:extLst>
          </p:cNvPr>
          <p:cNvSpPr txBox="1"/>
          <p:nvPr/>
        </p:nvSpPr>
        <p:spPr>
          <a:xfrm>
            <a:off x="-36512" y="4307723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）先导式溢流阀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K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口接油箱</a:t>
            </a:r>
          </a:p>
        </p:txBody>
      </p:sp>
      <p:graphicFrame>
        <p:nvGraphicFramePr>
          <p:cNvPr id="30" name="对象 29">
            <a:extLst>
              <a:ext uri="{FF2B5EF4-FFF2-40B4-BE49-F238E27FC236}">
                <a16:creationId xmlns:a16="http://schemas.microsoft.com/office/drawing/2014/main" id="{FE71D740-FA9C-4B9F-8AC1-D59B6EE7FB6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8671143"/>
              </p:ext>
            </p:extLst>
          </p:nvPr>
        </p:nvGraphicFramePr>
        <p:xfrm>
          <a:off x="1292225" y="4794250"/>
          <a:ext cx="1944688" cy="298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0393" name="Equation" r:id="rId12" imgW="1168200" imgH="177480" progId="Equation.DSMT4">
                  <p:embed/>
                </p:oleObj>
              </mc:Choice>
              <mc:Fallback>
                <p:oleObj name="Equation" r:id="rId12" imgW="1168200" imgH="177480" progId="Equation.DSMT4">
                  <p:embed/>
                  <p:pic>
                    <p:nvPicPr>
                      <p:cNvPr id="28" name="对象 27">
                        <a:extLst>
                          <a:ext uri="{FF2B5EF4-FFF2-40B4-BE49-F238E27FC236}">
                            <a16:creationId xmlns:a16="http://schemas.microsoft.com/office/drawing/2014/main" id="{C7636AF7-3D42-4D50-BC15-F2EC22AA569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292225" y="4794250"/>
                        <a:ext cx="1944688" cy="298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图片 8">
            <a:extLst>
              <a:ext uri="{FF2B5EF4-FFF2-40B4-BE49-F238E27FC236}">
                <a16:creationId xmlns:a16="http://schemas.microsoft.com/office/drawing/2014/main" id="{6FA20A2B-1241-49E1-BD64-E73C655C060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24128" y="4140706"/>
            <a:ext cx="2772712" cy="1650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52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第九章作业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207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0BDD10E-6571-4689-A4C4-CC3A7026B6DD}"/>
              </a:ext>
            </a:extLst>
          </p:cNvPr>
          <p:cNvSpPr txBox="1"/>
          <p:nvPr/>
        </p:nvSpPr>
        <p:spPr>
          <a:xfrm>
            <a:off x="-36512" y="2060848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）换向阀下位，先导溢流阀控制口堵住。</a:t>
            </a:r>
          </a:p>
        </p:txBody>
      </p:sp>
      <p:graphicFrame>
        <p:nvGraphicFramePr>
          <p:cNvPr id="23" name="对象 22">
            <a:extLst>
              <a:ext uri="{FF2B5EF4-FFF2-40B4-BE49-F238E27FC236}">
                <a16:creationId xmlns:a16="http://schemas.microsoft.com/office/drawing/2014/main" id="{61154EB4-2DF4-4233-8376-3AE05B23DF2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30683912"/>
              </p:ext>
            </p:extLst>
          </p:nvPr>
        </p:nvGraphicFramePr>
        <p:xfrm>
          <a:off x="1460500" y="2536587"/>
          <a:ext cx="1606550" cy="341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1223" name="Equation" r:id="rId4" imgW="965160" imgH="203040" progId="Equation.DSMT4">
                  <p:embed/>
                </p:oleObj>
              </mc:Choice>
              <mc:Fallback>
                <p:oleObj name="Equation" r:id="rId4" imgW="965160" imgH="203040" progId="Equation.DSMT4">
                  <p:embed/>
                  <p:pic>
                    <p:nvPicPr>
                      <p:cNvPr id="23" name="对象 22">
                        <a:extLst>
                          <a:ext uri="{FF2B5EF4-FFF2-40B4-BE49-F238E27FC236}">
                            <a16:creationId xmlns:a16="http://schemas.microsoft.com/office/drawing/2014/main" id="{61154EB4-2DF4-4233-8376-3AE05B23DF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460500" y="2536587"/>
                        <a:ext cx="1606550" cy="3413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7C1D4AA8-CA1D-478C-919D-D4DD326E37B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1240145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E02D7C4C-D27E-4CDA-80B5-CEFA691182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47757" y="1932841"/>
            <a:ext cx="3096243" cy="2306701"/>
          </a:xfrm>
          <a:prstGeom prst="rect">
            <a:avLst/>
          </a:prstGeom>
        </p:spPr>
      </p:pic>
      <p:graphicFrame>
        <p:nvGraphicFramePr>
          <p:cNvPr id="10" name="对象 9">
            <a:extLst>
              <a:ext uri="{FF2B5EF4-FFF2-40B4-BE49-F238E27FC236}">
                <a16:creationId xmlns:a16="http://schemas.microsoft.com/office/drawing/2014/main" id="{5552FBCE-39DC-4F7A-9B4D-654827BA7D3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17496154"/>
              </p:ext>
            </p:extLst>
          </p:nvPr>
        </p:nvGraphicFramePr>
        <p:xfrm>
          <a:off x="1450975" y="2889707"/>
          <a:ext cx="1627188" cy="319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1224" name="Equation" r:id="rId10" imgW="977760" imgH="190440" progId="Equation.DSMT4">
                  <p:embed/>
                </p:oleObj>
              </mc:Choice>
              <mc:Fallback>
                <p:oleObj name="Equation" r:id="rId10" imgW="977760" imgH="190440" progId="Equation.DSMT4">
                  <p:embed/>
                  <p:pic>
                    <p:nvPicPr>
                      <p:cNvPr id="23" name="对象 22">
                        <a:extLst>
                          <a:ext uri="{FF2B5EF4-FFF2-40B4-BE49-F238E27FC236}">
                            <a16:creationId xmlns:a16="http://schemas.microsoft.com/office/drawing/2014/main" id="{61154EB4-2DF4-4233-8376-3AE05B23DF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450975" y="2889707"/>
                        <a:ext cx="1627188" cy="3190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>
            <a:extLst>
              <a:ext uri="{FF2B5EF4-FFF2-40B4-BE49-F238E27FC236}">
                <a16:creationId xmlns:a16="http://schemas.microsoft.com/office/drawing/2014/main" id="{8331A35E-5951-4C9F-8061-7FB6231BA06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84315635"/>
              </p:ext>
            </p:extLst>
          </p:nvPr>
        </p:nvGraphicFramePr>
        <p:xfrm>
          <a:off x="1177925" y="3688219"/>
          <a:ext cx="2260600" cy="319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1225" name="Equation" r:id="rId12" imgW="1358640" imgH="190440" progId="Equation.DSMT4">
                  <p:embed/>
                </p:oleObj>
              </mc:Choice>
              <mc:Fallback>
                <p:oleObj name="Equation" r:id="rId12" imgW="1358640" imgH="190440" progId="Equation.DSMT4">
                  <p:embed/>
                  <p:pic>
                    <p:nvPicPr>
                      <p:cNvPr id="10" name="对象 9">
                        <a:extLst>
                          <a:ext uri="{FF2B5EF4-FFF2-40B4-BE49-F238E27FC236}">
                            <a16:creationId xmlns:a16="http://schemas.microsoft.com/office/drawing/2014/main" id="{5552FBCE-39DC-4F7A-9B4D-654827BA7D3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177925" y="3688219"/>
                        <a:ext cx="2260600" cy="3190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文本框 11">
            <a:extLst>
              <a:ext uri="{FF2B5EF4-FFF2-40B4-BE49-F238E27FC236}">
                <a16:creationId xmlns:a16="http://schemas.microsoft.com/office/drawing/2014/main" id="{67BD54B2-B59C-4856-8EC8-F5D4159CFA37}"/>
              </a:ext>
            </a:extLst>
          </p:cNvPr>
          <p:cNvSpPr txBox="1"/>
          <p:nvPr/>
        </p:nvSpPr>
        <p:spPr>
          <a:xfrm>
            <a:off x="539552" y="3234997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如果换向阀泄漏量大。</a:t>
            </a:r>
          </a:p>
        </p:txBody>
      </p: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185400BB-8ED2-452F-9509-D93F1A04478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3886118"/>
              </p:ext>
            </p:extLst>
          </p:nvPr>
        </p:nvGraphicFramePr>
        <p:xfrm>
          <a:off x="1484313" y="4480803"/>
          <a:ext cx="1647825" cy="319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1226" name="Equation" r:id="rId14" imgW="990360" imgH="190440" progId="Equation.DSMT4">
                  <p:embed/>
                </p:oleObj>
              </mc:Choice>
              <mc:Fallback>
                <p:oleObj name="Equation" r:id="rId14" imgW="990360" imgH="190440" progId="Equation.DSMT4">
                  <p:embed/>
                  <p:pic>
                    <p:nvPicPr>
                      <p:cNvPr id="11" name="对象 10">
                        <a:extLst>
                          <a:ext uri="{FF2B5EF4-FFF2-40B4-BE49-F238E27FC236}">
                            <a16:creationId xmlns:a16="http://schemas.microsoft.com/office/drawing/2014/main" id="{8331A35E-5951-4C9F-8061-7FB6231BA0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484313" y="4480803"/>
                        <a:ext cx="1647825" cy="3190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文本框 13">
            <a:extLst>
              <a:ext uri="{FF2B5EF4-FFF2-40B4-BE49-F238E27FC236}">
                <a16:creationId xmlns:a16="http://schemas.microsoft.com/office/drawing/2014/main" id="{7276504E-ABBB-46A2-810F-527E0B10256F}"/>
              </a:ext>
            </a:extLst>
          </p:cNvPr>
          <p:cNvSpPr txBox="1"/>
          <p:nvPr/>
        </p:nvSpPr>
        <p:spPr>
          <a:xfrm>
            <a:off x="539552" y="4039814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如果换向阀泄漏量为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A17BF8D-055A-48AC-8685-A4BD835A3583}"/>
              </a:ext>
            </a:extLst>
          </p:cNvPr>
          <p:cNvSpPr txBox="1"/>
          <p:nvPr/>
        </p:nvSpPr>
        <p:spPr>
          <a:xfrm>
            <a:off x="-36512" y="4844631"/>
            <a:ext cx="5112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）换向阀上位，先导溢流阀控制口接溢流阀。</a:t>
            </a:r>
          </a:p>
        </p:txBody>
      </p:sp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A8D4BF49-9A4D-4058-B165-F40BBDB6121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44252849"/>
              </p:ext>
            </p:extLst>
          </p:nvPr>
        </p:nvGraphicFramePr>
        <p:xfrm>
          <a:off x="1365250" y="5300663"/>
          <a:ext cx="1797050" cy="341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1227" name="Equation" r:id="rId16" imgW="1079280" imgH="203040" progId="Equation.DSMT4">
                  <p:embed/>
                </p:oleObj>
              </mc:Choice>
              <mc:Fallback>
                <p:oleObj name="Equation" r:id="rId16" imgW="1079280" imgH="203040" progId="Equation.DSMT4">
                  <p:embed/>
                  <p:pic>
                    <p:nvPicPr>
                      <p:cNvPr id="23" name="对象 22">
                        <a:extLst>
                          <a:ext uri="{FF2B5EF4-FFF2-40B4-BE49-F238E27FC236}">
                            <a16:creationId xmlns:a16="http://schemas.microsoft.com/office/drawing/2014/main" id="{61154EB4-2DF4-4233-8376-3AE05B23DF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365250" y="5300663"/>
                        <a:ext cx="1797050" cy="3413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4A95B1D7-FCC1-4671-AFBC-60E4E500826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91482076"/>
              </p:ext>
            </p:extLst>
          </p:nvPr>
        </p:nvGraphicFramePr>
        <p:xfrm>
          <a:off x="1365250" y="5716588"/>
          <a:ext cx="1797050" cy="320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1228" name="Equation" r:id="rId18" imgW="1079280" imgH="190440" progId="Equation.DSMT4">
                  <p:embed/>
                </p:oleObj>
              </mc:Choice>
              <mc:Fallback>
                <p:oleObj name="Equation" r:id="rId18" imgW="1079280" imgH="190440" progId="Equation.DSMT4">
                  <p:embed/>
                  <p:pic>
                    <p:nvPicPr>
                      <p:cNvPr id="16" name="对象 15">
                        <a:extLst>
                          <a:ext uri="{FF2B5EF4-FFF2-40B4-BE49-F238E27FC236}">
                            <a16:creationId xmlns:a16="http://schemas.microsoft.com/office/drawing/2014/main" id="{A8D4BF49-9A4D-4058-B165-F40BBDB612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365250" y="5716588"/>
                        <a:ext cx="1797050" cy="3206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对象 17">
            <a:extLst>
              <a:ext uri="{FF2B5EF4-FFF2-40B4-BE49-F238E27FC236}">
                <a16:creationId xmlns:a16="http://schemas.microsoft.com/office/drawing/2014/main" id="{E7E4E468-9E1F-4621-B479-A7937B52933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19402882"/>
              </p:ext>
            </p:extLst>
          </p:nvPr>
        </p:nvGraphicFramePr>
        <p:xfrm>
          <a:off x="1703388" y="6064250"/>
          <a:ext cx="1120775" cy="320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1229" name="Equation" r:id="rId20" imgW="672840" imgH="190440" progId="Equation.DSMT4">
                  <p:embed/>
                </p:oleObj>
              </mc:Choice>
              <mc:Fallback>
                <p:oleObj name="Equation" r:id="rId20" imgW="672840" imgH="190440" progId="Equation.DSMT4">
                  <p:embed/>
                  <p:pic>
                    <p:nvPicPr>
                      <p:cNvPr id="17" name="对象 16">
                        <a:extLst>
                          <a:ext uri="{FF2B5EF4-FFF2-40B4-BE49-F238E27FC236}">
                            <a16:creationId xmlns:a16="http://schemas.microsoft.com/office/drawing/2014/main" id="{4A95B1D7-FCC1-4671-AFBC-60E4E50082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703388" y="6064250"/>
                        <a:ext cx="1120775" cy="3206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69404032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第九章作业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207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0BDD10E-6571-4689-A4C4-CC3A7026B6DD}"/>
              </a:ext>
            </a:extLst>
          </p:cNvPr>
          <p:cNvSpPr txBox="1"/>
          <p:nvPr/>
        </p:nvSpPr>
        <p:spPr>
          <a:xfrm>
            <a:off x="186876" y="1556792"/>
            <a:ext cx="66173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原因：电机断电后，夹紧液压缸反作用力导致液压缸回撤，压力油经过减压阀回流到液压泵。此时主轴还在旋转，造成工件飞出。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2B9AEB64-9BFD-4A37-8186-1BF038B976BF}"/>
              </a:ext>
            </a:extLst>
          </p:cNvPr>
          <p:cNvSpPr txBox="1"/>
          <p:nvPr/>
        </p:nvSpPr>
        <p:spPr>
          <a:xfrm>
            <a:off x="186876" y="2348880"/>
            <a:ext cx="6617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解决方案：在减压阀和液压缸之间设置单向阀。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27682C06-5661-49C2-90C5-CF13238840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60556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2965CAF2-DF3A-4328-B7A7-E81D6C829FC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164288" y="1298259"/>
            <a:ext cx="1979712" cy="2135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1627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第九章作业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207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A62EE04-9882-4628-ABD2-793138F266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566005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BBD082D8-1875-4D1E-9196-7C93474812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20272" y="1256295"/>
            <a:ext cx="2123728" cy="2449172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9F10456C-9AD9-4AE9-B635-732BC4CB6CE6}"/>
              </a:ext>
            </a:extLst>
          </p:cNvPr>
          <p:cNvSpPr txBox="1"/>
          <p:nvPr/>
        </p:nvSpPr>
        <p:spPr>
          <a:xfrm>
            <a:off x="186876" y="1556792"/>
            <a:ext cx="66173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原因：在中位时，泵出口接油箱，出口压力为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。因此电液换向阀的控制口压力也为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，导致阀芯不动作。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4C390FD-57B8-4778-BC01-E46EDC18B31E}"/>
              </a:ext>
            </a:extLst>
          </p:cNvPr>
          <p:cNvSpPr txBox="1"/>
          <p:nvPr/>
        </p:nvSpPr>
        <p:spPr>
          <a:xfrm>
            <a:off x="186876" y="2348880"/>
            <a:ext cx="66173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解决方案：在泵出口增加一个单向阀，开启压力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0.2~0.6MPa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可推动主阀芯（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p111</a:t>
            </a: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单向阀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2F626792-F22E-4B5D-84F6-92D8E0A4222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56710" y="3035933"/>
            <a:ext cx="1923018" cy="2207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62749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第九章作业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207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0BDD10E-6571-4689-A4C4-CC3A7026B6DD}"/>
              </a:ext>
            </a:extLst>
          </p:cNvPr>
          <p:cNvSpPr txBox="1"/>
          <p:nvPr/>
        </p:nvSpPr>
        <p:spPr>
          <a:xfrm>
            <a:off x="-36512" y="1700808"/>
            <a:ext cx="46011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顺序阀作为背压阀，设溢流阀调整压力为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</a:t>
            </a:r>
            <a:r>
              <a:rPr lang="en-US" altLang="zh-CN" baseline="-25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x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，顺序阀调整压力为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</a:t>
            </a:r>
            <a:r>
              <a:rPr lang="en-US" altLang="zh-CN" baseline="-250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y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  <p:graphicFrame>
        <p:nvGraphicFramePr>
          <p:cNvPr id="23" name="对象 22">
            <a:extLst>
              <a:ext uri="{FF2B5EF4-FFF2-40B4-BE49-F238E27FC236}">
                <a16:creationId xmlns:a16="http://schemas.microsoft.com/office/drawing/2014/main" id="{61154EB4-2DF4-4233-8376-3AE05B23DF2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12625450"/>
              </p:ext>
            </p:extLst>
          </p:nvPr>
        </p:nvGraphicFramePr>
        <p:xfrm>
          <a:off x="1112838" y="2763268"/>
          <a:ext cx="2303462" cy="341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615" name="Equation" r:id="rId4" imgW="1384200" imgH="203040" progId="Equation.DSMT4">
                  <p:embed/>
                </p:oleObj>
              </mc:Choice>
              <mc:Fallback>
                <p:oleObj name="Equation" r:id="rId4" imgW="1384200" imgH="203040" progId="Equation.DSMT4">
                  <p:embed/>
                  <p:pic>
                    <p:nvPicPr>
                      <p:cNvPr id="23" name="对象 22">
                        <a:extLst>
                          <a:ext uri="{FF2B5EF4-FFF2-40B4-BE49-F238E27FC236}">
                            <a16:creationId xmlns:a16="http://schemas.microsoft.com/office/drawing/2014/main" id="{61154EB4-2DF4-4233-8376-3AE05B23DF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12838" y="2763268"/>
                        <a:ext cx="2303462" cy="3413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文本框 32">
            <a:extLst>
              <a:ext uri="{FF2B5EF4-FFF2-40B4-BE49-F238E27FC236}">
                <a16:creationId xmlns:a16="http://schemas.microsoft.com/office/drawing/2014/main" id="{2B9AEB64-9BFD-4A37-8186-1BF038B976BF}"/>
              </a:ext>
            </a:extLst>
          </p:cNvPr>
          <p:cNvSpPr txBox="1"/>
          <p:nvPr/>
        </p:nvSpPr>
        <p:spPr>
          <a:xfrm>
            <a:off x="512634" y="3172554"/>
            <a:ext cx="5139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换向阀右位，保证缸不下落：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8AFD64D-6CAB-4487-B98C-2C92F887DA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91110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A114D32B-F0D4-4640-B5BA-24E176DA233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62510" y="1603803"/>
            <a:ext cx="2681490" cy="2801495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B5009A97-92BC-498E-A262-DDAA3E78E40E}"/>
              </a:ext>
            </a:extLst>
          </p:cNvPr>
          <p:cNvSpPr txBox="1"/>
          <p:nvPr/>
        </p:nvSpPr>
        <p:spPr>
          <a:xfrm>
            <a:off x="512635" y="2348880"/>
            <a:ext cx="38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换向阀左位，根据液压缸受力平衡：</a:t>
            </a:r>
          </a:p>
        </p:txBody>
      </p:sp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F63A81DD-E8FE-46F8-8F59-D200702702B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9122846"/>
              </p:ext>
            </p:extLst>
          </p:nvPr>
        </p:nvGraphicFramePr>
        <p:xfrm>
          <a:off x="1820863" y="3551163"/>
          <a:ext cx="887412" cy="320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616" name="Equation" r:id="rId10" imgW="533160" imgH="190440" progId="Equation.DSMT4">
                  <p:embed/>
                </p:oleObj>
              </mc:Choice>
              <mc:Fallback>
                <p:oleObj name="Equation" r:id="rId10" imgW="533160" imgH="190440" progId="Equation.DSMT4">
                  <p:embed/>
                  <p:pic>
                    <p:nvPicPr>
                      <p:cNvPr id="23" name="对象 22">
                        <a:extLst>
                          <a:ext uri="{FF2B5EF4-FFF2-40B4-BE49-F238E27FC236}">
                            <a16:creationId xmlns:a16="http://schemas.microsoft.com/office/drawing/2014/main" id="{61154EB4-2DF4-4233-8376-3AE05B23DF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820863" y="3551163"/>
                        <a:ext cx="887412" cy="3206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>
            <a:extLst>
              <a:ext uri="{FF2B5EF4-FFF2-40B4-BE49-F238E27FC236}">
                <a16:creationId xmlns:a16="http://schemas.microsoft.com/office/drawing/2014/main" id="{86A48C5D-E814-44BB-B4C6-A4D2D3283F9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705276"/>
              </p:ext>
            </p:extLst>
          </p:nvPr>
        </p:nvGraphicFramePr>
        <p:xfrm>
          <a:off x="1652588" y="3900413"/>
          <a:ext cx="1225550" cy="320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617" name="Equation" r:id="rId12" imgW="736560" imgH="190440" progId="Equation.DSMT4">
                  <p:embed/>
                </p:oleObj>
              </mc:Choice>
              <mc:Fallback>
                <p:oleObj name="Equation" r:id="rId12" imgW="736560" imgH="190440" progId="Equation.DSMT4">
                  <p:embed/>
                  <p:pic>
                    <p:nvPicPr>
                      <p:cNvPr id="9" name="对象 8">
                        <a:extLst>
                          <a:ext uri="{FF2B5EF4-FFF2-40B4-BE49-F238E27FC236}">
                            <a16:creationId xmlns:a16="http://schemas.microsoft.com/office/drawing/2014/main" id="{F63A81DD-E8FE-46F8-8F59-D200702702B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652588" y="3900413"/>
                        <a:ext cx="1225550" cy="3206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D935B1D3-CAEE-4C8F-BEC4-6B6308423CBD}"/>
              </a:ext>
            </a:extLst>
          </p:cNvPr>
          <p:cNvSpPr txBox="1"/>
          <p:nvPr/>
        </p:nvSpPr>
        <p:spPr>
          <a:xfrm>
            <a:off x="3416300" y="2749258"/>
            <a:ext cx="5157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(1)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C360E64-0DE2-4841-AA92-30E99E413EA3}"/>
              </a:ext>
            </a:extLst>
          </p:cNvPr>
          <p:cNvSpPr txBox="1"/>
          <p:nvPr/>
        </p:nvSpPr>
        <p:spPr>
          <a:xfrm>
            <a:off x="512634" y="4286963"/>
            <a:ext cx="5139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代入式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可计算得：</a:t>
            </a:r>
          </a:p>
        </p:txBody>
      </p: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E93A2A2E-D9CE-4874-AB43-A06757179D6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3378115"/>
              </p:ext>
            </p:extLst>
          </p:nvPr>
        </p:nvGraphicFramePr>
        <p:xfrm>
          <a:off x="1589088" y="4711700"/>
          <a:ext cx="1352550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618" name="Equation" r:id="rId14" imgW="812520" imgH="203040" progId="Equation.DSMT4">
                  <p:embed/>
                </p:oleObj>
              </mc:Choice>
              <mc:Fallback>
                <p:oleObj name="Equation" r:id="rId14" imgW="812520" imgH="203040" progId="Equation.DSMT4">
                  <p:embed/>
                  <p:pic>
                    <p:nvPicPr>
                      <p:cNvPr id="10" name="对象 9">
                        <a:extLst>
                          <a:ext uri="{FF2B5EF4-FFF2-40B4-BE49-F238E27FC236}">
                            <a16:creationId xmlns:a16="http://schemas.microsoft.com/office/drawing/2014/main" id="{86A48C5D-E814-44BB-B4C6-A4D2D3283F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9088" y="4711700"/>
                        <a:ext cx="1352550" cy="342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382861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第九章作业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207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0BDD10E-6571-4689-A4C4-CC3A7026B6DD}"/>
              </a:ext>
            </a:extLst>
          </p:cNvPr>
          <p:cNvSpPr txBox="1"/>
          <p:nvPr/>
        </p:nvSpPr>
        <p:spPr>
          <a:xfrm>
            <a:off x="-36512" y="2420888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电磁铁断电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时，节流阀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同时工作。</a:t>
            </a:r>
          </a:p>
        </p:txBody>
      </p:sp>
      <p:graphicFrame>
        <p:nvGraphicFramePr>
          <p:cNvPr id="23" name="对象 22">
            <a:extLst>
              <a:ext uri="{FF2B5EF4-FFF2-40B4-BE49-F238E27FC236}">
                <a16:creationId xmlns:a16="http://schemas.microsoft.com/office/drawing/2014/main" id="{61154EB4-2DF4-4233-8376-3AE05B23DF2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60822367"/>
              </p:ext>
            </p:extLst>
          </p:nvPr>
        </p:nvGraphicFramePr>
        <p:xfrm>
          <a:off x="1147763" y="3284538"/>
          <a:ext cx="3171825" cy="682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6181" name="Equation" r:id="rId4" imgW="1904760" imgH="406080" progId="Equation.DSMT4">
                  <p:embed/>
                </p:oleObj>
              </mc:Choice>
              <mc:Fallback>
                <p:oleObj name="Equation" r:id="rId4" imgW="1904760" imgH="406080" progId="Equation.DSMT4">
                  <p:embed/>
                  <p:pic>
                    <p:nvPicPr>
                      <p:cNvPr id="23" name="对象 22">
                        <a:extLst>
                          <a:ext uri="{FF2B5EF4-FFF2-40B4-BE49-F238E27FC236}">
                            <a16:creationId xmlns:a16="http://schemas.microsoft.com/office/drawing/2014/main" id="{61154EB4-2DF4-4233-8376-3AE05B23DF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47763" y="3284538"/>
                        <a:ext cx="3171825" cy="6826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文本框 32">
            <a:extLst>
              <a:ext uri="{FF2B5EF4-FFF2-40B4-BE49-F238E27FC236}">
                <a16:creationId xmlns:a16="http://schemas.microsoft.com/office/drawing/2014/main" id="{2B9AEB64-9BFD-4A37-8186-1BF038B976BF}"/>
              </a:ext>
            </a:extLst>
          </p:cNvPr>
          <p:cNvSpPr txBox="1"/>
          <p:nvPr/>
        </p:nvSpPr>
        <p:spPr>
          <a:xfrm>
            <a:off x="512635" y="3933056"/>
            <a:ext cx="38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解得：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0DD8B3E-2B48-4145-BA94-A0B9C5B963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164052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39DCF13-AA81-4523-A01C-373541FC52B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156847" y="2333221"/>
            <a:ext cx="1987153" cy="2903603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16548A9B-FF4F-42A4-BDCA-B52B7E13A577}"/>
              </a:ext>
            </a:extLst>
          </p:cNvPr>
          <p:cNvSpPr txBox="1"/>
          <p:nvPr/>
        </p:nvSpPr>
        <p:spPr>
          <a:xfrm>
            <a:off x="512634" y="2851341"/>
            <a:ext cx="485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假设溢流阀不工作，全部流量经过两个节流阀：</a:t>
            </a:r>
          </a:p>
        </p:txBody>
      </p:sp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71FA5DDF-5167-4FC3-8A34-805B33CE182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34810988"/>
              </p:ext>
            </p:extLst>
          </p:nvPr>
        </p:nvGraphicFramePr>
        <p:xfrm>
          <a:off x="907455" y="4221088"/>
          <a:ext cx="5207000" cy="74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6182" name="Equation" r:id="rId10" imgW="3124080" imgH="444240" progId="Equation.DSMT4">
                  <p:embed/>
                </p:oleObj>
              </mc:Choice>
              <mc:Fallback>
                <p:oleObj name="Equation" r:id="rId10" imgW="3124080" imgH="444240" progId="Equation.DSMT4">
                  <p:embed/>
                  <p:pic>
                    <p:nvPicPr>
                      <p:cNvPr id="23" name="对象 22">
                        <a:extLst>
                          <a:ext uri="{FF2B5EF4-FFF2-40B4-BE49-F238E27FC236}">
                            <a16:creationId xmlns:a16="http://schemas.microsoft.com/office/drawing/2014/main" id="{61154EB4-2DF4-4233-8376-3AE05B23DF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907455" y="4221088"/>
                        <a:ext cx="5207000" cy="74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B541D674-3231-4976-822E-C917925DC2A1}"/>
              </a:ext>
            </a:extLst>
          </p:cNvPr>
          <p:cNvSpPr txBox="1"/>
          <p:nvPr/>
        </p:nvSpPr>
        <p:spPr>
          <a:xfrm>
            <a:off x="512634" y="5013176"/>
            <a:ext cx="5206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所以溢流阀工作，泵出口压力为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3.6MPa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对象 10">
            <a:extLst>
              <a:ext uri="{FF2B5EF4-FFF2-40B4-BE49-F238E27FC236}">
                <a16:creationId xmlns:a16="http://schemas.microsoft.com/office/drawing/2014/main" id="{980C6823-489E-47DD-8383-872E8FE60E0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78276857"/>
              </p:ext>
            </p:extLst>
          </p:nvPr>
        </p:nvGraphicFramePr>
        <p:xfrm>
          <a:off x="1782633" y="5420971"/>
          <a:ext cx="2667000" cy="319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6183" name="Equation" r:id="rId12" imgW="1600200" imgH="190440" progId="Equation.DSMT4">
                  <p:embed/>
                </p:oleObj>
              </mc:Choice>
              <mc:Fallback>
                <p:oleObj name="Equation" r:id="rId12" imgW="1600200" imgH="190440" progId="Equation.DSMT4">
                  <p:embed/>
                  <p:pic>
                    <p:nvPicPr>
                      <p:cNvPr id="9" name="对象 8">
                        <a:extLst>
                          <a:ext uri="{FF2B5EF4-FFF2-40B4-BE49-F238E27FC236}">
                            <a16:creationId xmlns:a16="http://schemas.microsoft.com/office/drawing/2014/main" id="{71FA5DDF-5167-4FC3-8A34-805B33CE182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782633" y="5420971"/>
                        <a:ext cx="2667000" cy="3190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文本框 12">
            <a:extLst>
              <a:ext uri="{FF2B5EF4-FFF2-40B4-BE49-F238E27FC236}">
                <a16:creationId xmlns:a16="http://schemas.microsoft.com/office/drawing/2014/main" id="{1223D94B-CB69-425A-8084-2D063B8680CF}"/>
              </a:ext>
            </a:extLst>
          </p:cNvPr>
          <p:cNvSpPr txBox="1"/>
          <p:nvPr/>
        </p:nvSpPr>
        <p:spPr>
          <a:xfrm>
            <a:off x="512634" y="5805264"/>
            <a:ext cx="5206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结合（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）式，可解得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2541E24-DEB1-468F-81BA-CF4DC12C0083}"/>
              </a:ext>
            </a:extLst>
          </p:cNvPr>
          <p:cNvSpPr txBox="1"/>
          <p:nvPr/>
        </p:nvSpPr>
        <p:spPr>
          <a:xfrm>
            <a:off x="4355976" y="3429000"/>
            <a:ext cx="79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E71C8B6-079F-4C1D-9DCD-5FCD877AC948}"/>
              </a:ext>
            </a:extLst>
          </p:cNvPr>
          <p:cNvSpPr txBox="1"/>
          <p:nvPr/>
        </p:nvSpPr>
        <p:spPr>
          <a:xfrm>
            <a:off x="4355976" y="5370726"/>
            <a:ext cx="79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46ED7242-BA0E-4F9E-BC0D-6456030138B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60124372"/>
              </p:ext>
            </p:extLst>
          </p:nvPr>
        </p:nvGraphicFramePr>
        <p:xfrm>
          <a:off x="479425" y="6310313"/>
          <a:ext cx="1417638" cy="319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6184" name="Equation" r:id="rId14" imgW="850680" imgH="190440" progId="Equation.DSMT4">
                  <p:embed/>
                </p:oleObj>
              </mc:Choice>
              <mc:Fallback>
                <p:oleObj name="Equation" r:id="rId14" imgW="850680" imgH="190440" progId="Equation.DSMT4">
                  <p:embed/>
                  <p:pic>
                    <p:nvPicPr>
                      <p:cNvPr id="11" name="对象 10">
                        <a:extLst>
                          <a:ext uri="{FF2B5EF4-FFF2-40B4-BE49-F238E27FC236}">
                            <a16:creationId xmlns:a16="http://schemas.microsoft.com/office/drawing/2014/main" id="{980C6823-489E-47DD-8383-872E8FE60E0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479425" y="6310313"/>
                        <a:ext cx="1417638" cy="3190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F1951B76-958D-40E3-9C8D-1B0DF18D94D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78564923"/>
              </p:ext>
            </p:extLst>
          </p:nvPr>
        </p:nvGraphicFramePr>
        <p:xfrm>
          <a:off x="2043113" y="6310313"/>
          <a:ext cx="1460500" cy="319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6185" name="Equation" r:id="rId16" imgW="876240" imgH="190440" progId="Equation.DSMT4">
                  <p:embed/>
                </p:oleObj>
              </mc:Choice>
              <mc:Fallback>
                <p:oleObj name="Equation" r:id="rId16" imgW="876240" imgH="190440" progId="Equation.DSMT4">
                  <p:embed/>
                  <p:pic>
                    <p:nvPicPr>
                      <p:cNvPr id="16" name="对象 15">
                        <a:extLst>
                          <a:ext uri="{FF2B5EF4-FFF2-40B4-BE49-F238E27FC236}">
                            <a16:creationId xmlns:a16="http://schemas.microsoft.com/office/drawing/2014/main" id="{46ED7242-BA0E-4F9E-BC0D-6456030138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2043113" y="6310313"/>
                        <a:ext cx="1460500" cy="3190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对象 17">
            <a:extLst>
              <a:ext uri="{FF2B5EF4-FFF2-40B4-BE49-F238E27FC236}">
                <a16:creationId xmlns:a16="http://schemas.microsoft.com/office/drawing/2014/main" id="{9A19D0D3-3259-45C9-BBF6-E7BA4FF788F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486520"/>
              </p:ext>
            </p:extLst>
          </p:nvPr>
        </p:nvGraphicFramePr>
        <p:xfrm>
          <a:off x="3624263" y="6310313"/>
          <a:ext cx="1947862" cy="319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6186" name="Equation" r:id="rId18" imgW="1168200" imgH="190440" progId="Equation.DSMT4">
                  <p:embed/>
                </p:oleObj>
              </mc:Choice>
              <mc:Fallback>
                <p:oleObj name="Equation" r:id="rId18" imgW="1168200" imgH="190440" progId="Equation.DSMT4">
                  <p:embed/>
                  <p:pic>
                    <p:nvPicPr>
                      <p:cNvPr id="17" name="对象 16">
                        <a:extLst>
                          <a:ext uri="{FF2B5EF4-FFF2-40B4-BE49-F238E27FC236}">
                            <a16:creationId xmlns:a16="http://schemas.microsoft.com/office/drawing/2014/main" id="{F1951B76-958D-40E3-9C8D-1B0DF18D94D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3624263" y="6310313"/>
                        <a:ext cx="1947862" cy="3190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B66536A1-87C5-4E77-8231-FBACED46B05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58720273"/>
              </p:ext>
            </p:extLst>
          </p:nvPr>
        </p:nvGraphicFramePr>
        <p:xfrm>
          <a:off x="6378575" y="6172200"/>
          <a:ext cx="2794000" cy="595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6187" name="Equation" r:id="rId20" imgW="1676160" imgH="355320" progId="Equation.DSMT4">
                  <p:embed/>
                </p:oleObj>
              </mc:Choice>
              <mc:Fallback>
                <p:oleObj name="Equation" r:id="rId20" imgW="1676160" imgH="355320" progId="Equation.DSMT4">
                  <p:embed/>
                  <p:pic>
                    <p:nvPicPr>
                      <p:cNvPr id="18" name="对象 17">
                        <a:extLst>
                          <a:ext uri="{FF2B5EF4-FFF2-40B4-BE49-F238E27FC236}">
                            <a16:creationId xmlns:a16="http://schemas.microsoft.com/office/drawing/2014/main" id="{9A19D0D3-3259-45C9-BBF6-E7BA4FF788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6378575" y="6172200"/>
                        <a:ext cx="2794000" cy="5953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文本框 19">
            <a:extLst>
              <a:ext uri="{FF2B5EF4-FFF2-40B4-BE49-F238E27FC236}">
                <a16:creationId xmlns:a16="http://schemas.microsoft.com/office/drawing/2014/main" id="{58048AA4-BA3D-48A2-981A-508D8BF4A59B}"/>
              </a:ext>
            </a:extLst>
          </p:cNvPr>
          <p:cNvSpPr txBox="1"/>
          <p:nvPr/>
        </p:nvSpPr>
        <p:spPr>
          <a:xfrm>
            <a:off x="6423545" y="5805264"/>
            <a:ext cx="1820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活塞运动速度：</a:t>
            </a:r>
          </a:p>
        </p:txBody>
      </p:sp>
    </p:spTree>
    <p:extLst>
      <p:ext uri="{BB962C8B-B14F-4D97-AF65-F5344CB8AC3E}">
        <p14:creationId xmlns:p14="http://schemas.microsoft.com/office/powerpoint/2010/main" val="211717033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第九章作业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207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0BDD10E-6571-4689-A4C4-CC3A7026B6DD}"/>
              </a:ext>
            </a:extLst>
          </p:cNvPr>
          <p:cNvSpPr txBox="1"/>
          <p:nvPr/>
        </p:nvSpPr>
        <p:spPr>
          <a:xfrm>
            <a:off x="-36512" y="2420888"/>
            <a:ext cx="460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电磁铁通电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时，仅节流阀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工作。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0DD8B3E-2B48-4145-BA94-A0B9C5B963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92696"/>
            <a:ext cx="9144000" cy="164052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39DCF13-AA81-4523-A01C-373541FC52B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156847" y="2333221"/>
            <a:ext cx="1987153" cy="2903603"/>
          </a:xfrm>
          <a:prstGeom prst="rect">
            <a:avLst/>
          </a:prstGeom>
        </p:spPr>
      </p:pic>
      <p:graphicFrame>
        <p:nvGraphicFramePr>
          <p:cNvPr id="11" name="对象 10">
            <a:extLst>
              <a:ext uri="{FF2B5EF4-FFF2-40B4-BE49-F238E27FC236}">
                <a16:creationId xmlns:a16="http://schemas.microsoft.com/office/drawing/2014/main" id="{980C6823-489E-47DD-8383-872E8FE60E0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11303630"/>
              </p:ext>
            </p:extLst>
          </p:nvPr>
        </p:nvGraphicFramePr>
        <p:xfrm>
          <a:off x="2036763" y="2852738"/>
          <a:ext cx="2159000" cy="319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4202" name="Equation" r:id="rId8" imgW="1295280" imgH="190440" progId="Equation.DSMT4">
                  <p:embed/>
                </p:oleObj>
              </mc:Choice>
              <mc:Fallback>
                <p:oleObj name="Equation" r:id="rId8" imgW="1295280" imgH="190440" progId="Equation.DSMT4">
                  <p:embed/>
                  <p:pic>
                    <p:nvPicPr>
                      <p:cNvPr id="11" name="对象 10">
                        <a:extLst>
                          <a:ext uri="{FF2B5EF4-FFF2-40B4-BE49-F238E27FC236}">
                            <a16:creationId xmlns:a16="http://schemas.microsoft.com/office/drawing/2014/main" id="{980C6823-489E-47DD-8383-872E8FE60E0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036763" y="2852738"/>
                        <a:ext cx="2159000" cy="3190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文本框 12">
            <a:extLst>
              <a:ext uri="{FF2B5EF4-FFF2-40B4-BE49-F238E27FC236}">
                <a16:creationId xmlns:a16="http://schemas.microsoft.com/office/drawing/2014/main" id="{1223D94B-CB69-425A-8084-2D063B8680CF}"/>
              </a:ext>
            </a:extLst>
          </p:cNvPr>
          <p:cNvSpPr txBox="1"/>
          <p:nvPr/>
        </p:nvSpPr>
        <p:spPr>
          <a:xfrm>
            <a:off x="512634" y="3284984"/>
            <a:ext cx="5206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结合（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）式，可解得</a:t>
            </a:r>
          </a:p>
        </p:txBody>
      </p:sp>
      <p:graphicFrame>
        <p:nvGraphicFramePr>
          <p:cNvPr id="18" name="对象 17">
            <a:extLst>
              <a:ext uri="{FF2B5EF4-FFF2-40B4-BE49-F238E27FC236}">
                <a16:creationId xmlns:a16="http://schemas.microsoft.com/office/drawing/2014/main" id="{9A19D0D3-3259-45C9-BBF6-E7BA4FF788F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73389433"/>
              </p:ext>
            </p:extLst>
          </p:nvPr>
        </p:nvGraphicFramePr>
        <p:xfrm>
          <a:off x="2436813" y="3789363"/>
          <a:ext cx="1312862" cy="319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4203" name="Equation" r:id="rId10" imgW="787320" imgH="190440" progId="Equation.DSMT4">
                  <p:embed/>
                </p:oleObj>
              </mc:Choice>
              <mc:Fallback>
                <p:oleObj name="Equation" r:id="rId10" imgW="787320" imgH="190440" progId="Equation.DSMT4">
                  <p:embed/>
                  <p:pic>
                    <p:nvPicPr>
                      <p:cNvPr id="18" name="对象 17">
                        <a:extLst>
                          <a:ext uri="{FF2B5EF4-FFF2-40B4-BE49-F238E27FC236}">
                            <a16:creationId xmlns:a16="http://schemas.microsoft.com/office/drawing/2014/main" id="{9A19D0D3-3259-45C9-BBF6-E7BA4FF788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2436813" y="3789363"/>
                        <a:ext cx="1312862" cy="3190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B66536A1-87C5-4E77-8231-FBACED46B05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44248163"/>
              </p:ext>
            </p:extLst>
          </p:nvPr>
        </p:nvGraphicFramePr>
        <p:xfrm>
          <a:off x="1682750" y="4486275"/>
          <a:ext cx="2667000" cy="595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4204" name="Equation" r:id="rId12" imgW="1600200" imgH="355320" progId="Equation.DSMT4">
                  <p:embed/>
                </p:oleObj>
              </mc:Choice>
              <mc:Fallback>
                <p:oleObj name="Equation" r:id="rId12" imgW="1600200" imgH="35532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B66536A1-87C5-4E77-8231-FBACED46B0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682750" y="4486275"/>
                        <a:ext cx="2667000" cy="5953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文本框 19">
            <a:extLst>
              <a:ext uri="{FF2B5EF4-FFF2-40B4-BE49-F238E27FC236}">
                <a16:creationId xmlns:a16="http://schemas.microsoft.com/office/drawing/2014/main" id="{58048AA4-BA3D-48A2-981A-508D8BF4A59B}"/>
              </a:ext>
            </a:extLst>
          </p:cNvPr>
          <p:cNvSpPr txBox="1"/>
          <p:nvPr/>
        </p:nvSpPr>
        <p:spPr>
          <a:xfrm>
            <a:off x="557604" y="4118694"/>
            <a:ext cx="1820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活塞运动速度：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4B3AFEB-2AB8-4EA5-B930-BFFD39D6D0B2}"/>
              </a:ext>
            </a:extLst>
          </p:cNvPr>
          <p:cNvSpPr txBox="1"/>
          <p:nvPr/>
        </p:nvSpPr>
        <p:spPr>
          <a:xfrm>
            <a:off x="-36512" y="5135319"/>
            <a:ext cx="5976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）将两个节流阀互换，在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电磁铁断电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时，结果不变。</a:t>
            </a:r>
          </a:p>
        </p:txBody>
      </p:sp>
      <p:graphicFrame>
        <p:nvGraphicFramePr>
          <p:cNvPr id="24" name="对象 23">
            <a:extLst>
              <a:ext uri="{FF2B5EF4-FFF2-40B4-BE49-F238E27FC236}">
                <a16:creationId xmlns:a16="http://schemas.microsoft.com/office/drawing/2014/main" id="{D0AAA7F3-4C01-4CD7-9CD8-0197C62FD40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5035352"/>
              </p:ext>
            </p:extLst>
          </p:nvPr>
        </p:nvGraphicFramePr>
        <p:xfrm>
          <a:off x="557604" y="5938817"/>
          <a:ext cx="2794000" cy="595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4205" name="Equation" r:id="rId14" imgW="1676160" imgH="355320" progId="Equation.DSMT4">
                  <p:embed/>
                </p:oleObj>
              </mc:Choice>
              <mc:Fallback>
                <p:oleObj name="Equation" r:id="rId14" imgW="1676160" imgH="355320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B66536A1-87C5-4E77-8231-FBACED46B0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557604" y="5938817"/>
                        <a:ext cx="2794000" cy="5953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文本框 24">
            <a:extLst>
              <a:ext uri="{FF2B5EF4-FFF2-40B4-BE49-F238E27FC236}">
                <a16:creationId xmlns:a16="http://schemas.microsoft.com/office/drawing/2014/main" id="{468533DF-88DB-423C-A512-902B43B1322A}"/>
              </a:ext>
            </a:extLst>
          </p:cNvPr>
          <p:cNvSpPr txBox="1"/>
          <p:nvPr/>
        </p:nvSpPr>
        <p:spPr>
          <a:xfrm>
            <a:off x="602574" y="5571881"/>
            <a:ext cx="1820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活塞运动速度：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F232106-8B2D-4BBD-961F-E7119255C1C7}"/>
              </a:ext>
            </a:extLst>
          </p:cNvPr>
          <p:cNvSpPr txBox="1"/>
          <p:nvPr/>
        </p:nvSpPr>
        <p:spPr>
          <a:xfrm>
            <a:off x="5580112" y="5517232"/>
            <a:ext cx="3563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电磁铁通电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时，仅节流阀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工作。</a:t>
            </a:r>
          </a:p>
        </p:txBody>
      </p:sp>
      <p:graphicFrame>
        <p:nvGraphicFramePr>
          <p:cNvPr id="27" name="对象 26">
            <a:extLst>
              <a:ext uri="{FF2B5EF4-FFF2-40B4-BE49-F238E27FC236}">
                <a16:creationId xmlns:a16="http://schemas.microsoft.com/office/drawing/2014/main" id="{C71C846D-95A5-48BE-A1FD-A677A6B1B4C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0069641"/>
              </p:ext>
            </p:extLst>
          </p:nvPr>
        </p:nvGraphicFramePr>
        <p:xfrm>
          <a:off x="6651873" y="5886564"/>
          <a:ext cx="1312862" cy="319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4206" name="Equation" r:id="rId16" imgW="787320" imgH="190440" progId="Equation.DSMT4">
                  <p:embed/>
                </p:oleObj>
              </mc:Choice>
              <mc:Fallback>
                <p:oleObj name="Equation" r:id="rId16" imgW="787320" imgH="190440" progId="Equation.DSMT4">
                  <p:embed/>
                  <p:pic>
                    <p:nvPicPr>
                      <p:cNvPr id="18" name="对象 17">
                        <a:extLst>
                          <a:ext uri="{FF2B5EF4-FFF2-40B4-BE49-F238E27FC236}">
                            <a16:creationId xmlns:a16="http://schemas.microsoft.com/office/drawing/2014/main" id="{9A19D0D3-3259-45C9-BBF6-E7BA4FF788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6651873" y="5886564"/>
                        <a:ext cx="1312862" cy="3190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" name="对象 27">
            <a:extLst>
              <a:ext uri="{FF2B5EF4-FFF2-40B4-BE49-F238E27FC236}">
                <a16:creationId xmlns:a16="http://schemas.microsoft.com/office/drawing/2014/main" id="{26B7307A-F4C3-4F14-87F0-44BC1FAEE6A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45087409"/>
              </p:ext>
            </p:extLst>
          </p:nvPr>
        </p:nvGraphicFramePr>
        <p:xfrm>
          <a:off x="5963692" y="6226175"/>
          <a:ext cx="2689225" cy="595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4207" name="Equation" r:id="rId18" imgW="1612800" imgH="355320" progId="Equation.DSMT4">
                  <p:embed/>
                </p:oleObj>
              </mc:Choice>
              <mc:Fallback>
                <p:oleObj name="Equation" r:id="rId18" imgW="1612800" imgH="355320" progId="Equation.DSMT4">
                  <p:embed/>
                  <p:pic>
                    <p:nvPicPr>
                      <p:cNvPr id="24" name="对象 23">
                        <a:extLst>
                          <a:ext uri="{FF2B5EF4-FFF2-40B4-BE49-F238E27FC236}">
                            <a16:creationId xmlns:a16="http://schemas.microsoft.com/office/drawing/2014/main" id="{D0AAA7F3-4C01-4CD7-9CD8-0197C62FD40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5963692" y="6226175"/>
                        <a:ext cx="2689225" cy="5953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442507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656" y="20060"/>
            <a:ext cx="6476256" cy="620688"/>
          </a:xfrm>
        </p:spPr>
        <p:txBody>
          <a:bodyPr/>
          <a:lstStyle/>
          <a:p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</a:rPr>
              <a:t>第九章作业 </a:t>
            </a:r>
            <a:r>
              <a:rPr lang="en-US" altLang="zh-CN" sz="3200" dirty="0">
                <a:latin typeface="黑体" panose="02010609060101010101" pitchFamily="49" charset="-122"/>
                <a:ea typeface="黑体" panose="02010609060101010101" pitchFamily="49" charset="-122"/>
              </a:rPr>
              <a:t>page 207</a:t>
            </a:r>
            <a:endParaRPr lang="en-US" sz="3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0BDD10E-6571-4689-A4C4-CC3A7026B6DD}"/>
              </a:ext>
            </a:extLst>
          </p:cNvPr>
          <p:cNvSpPr txBox="1"/>
          <p:nvPr/>
        </p:nvSpPr>
        <p:spPr>
          <a:xfrm>
            <a:off x="-36512" y="2060848"/>
            <a:ext cx="5256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）两液压缸并联，设顺序阀调定压力为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</a:t>
            </a:r>
            <a:r>
              <a:rPr lang="en-US" altLang="zh-CN" baseline="-25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x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，溢流阀为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</a:t>
            </a:r>
            <a:r>
              <a:rPr lang="en-US" altLang="zh-CN" baseline="-250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y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，两缸进行受力分析。</a:t>
            </a:r>
          </a:p>
        </p:txBody>
      </p:sp>
      <p:graphicFrame>
        <p:nvGraphicFramePr>
          <p:cNvPr id="23" name="对象 22">
            <a:extLst>
              <a:ext uri="{FF2B5EF4-FFF2-40B4-BE49-F238E27FC236}">
                <a16:creationId xmlns:a16="http://schemas.microsoft.com/office/drawing/2014/main" id="{61154EB4-2DF4-4233-8376-3AE05B23DF2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6884765"/>
              </p:ext>
            </p:extLst>
          </p:nvPr>
        </p:nvGraphicFramePr>
        <p:xfrm>
          <a:off x="828675" y="2805925"/>
          <a:ext cx="782638" cy="320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036" name="Equation" r:id="rId4" imgW="469800" imgH="190440" progId="Equation.DSMT4">
                  <p:embed/>
                </p:oleObj>
              </mc:Choice>
              <mc:Fallback>
                <p:oleObj name="Equation" r:id="rId4" imgW="469800" imgH="190440" progId="Equation.DSMT4">
                  <p:embed/>
                  <p:pic>
                    <p:nvPicPr>
                      <p:cNvPr id="23" name="对象 22">
                        <a:extLst>
                          <a:ext uri="{FF2B5EF4-FFF2-40B4-BE49-F238E27FC236}">
                            <a16:creationId xmlns:a16="http://schemas.microsoft.com/office/drawing/2014/main" id="{61154EB4-2DF4-4233-8376-3AE05B23DF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28675" y="2805925"/>
                        <a:ext cx="782638" cy="3206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文本框 32">
            <a:extLst>
              <a:ext uri="{FF2B5EF4-FFF2-40B4-BE49-F238E27FC236}">
                <a16:creationId xmlns:a16="http://schemas.microsoft.com/office/drawing/2014/main" id="{2B9AEB64-9BFD-4A37-8186-1BF038B976BF}"/>
              </a:ext>
            </a:extLst>
          </p:cNvPr>
          <p:cNvSpPr txBox="1"/>
          <p:nvPr/>
        </p:nvSpPr>
        <p:spPr>
          <a:xfrm>
            <a:off x="467544" y="3212976"/>
            <a:ext cx="38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计算得到两缸的动作压力分别为：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C6FDC50B-97C0-41F4-87EE-3AC847CDB69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500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718073"/>
            <a:ext cx="9144000" cy="127076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210C7F7-C7D1-47CA-89D2-43D5D2F3D11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9161" y="1988840"/>
            <a:ext cx="3294839" cy="2596195"/>
          </a:xfrm>
          <a:prstGeom prst="rect">
            <a:avLst/>
          </a:prstGeom>
        </p:spPr>
      </p:pic>
      <p:graphicFrame>
        <p:nvGraphicFramePr>
          <p:cNvPr id="8" name="对象 7">
            <a:extLst>
              <a:ext uri="{FF2B5EF4-FFF2-40B4-BE49-F238E27FC236}">
                <a16:creationId xmlns:a16="http://schemas.microsoft.com/office/drawing/2014/main" id="{3E8DA760-433D-49CF-AE67-66266B41CEF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3650049"/>
              </p:ext>
            </p:extLst>
          </p:nvPr>
        </p:nvGraphicFramePr>
        <p:xfrm>
          <a:off x="2389982" y="2806700"/>
          <a:ext cx="823912" cy="320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037" name="Equation" r:id="rId10" imgW="495000" imgH="190440" progId="Equation.DSMT4">
                  <p:embed/>
                </p:oleObj>
              </mc:Choice>
              <mc:Fallback>
                <p:oleObj name="Equation" r:id="rId10" imgW="495000" imgH="190440" progId="Equation.DSMT4">
                  <p:embed/>
                  <p:pic>
                    <p:nvPicPr>
                      <p:cNvPr id="23" name="对象 22">
                        <a:extLst>
                          <a:ext uri="{FF2B5EF4-FFF2-40B4-BE49-F238E27FC236}">
                            <a16:creationId xmlns:a16="http://schemas.microsoft.com/office/drawing/2014/main" id="{61154EB4-2DF4-4233-8376-3AE05B23DF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2389982" y="2806700"/>
                        <a:ext cx="823912" cy="3206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8043A3E9-A7B5-41B5-8AC3-FDBEC7E3F8F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4877981"/>
              </p:ext>
            </p:extLst>
          </p:nvPr>
        </p:nvGraphicFramePr>
        <p:xfrm>
          <a:off x="680244" y="3603625"/>
          <a:ext cx="1079500" cy="320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038" name="Equation" r:id="rId12" imgW="647640" imgH="190440" progId="Equation.DSMT4">
                  <p:embed/>
                </p:oleObj>
              </mc:Choice>
              <mc:Fallback>
                <p:oleObj name="Equation" r:id="rId12" imgW="647640" imgH="190440" progId="Equation.DSMT4">
                  <p:embed/>
                  <p:pic>
                    <p:nvPicPr>
                      <p:cNvPr id="23" name="对象 22">
                        <a:extLst>
                          <a:ext uri="{FF2B5EF4-FFF2-40B4-BE49-F238E27FC236}">
                            <a16:creationId xmlns:a16="http://schemas.microsoft.com/office/drawing/2014/main" id="{61154EB4-2DF4-4233-8376-3AE05B23DF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680244" y="3603625"/>
                        <a:ext cx="1079500" cy="3206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>
            <a:extLst>
              <a:ext uri="{FF2B5EF4-FFF2-40B4-BE49-F238E27FC236}">
                <a16:creationId xmlns:a16="http://schemas.microsoft.com/office/drawing/2014/main" id="{0F67648F-F11F-434D-BE09-531C660DDEA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937646"/>
              </p:ext>
            </p:extLst>
          </p:nvPr>
        </p:nvGraphicFramePr>
        <p:xfrm>
          <a:off x="2389982" y="3602038"/>
          <a:ext cx="1096963" cy="320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039" name="Equation" r:id="rId14" imgW="660240" imgH="190440" progId="Equation.DSMT4">
                  <p:embed/>
                </p:oleObj>
              </mc:Choice>
              <mc:Fallback>
                <p:oleObj name="Equation" r:id="rId14" imgW="660240" imgH="190440" progId="Equation.DSMT4">
                  <p:embed/>
                  <p:pic>
                    <p:nvPicPr>
                      <p:cNvPr id="8" name="对象 7">
                        <a:extLst>
                          <a:ext uri="{FF2B5EF4-FFF2-40B4-BE49-F238E27FC236}">
                            <a16:creationId xmlns:a16="http://schemas.microsoft.com/office/drawing/2014/main" id="{3E8DA760-433D-49CF-AE67-66266B41CEF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2389982" y="3602038"/>
                        <a:ext cx="1096963" cy="3206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F1D235D1-31AD-4FEE-91A1-513CAA9B43B4}"/>
              </a:ext>
            </a:extLst>
          </p:cNvPr>
          <p:cNvSpPr txBox="1"/>
          <p:nvPr/>
        </p:nvSpPr>
        <p:spPr>
          <a:xfrm>
            <a:off x="467544" y="3942443"/>
            <a:ext cx="45365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要求缸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先运动，为了保证顺序动作可靠性，后一个动作的压力需要比前一个动作高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0.8~1MPa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p203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），因此</a:t>
            </a:r>
          </a:p>
        </p:txBody>
      </p:sp>
      <p:graphicFrame>
        <p:nvGraphicFramePr>
          <p:cNvPr id="12" name="对象 11">
            <a:extLst>
              <a:ext uri="{FF2B5EF4-FFF2-40B4-BE49-F238E27FC236}">
                <a16:creationId xmlns:a16="http://schemas.microsoft.com/office/drawing/2014/main" id="{FDE7DE56-4866-4103-B948-A12582001F4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05965874"/>
              </p:ext>
            </p:extLst>
          </p:nvPr>
        </p:nvGraphicFramePr>
        <p:xfrm>
          <a:off x="426244" y="4941888"/>
          <a:ext cx="1587500" cy="320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040" name="Equation" r:id="rId16" imgW="952200" imgH="190440" progId="Equation.DSMT4">
                  <p:embed/>
                </p:oleObj>
              </mc:Choice>
              <mc:Fallback>
                <p:oleObj name="Equation" r:id="rId16" imgW="952200" imgH="190440" progId="Equation.DSMT4">
                  <p:embed/>
                  <p:pic>
                    <p:nvPicPr>
                      <p:cNvPr id="9" name="对象 8">
                        <a:extLst>
                          <a:ext uri="{FF2B5EF4-FFF2-40B4-BE49-F238E27FC236}">
                            <a16:creationId xmlns:a16="http://schemas.microsoft.com/office/drawing/2014/main" id="{8043A3E9-A7B5-41B5-8AC3-FDBEC7E3F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426244" y="4941888"/>
                        <a:ext cx="1587500" cy="3206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99192015-0AE6-4972-9EC9-7829DFAD9BF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2343682"/>
              </p:ext>
            </p:extLst>
          </p:nvPr>
        </p:nvGraphicFramePr>
        <p:xfrm>
          <a:off x="2389982" y="4932363"/>
          <a:ext cx="1101725" cy="341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041" name="Equation" r:id="rId18" imgW="660240" imgH="203040" progId="Equation.DSMT4">
                  <p:embed/>
                </p:oleObj>
              </mc:Choice>
              <mc:Fallback>
                <p:oleObj name="Equation" r:id="rId18" imgW="660240" imgH="203040" progId="Equation.DSMT4">
                  <p:embed/>
                  <p:pic>
                    <p:nvPicPr>
                      <p:cNvPr id="12" name="对象 11">
                        <a:extLst>
                          <a:ext uri="{FF2B5EF4-FFF2-40B4-BE49-F238E27FC236}">
                            <a16:creationId xmlns:a16="http://schemas.microsoft.com/office/drawing/2014/main" id="{FDE7DE56-4866-4103-B948-A12582001F4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2389982" y="4932363"/>
                        <a:ext cx="1101725" cy="3413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文本框 13">
            <a:extLst>
              <a:ext uri="{FF2B5EF4-FFF2-40B4-BE49-F238E27FC236}">
                <a16:creationId xmlns:a16="http://schemas.microsoft.com/office/drawing/2014/main" id="{E10AC1E0-CE15-4846-99E6-21ED5D077818}"/>
              </a:ext>
            </a:extLst>
          </p:cNvPr>
          <p:cNvSpPr txBox="1"/>
          <p:nvPr/>
        </p:nvSpPr>
        <p:spPr>
          <a:xfrm>
            <a:off x="-36512" y="5349790"/>
            <a:ext cx="6984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）顺序阀出口压力由负载决定（</a:t>
            </a: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注意图中为外泄式顺序阀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）。</a:t>
            </a:r>
          </a:p>
        </p:txBody>
      </p:sp>
      <p:graphicFrame>
        <p:nvGraphicFramePr>
          <p:cNvPr id="15" name="对象 14">
            <a:extLst>
              <a:ext uri="{FF2B5EF4-FFF2-40B4-BE49-F238E27FC236}">
                <a16:creationId xmlns:a16="http://schemas.microsoft.com/office/drawing/2014/main" id="{3A35E5E1-0D8E-4F4A-9AAC-7FE90A59C8F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5123510"/>
              </p:ext>
            </p:extLst>
          </p:nvPr>
        </p:nvGraphicFramePr>
        <p:xfrm>
          <a:off x="415925" y="5884863"/>
          <a:ext cx="1608138" cy="320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042" name="Equation" r:id="rId20" imgW="965160" imgH="190440" progId="Equation.DSMT4">
                  <p:embed/>
                </p:oleObj>
              </mc:Choice>
              <mc:Fallback>
                <p:oleObj name="Equation" r:id="rId20" imgW="965160" imgH="190440" progId="Equation.DSMT4">
                  <p:embed/>
                  <p:pic>
                    <p:nvPicPr>
                      <p:cNvPr id="12" name="对象 11">
                        <a:extLst>
                          <a:ext uri="{FF2B5EF4-FFF2-40B4-BE49-F238E27FC236}">
                            <a16:creationId xmlns:a16="http://schemas.microsoft.com/office/drawing/2014/main" id="{FDE7DE56-4866-4103-B948-A12582001F4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415925" y="5884863"/>
                        <a:ext cx="1608138" cy="3206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322C9470-73CF-479D-B804-85AF021FBE4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24663298"/>
              </p:ext>
            </p:extLst>
          </p:nvPr>
        </p:nvGraphicFramePr>
        <p:xfrm>
          <a:off x="2389982" y="5884863"/>
          <a:ext cx="1589087" cy="319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043" name="Equation" r:id="rId22" imgW="952200" imgH="190440" progId="Equation.DSMT4">
                  <p:embed/>
                </p:oleObj>
              </mc:Choice>
              <mc:Fallback>
                <p:oleObj name="Equation" r:id="rId22" imgW="952200" imgH="190440" progId="Equation.DSMT4">
                  <p:embed/>
                  <p:pic>
                    <p:nvPicPr>
                      <p:cNvPr id="13" name="对象 12">
                        <a:extLst>
                          <a:ext uri="{FF2B5EF4-FFF2-40B4-BE49-F238E27FC236}">
                            <a16:creationId xmlns:a16="http://schemas.microsoft.com/office/drawing/2014/main" id="{99192015-0AE6-4972-9EC9-7829DFAD9BF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2389982" y="5884863"/>
                        <a:ext cx="1589087" cy="3190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8104472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defaul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">
      <a:majorFont>
        <a:latin typeface="Times New Roman"/>
        <a:ea typeface="宋体"/>
        <a:cs typeface=""/>
      </a:majorFont>
      <a:minorFont>
        <a:latin typeface="Times New Roman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2">
        <a:dk1>
          <a:srgbClr val="EAEAEA"/>
        </a:dk1>
        <a:lt1>
          <a:srgbClr val="FFFFFF"/>
        </a:lt1>
        <a:dk2>
          <a:srgbClr val="000000"/>
        </a:dk2>
        <a:lt2>
          <a:srgbClr val="FFFFFF"/>
        </a:lt2>
        <a:accent1>
          <a:srgbClr val="00CC99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0000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3">
        <a:dk1>
          <a:srgbClr val="EAEAEA"/>
        </a:dk1>
        <a:lt1>
          <a:srgbClr val="FFFFFF"/>
        </a:lt1>
        <a:dk2>
          <a:srgbClr val="CC0000"/>
        </a:dk2>
        <a:lt2>
          <a:srgbClr val="FFFFFF"/>
        </a:lt2>
        <a:accent1>
          <a:srgbClr val="FFFF66"/>
        </a:accent1>
        <a:accent2>
          <a:srgbClr val="3333CC"/>
        </a:accent2>
        <a:accent3>
          <a:srgbClr val="E2AAAA"/>
        </a:accent3>
        <a:accent4>
          <a:srgbClr val="DADADA"/>
        </a:accent4>
        <a:accent5>
          <a:srgbClr val="FFFFB8"/>
        </a:accent5>
        <a:accent6>
          <a:srgbClr val="2D2DB9"/>
        </a:accent6>
        <a:hlink>
          <a:srgbClr val="CCCCFF"/>
        </a:hlink>
        <a:folHlink>
          <a:srgbClr val="0000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4">
        <a:dk1>
          <a:srgbClr val="FF0000"/>
        </a:dk1>
        <a:lt1>
          <a:srgbClr val="FFFFCC"/>
        </a:lt1>
        <a:dk2>
          <a:srgbClr val="FF3300"/>
        </a:dk2>
        <a:lt2>
          <a:srgbClr val="008000"/>
        </a:lt2>
        <a:accent1>
          <a:srgbClr val="33CC33"/>
        </a:accent1>
        <a:accent2>
          <a:srgbClr val="3333CC"/>
        </a:accent2>
        <a:accent3>
          <a:srgbClr val="FFFFE2"/>
        </a:accent3>
        <a:accent4>
          <a:srgbClr val="DA0000"/>
        </a:accent4>
        <a:accent5>
          <a:srgbClr val="ADE2AD"/>
        </a:accent5>
        <a:accent6>
          <a:srgbClr val="2D2DB9"/>
        </a:accent6>
        <a:hlink>
          <a:srgbClr val="CCCCFF"/>
        </a:hlink>
        <a:folHlink>
          <a:srgbClr val="00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5">
        <a:dk1>
          <a:srgbClr val="006600"/>
        </a:dk1>
        <a:lt1>
          <a:srgbClr val="FFFFFF"/>
        </a:lt1>
        <a:dk2>
          <a:srgbClr val="006600"/>
        </a:dk2>
        <a:lt2>
          <a:srgbClr val="663300"/>
        </a:lt2>
        <a:accent1>
          <a:srgbClr val="996633"/>
        </a:accent1>
        <a:accent2>
          <a:srgbClr val="3333CC"/>
        </a:accent2>
        <a:accent3>
          <a:srgbClr val="FFFFFF"/>
        </a:accent3>
        <a:accent4>
          <a:srgbClr val="005600"/>
        </a:accent4>
        <a:accent5>
          <a:srgbClr val="CAB8AD"/>
        </a:accent5>
        <a:accent6>
          <a:srgbClr val="2D2DB9"/>
        </a:accent6>
        <a:hlink>
          <a:srgbClr val="CCCCFF"/>
        </a:hlink>
        <a:folHlink>
          <a:srgbClr val="0000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</Template>
  <TotalTime>7310</TotalTime>
  <Words>2628</Words>
  <Application>Microsoft Office PowerPoint</Application>
  <PresentationFormat>全屏显示(4:3)</PresentationFormat>
  <Paragraphs>384</Paragraphs>
  <Slides>49</Slides>
  <Notes>49</Notes>
  <HiddenSlides>0</HiddenSlides>
  <MMClips>0</MMClips>
  <ScaleCrop>false</ScaleCrop>
  <HeadingPairs>
    <vt:vector size="8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49</vt:i4>
      </vt:variant>
    </vt:vector>
  </HeadingPairs>
  <TitlesOfParts>
    <vt:vector size="54" baseType="lpstr">
      <vt:lpstr>黑体</vt:lpstr>
      <vt:lpstr>微软雅黑</vt:lpstr>
      <vt:lpstr>Times New Roman</vt:lpstr>
      <vt:lpstr>default</vt:lpstr>
      <vt:lpstr>Equation</vt:lpstr>
      <vt:lpstr>液压传动及控制（乙） — 习题讲解</vt:lpstr>
      <vt:lpstr>作业要点</vt:lpstr>
      <vt:lpstr>第一章作业 page 7</vt:lpstr>
      <vt:lpstr>第一章作业 page 7</vt:lpstr>
      <vt:lpstr>第一章作业 page 7</vt:lpstr>
      <vt:lpstr>第二章作业 page 20</vt:lpstr>
      <vt:lpstr>第三章作业 page 56</vt:lpstr>
      <vt:lpstr>第三章作业 page 58</vt:lpstr>
      <vt:lpstr>第四章作业 page 83</vt:lpstr>
      <vt:lpstr>第四章作业 page 83</vt:lpstr>
      <vt:lpstr>第四章作业 page 84</vt:lpstr>
      <vt:lpstr>第四章作业 page 84</vt:lpstr>
      <vt:lpstr>第四章作业 page 84</vt:lpstr>
      <vt:lpstr>第五章作业 page 101</vt:lpstr>
      <vt:lpstr>第五章作业 page 101</vt:lpstr>
      <vt:lpstr>第五章作业 page 102</vt:lpstr>
      <vt:lpstr>第五章作业 page 102</vt:lpstr>
      <vt:lpstr>第五章作业 page 102</vt:lpstr>
      <vt:lpstr>第六章作业 page 157</vt:lpstr>
      <vt:lpstr>第六章作业 page 157</vt:lpstr>
      <vt:lpstr>第六章作业 page 157</vt:lpstr>
      <vt:lpstr>第六章作业 page 158</vt:lpstr>
      <vt:lpstr>第六章作业 page 158</vt:lpstr>
      <vt:lpstr>第六章作业 page 158</vt:lpstr>
      <vt:lpstr>第六章作业 page 158</vt:lpstr>
      <vt:lpstr>第六章作业 page 158</vt:lpstr>
      <vt:lpstr>第六章作业 page 158</vt:lpstr>
      <vt:lpstr>第六章作业 page 158</vt:lpstr>
      <vt:lpstr>第六章作业 page 158</vt:lpstr>
      <vt:lpstr>第六章作业 page 160</vt:lpstr>
      <vt:lpstr>第六章作业 page 160</vt:lpstr>
      <vt:lpstr>第七章作业 page 175</vt:lpstr>
      <vt:lpstr>第七章作业 page 175</vt:lpstr>
      <vt:lpstr>第七章作业 page 175</vt:lpstr>
      <vt:lpstr>第八章作业 page 191</vt:lpstr>
      <vt:lpstr>第八章作业 page 192</vt:lpstr>
      <vt:lpstr>第八章作业 page 192</vt:lpstr>
      <vt:lpstr>第八章作业 page 192</vt:lpstr>
      <vt:lpstr>第八章作业 page 192</vt:lpstr>
      <vt:lpstr>第八章作业 page 192</vt:lpstr>
      <vt:lpstr>第八章作业 page 192</vt:lpstr>
      <vt:lpstr>第九章作业 page 207</vt:lpstr>
      <vt:lpstr>第九章作业 page 207</vt:lpstr>
      <vt:lpstr>第九章作业 page 207</vt:lpstr>
      <vt:lpstr>第九章作业 page 207</vt:lpstr>
      <vt:lpstr>第九章作业 page 207</vt:lpstr>
      <vt:lpstr>第九章作业 page 207</vt:lpstr>
      <vt:lpstr>第九章作业 page 207</vt:lpstr>
      <vt:lpstr>第九章作业 page 207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Hydraulic Transmissions for Wind Energy</dc:title>
  <dc:creator>Feng Wang</dc:creator>
  <cp:lastModifiedBy>zq p</cp:lastModifiedBy>
  <cp:revision>994</cp:revision>
  <cp:lastPrinted>1601-01-01T00:00:00Z</cp:lastPrinted>
  <dcterms:created xsi:type="dcterms:W3CDTF">2010-12-21T11:12:58Z</dcterms:created>
  <dcterms:modified xsi:type="dcterms:W3CDTF">2026-01-06T17:33:27Z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  <property fmtid="{D5CDD505-2E9C-101B-9397-08002B2CF9AE}" pid="3" name="LCID">
    <vt:i4>2052</vt:i4>
  </property>
</Properties>
</file>