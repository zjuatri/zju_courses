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9"/>
  </p:notesMasterIdLst>
  <p:sldIdLst>
    <p:sldId id="2289" r:id="rId2"/>
    <p:sldId id="2301" r:id="rId3"/>
    <p:sldId id="2297" r:id="rId4"/>
    <p:sldId id="2300" r:id="rId5"/>
    <p:sldId id="2313" r:id="rId6"/>
    <p:sldId id="2316" r:id="rId7"/>
    <p:sldId id="2315" r:id="rId8"/>
    <p:sldId id="2317" r:id="rId9"/>
    <p:sldId id="2318" r:id="rId10"/>
    <p:sldId id="2303" r:id="rId11"/>
    <p:sldId id="2319" r:id="rId12"/>
    <p:sldId id="2320" r:id="rId13"/>
    <p:sldId id="2306" r:id="rId14"/>
    <p:sldId id="2321" r:id="rId15"/>
    <p:sldId id="2312" r:id="rId16"/>
    <p:sldId id="2311" r:id="rId17"/>
    <p:sldId id="2310" r:id="rId1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CI lab示例" id="{B8C40A45-5917-40F5-827C-8004CAAE8209}">
          <p14:sldIdLst>
            <p14:sldId id="2289"/>
            <p14:sldId id="2301"/>
            <p14:sldId id="2297"/>
            <p14:sldId id="2300"/>
            <p14:sldId id="2313"/>
            <p14:sldId id="2316"/>
            <p14:sldId id="2315"/>
            <p14:sldId id="2317"/>
            <p14:sldId id="2318"/>
            <p14:sldId id="2303"/>
            <p14:sldId id="2319"/>
            <p14:sldId id="2320"/>
            <p14:sldId id="2306"/>
            <p14:sldId id="2321"/>
            <p14:sldId id="2312"/>
            <p14:sldId id="2311"/>
            <p14:sldId id="2310"/>
          </p14:sldIdLst>
        </p14:section>
        <p14:section name="人才项目示例" id="{A7D184CF-CD3E-4C97-A145-9AF7D51EE719}">
          <p14:sldIdLst/>
        </p14:section>
        <p14:section name="待处理" id="{D14FD686-86A9-4D15-BEEB-CF9DECD87C2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FBFBF"/>
    <a:srgbClr val="0D5DBC"/>
    <a:srgbClr val="0D5CBB"/>
    <a:srgbClr val="005DAC"/>
    <a:srgbClr val="0017C0"/>
    <a:srgbClr val="000000"/>
    <a:srgbClr val="0D5DBD"/>
    <a:srgbClr val="0D4F9D"/>
    <a:srgbClr val="AEC7E2"/>
    <a:srgbClr val="194DB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8D22526-821B-4400-90F3-6E8F324925B9}" v="19" dt="2025-05-17T15:30:57.606"/>
    <p1510:client id="{C09BEC0D-67A3-46BC-8FA4-6EFD95A84B91}" v="505" dt="2025-05-17T14:53:29.499"/>
  </p1510:revLst>
</p1510:revInfo>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1" autoAdjust="0"/>
    <p:restoredTop sz="94660"/>
  </p:normalViewPr>
  <p:slideViewPr>
    <p:cSldViewPr snapToGrid="0">
      <p:cViewPr varScale="1">
        <p:scale>
          <a:sx n="115" d="100"/>
          <a:sy n="115" d="100"/>
        </p:scale>
        <p:origin x="782"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樵风 李" userId="a5e72eb62bb21fbf" providerId="LiveId" clId="{98D22526-821B-4400-90F3-6E8F324925B9}"/>
    <pc:docChg chg="undo custSel addSld delSld modSld sldOrd modMainMaster addSection modSection">
      <pc:chgData name="樵风 李" userId="a5e72eb62bb21fbf" providerId="LiveId" clId="{98D22526-821B-4400-90F3-6E8F324925B9}" dt="2025-05-17T15:31:42.436" v="93" actId="47"/>
      <pc:docMkLst>
        <pc:docMk/>
      </pc:docMkLst>
      <pc:sldChg chg="del">
        <pc:chgData name="樵风 李" userId="a5e72eb62bb21fbf" providerId="LiveId" clId="{98D22526-821B-4400-90F3-6E8F324925B9}" dt="2025-05-17T15:02:07.524" v="0" actId="2696"/>
        <pc:sldMkLst>
          <pc:docMk/>
          <pc:sldMk cId="0" sldId="296"/>
        </pc:sldMkLst>
      </pc:sldChg>
      <pc:sldChg chg="del">
        <pc:chgData name="樵风 李" userId="a5e72eb62bb21fbf" providerId="LiveId" clId="{98D22526-821B-4400-90F3-6E8F324925B9}" dt="2025-05-17T15:31:42.436" v="93" actId="47"/>
        <pc:sldMkLst>
          <pc:docMk/>
          <pc:sldMk cId="0" sldId="298"/>
        </pc:sldMkLst>
      </pc:sldChg>
      <pc:sldChg chg="del">
        <pc:chgData name="樵风 李" userId="a5e72eb62bb21fbf" providerId="LiveId" clId="{98D22526-821B-4400-90F3-6E8F324925B9}" dt="2025-05-17T15:02:20.091" v="1" actId="2696"/>
        <pc:sldMkLst>
          <pc:docMk/>
          <pc:sldMk cId="0" sldId="331"/>
        </pc:sldMkLst>
      </pc:sldChg>
      <pc:sldChg chg="del">
        <pc:chgData name="樵风 李" userId="a5e72eb62bb21fbf" providerId="LiveId" clId="{98D22526-821B-4400-90F3-6E8F324925B9}" dt="2025-05-17T15:24:22.711" v="21" actId="2696"/>
        <pc:sldMkLst>
          <pc:docMk/>
          <pc:sldMk cId="3534514814" sldId="2286"/>
        </pc:sldMkLst>
      </pc:sldChg>
      <pc:sldChg chg="del">
        <pc:chgData name="樵风 李" userId="a5e72eb62bb21fbf" providerId="LiveId" clId="{98D22526-821B-4400-90F3-6E8F324925B9}" dt="2025-05-17T15:24:22.711" v="21" actId="2696"/>
        <pc:sldMkLst>
          <pc:docMk/>
          <pc:sldMk cId="3965678233" sldId="2287"/>
        </pc:sldMkLst>
      </pc:sldChg>
      <pc:sldChg chg="del">
        <pc:chgData name="樵风 李" userId="a5e72eb62bb21fbf" providerId="LiveId" clId="{98D22526-821B-4400-90F3-6E8F324925B9}" dt="2025-05-17T15:24:22.711" v="21" actId="2696"/>
        <pc:sldMkLst>
          <pc:docMk/>
          <pc:sldMk cId="2074715541" sldId="2288"/>
        </pc:sldMkLst>
      </pc:sldChg>
      <pc:sldChg chg="addSp modSp mod modClrScheme chgLayout">
        <pc:chgData name="樵风 李" userId="a5e72eb62bb21fbf" providerId="LiveId" clId="{98D22526-821B-4400-90F3-6E8F324925B9}" dt="2025-05-17T15:26:49.288" v="35" actId="2711"/>
        <pc:sldMkLst>
          <pc:docMk/>
          <pc:sldMk cId="620984855" sldId="2289"/>
        </pc:sldMkLst>
        <pc:spChg chg="add mod">
          <ac:chgData name="樵风 李" userId="a5e72eb62bb21fbf" providerId="LiveId" clId="{98D22526-821B-4400-90F3-6E8F324925B9}" dt="2025-05-17T15:21:50.693" v="12"/>
          <ac:spMkLst>
            <pc:docMk/>
            <pc:sldMk cId="620984855" sldId="2289"/>
            <ac:spMk id="3" creationId="{E2487D87-D879-CBD7-72CF-3EF330A7BDFA}"/>
          </ac:spMkLst>
        </pc:spChg>
        <pc:spChg chg="add mod">
          <ac:chgData name="樵风 李" userId="a5e72eb62bb21fbf" providerId="LiveId" clId="{98D22526-821B-4400-90F3-6E8F324925B9}" dt="2025-05-17T15:21:50.693" v="12"/>
          <ac:spMkLst>
            <pc:docMk/>
            <pc:sldMk cId="620984855" sldId="2289"/>
            <ac:spMk id="4" creationId="{B3E86AA7-E2A5-753B-562E-E0ED1ABC0E09}"/>
          </ac:spMkLst>
        </pc:spChg>
        <pc:spChg chg="mod">
          <ac:chgData name="樵风 李" userId="a5e72eb62bb21fbf" providerId="LiveId" clId="{98D22526-821B-4400-90F3-6E8F324925B9}" dt="2025-05-17T15:21:50.693" v="12"/>
          <ac:spMkLst>
            <pc:docMk/>
            <pc:sldMk cId="620984855" sldId="2289"/>
            <ac:spMk id="6" creationId="{8CA52CE3-88A2-3731-9670-6B81BB562EDF}"/>
          </ac:spMkLst>
        </pc:spChg>
        <pc:spChg chg="add mod">
          <ac:chgData name="樵风 李" userId="a5e72eb62bb21fbf" providerId="LiveId" clId="{98D22526-821B-4400-90F3-6E8F324925B9}" dt="2025-05-17T15:26:49.288" v="35" actId="2711"/>
          <ac:spMkLst>
            <pc:docMk/>
            <pc:sldMk cId="620984855" sldId="2289"/>
            <ac:spMk id="12" creationId="{DC2CE025-C52F-F33D-C8F8-12330833ADA2}"/>
          </ac:spMkLst>
        </pc:spChg>
        <pc:spChg chg="add mod">
          <ac:chgData name="樵风 李" userId="a5e72eb62bb21fbf" providerId="LiveId" clId="{98D22526-821B-4400-90F3-6E8F324925B9}" dt="2025-05-17T15:21:50.693" v="12"/>
          <ac:spMkLst>
            <pc:docMk/>
            <pc:sldMk cId="620984855" sldId="2289"/>
            <ac:spMk id="13" creationId="{74CFD120-07C5-FBB5-524C-A721D66B0418}"/>
          </ac:spMkLst>
        </pc:spChg>
        <pc:spChg chg="add mod">
          <ac:chgData name="樵风 李" userId="a5e72eb62bb21fbf" providerId="LiveId" clId="{98D22526-821B-4400-90F3-6E8F324925B9}" dt="2025-05-17T15:21:50.693" v="12"/>
          <ac:spMkLst>
            <pc:docMk/>
            <pc:sldMk cId="620984855" sldId="2289"/>
            <ac:spMk id="14" creationId="{0B690372-C4AC-8E17-3CAB-5E4391FC4269}"/>
          </ac:spMkLst>
        </pc:spChg>
        <pc:spChg chg="add mod">
          <ac:chgData name="樵风 李" userId="a5e72eb62bb21fbf" providerId="LiveId" clId="{98D22526-821B-4400-90F3-6E8F324925B9}" dt="2025-05-17T15:21:50.693" v="12"/>
          <ac:spMkLst>
            <pc:docMk/>
            <pc:sldMk cId="620984855" sldId="2289"/>
            <ac:spMk id="15" creationId="{039C7DCA-E88A-72F8-48E8-BA9330A2C59B}"/>
          </ac:spMkLst>
        </pc:spChg>
        <pc:spChg chg="add mod">
          <ac:chgData name="樵风 李" userId="a5e72eb62bb21fbf" providerId="LiveId" clId="{98D22526-821B-4400-90F3-6E8F324925B9}" dt="2025-05-17T15:21:50.693" v="12"/>
          <ac:spMkLst>
            <pc:docMk/>
            <pc:sldMk cId="620984855" sldId="2289"/>
            <ac:spMk id="16" creationId="{27DADF2D-35A3-BCA0-ECE1-78D1F58C0307}"/>
          </ac:spMkLst>
        </pc:spChg>
        <pc:spChg chg="add mod">
          <ac:chgData name="樵风 李" userId="a5e72eb62bb21fbf" providerId="LiveId" clId="{98D22526-821B-4400-90F3-6E8F324925B9}" dt="2025-05-17T15:22:14.968" v="17" actId="1076"/>
          <ac:spMkLst>
            <pc:docMk/>
            <pc:sldMk cId="620984855" sldId="2289"/>
            <ac:spMk id="17" creationId="{19900658-AB3C-62F5-08EF-963372C64393}"/>
          </ac:spMkLst>
        </pc:spChg>
        <pc:spChg chg="add mod">
          <ac:chgData name="樵风 李" userId="a5e72eb62bb21fbf" providerId="LiveId" clId="{98D22526-821B-4400-90F3-6E8F324925B9}" dt="2025-05-17T15:21:50.693" v="12"/>
          <ac:spMkLst>
            <pc:docMk/>
            <pc:sldMk cId="620984855" sldId="2289"/>
            <ac:spMk id="23" creationId="{C50B9B14-284D-3A04-8FFE-3F76C076A682}"/>
          </ac:spMkLst>
        </pc:spChg>
        <pc:picChg chg="mod">
          <ac:chgData name="樵风 李" userId="a5e72eb62bb21fbf" providerId="LiveId" clId="{98D22526-821B-4400-90F3-6E8F324925B9}" dt="2025-05-17T15:22:07.267" v="15" actId="1076"/>
          <ac:picMkLst>
            <pc:docMk/>
            <pc:sldMk cId="620984855" sldId="2289"/>
            <ac:picMk id="2" creationId="{DEA9102A-DF5F-38FC-4E45-68A96D168A96}"/>
          </ac:picMkLst>
        </pc:picChg>
      </pc:sldChg>
      <pc:sldChg chg="del">
        <pc:chgData name="樵风 李" userId="a5e72eb62bb21fbf" providerId="LiveId" clId="{98D22526-821B-4400-90F3-6E8F324925B9}" dt="2025-05-17T15:24:22.711" v="21" actId="2696"/>
        <pc:sldMkLst>
          <pc:docMk/>
          <pc:sldMk cId="17236760" sldId="2291"/>
        </pc:sldMkLst>
      </pc:sldChg>
      <pc:sldChg chg="addSp modSp new mod modClrScheme chgLayout">
        <pc:chgData name="樵风 李" userId="a5e72eb62bb21fbf" providerId="LiveId" clId="{98D22526-821B-4400-90F3-6E8F324925B9}" dt="2025-05-17T15:24:51.539" v="24"/>
        <pc:sldMkLst>
          <pc:docMk/>
          <pc:sldMk cId="1318961164" sldId="2292"/>
        </pc:sldMkLst>
        <pc:spChg chg="add mod">
          <ac:chgData name="樵风 李" userId="a5e72eb62bb21fbf" providerId="LiveId" clId="{98D22526-821B-4400-90F3-6E8F324925B9}" dt="2025-05-17T15:24:51.539" v="24"/>
          <ac:spMkLst>
            <pc:docMk/>
            <pc:sldMk cId="1318961164" sldId="2292"/>
            <ac:spMk id="3" creationId="{595C8759-B459-C6C6-62A5-BFBB280BE911}"/>
          </ac:spMkLst>
        </pc:spChg>
        <pc:spChg chg="add mod">
          <ac:chgData name="樵风 李" userId="a5e72eb62bb21fbf" providerId="LiveId" clId="{98D22526-821B-4400-90F3-6E8F324925B9}" dt="2025-05-17T15:24:51.539" v="24"/>
          <ac:spMkLst>
            <pc:docMk/>
            <pc:sldMk cId="1318961164" sldId="2292"/>
            <ac:spMk id="4" creationId="{BB102260-A591-A1EA-0A29-83EF61635CD3}"/>
          </ac:spMkLst>
        </pc:spChg>
        <pc:spChg chg="add mod">
          <ac:chgData name="樵风 李" userId="a5e72eb62bb21fbf" providerId="LiveId" clId="{98D22526-821B-4400-90F3-6E8F324925B9}" dt="2025-05-17T15:24:51.539" v="24"/>
          <ac:spMkLst>
            <pc:docMk/>
            <pc:sldMk cId="1318961164" sldId="2292"/>
            <ac:spMk id="5" creationId="{07399B50-3E24-5792-24C1-0136C64A6386}"/>
          </ac:spMkLst>
        </pc:spChg>
        <pc:spChg chg="add mod">
          <ac:chgData name="樵风 李" userId="a5e72eb62bb21fbf" providerId="LiveId" clId="{98D22526-821B-4400-90F3-6E8F324925B9}" dt="2025-05-17T15:24:51.539" v="24"/>
          <ac:spMkLst>
            <pc:docMk/>
            <pc:sldMk cId="1318961164" sldId="2292"/>
            <ac:spMk id="6" creationId="{E8E9CF30-8134-4575-E856-1329839CB89F}"/>
          </ac:spMkLst>
        </pc:spChg>
        <pc:spChg chg="add mod">
          <ac:chgData name="樵风 李" userId="a5e72eb62bb21fbf" providerId="LiveId" clId="{98D22526-821B-4400-90F3-6E8F324925B9}" dt="2025-05-17T15:24:51.539" v="24"/>
          <ac:spMkLst>
            <pc:docMk/>
            <pc:sldMk cId="1318961164" sldId="2292"/>
            <ac:spMk id="7" creationId="{113D934C-E521-B343-B1EA-4E3CC4C505B7}"/>
          </ac:spMkLst>
        </pc:spChg>
        <pc:spChg chg="add mod">
          <ac:chgData name="樵风 李" userId="a5e72eb62bb21fbf" providerId="LiveId" clId="{98D22526-821B-4400-90F3-6E8F324925B9}" dt="2025-05-17T15:24:51.539" v="24"/>
          <ac:spMkLst>
            <pc:docMk/>
            <pc:sldMk cId="1318961164" sldId="2292"/>
            <ac:spMk id="9" creationId="{0F2E9DB0-D6AB-BF10-A5A1-6DACBB1E6267}"/>
          </ac:spMkLst>
        </pc:spChg>
        <pc:spChg chg="add mod">
          <ac:chgData name="樵风 李" userId="a5e72eb62bb21fbf" providerId="LiveId" clId="{98D22526-821B-4400-90F3-6E8F324925B9}" dt="2025-05-17T15:24:51.539" v="24"/>
          <ac:spMkLst>
            <pc:docMk/>
            <pc:sldMk cId="1318961164" sldId="2292"/>
            <ac:spMk id="10" creationId="{3C40D537-535B-A54E-9F8E-A2AA7415E697}"/>
          </ac:spMkLst>
        </pc:spChg>
        <pc:spChg chg="add mod">
          <ac:chgData name="樵风 李" userId="a5e72eb62bb21fbf" providerId="LiveId" clId="{98D22526-821B-4400-90F3-6E8F324925B9}" dt="2025-05-17T15:24:51.539" v="24"/>
          <ac:spMkLst>
            <pc:docMk/>
            <pc:sldMk cId="1318961164" sldId="2292"/>
            <ac:spMk id="12" creationId="{E1E572DF-8BD4-336E-BAEA-2BCDC533D831}"/>
          </ac:spMkLst>
        </pc:spChg>
        <pc:spChg chg="add mod">
          <ac:chgData name="樵风 李" userId="a5e72eb62bb21fbf" providerId="LiveId" clId="{98D22526-821B-4400-90F3-6E8F324925B9}" dt="2025-05-17T15:24:51.539" v="24"/>
          <ac:spMkLst>
            <pc:docMk/>
            <pc:sldMk cId="1318961164" sldId="2292"/>
            <ac:spMk id="14" creationId="{168A2C27-98EA-B286-4120-D4ED523DF49B}"/>
          </ac:spMkLst>
        </pc:spChg>
        <pc:cxnChg chg="add mod">
          <ac:chgData name="樵风 李" userId="a5e72eb62bb21fbf" providerId="LiveId" clId="{98D22526-821B-4400-90F3-6E8F324925B9}" dt="2025-05-17T15:24:51.539" v="24"/>
          <ac:cxnSpMkLst>
            <pc:docMk/>
            <pc:sldMk cId="1318961164" sldId="2292"/>
            <ac:cxnSpMk id="8" creationId="{345F9CC6-D182-2E12-1615-37CFBC797471}"/>
          </ac:cxnSpMkLst>
        </pc:cxnChg>
      </pc:sldChg>
      <pc:sldChg chg="addSp modSp new mod modClrScheme chgLayout">
        <pc:chgData name="樵风 李" userId="a5e72eb62bb21fbf" providerId="LiveId" clId="{98D22526-821B-4400-90F3-6E8F324925B9}" dt="2025-05-17T15:25:07.081" v="26"/>
        <pc:sldMkLst>
          <pc:docMk/>
          <pc:sldMk cId="2447244394" sldId="2293"/>
        </pc:sldMkLst>
        <pc:spChg chg="add mod">
          <ac:chgData name="樵风 李" userId="a5e72eb62bb21fbf" providerId="LiveId" clId="{98D22526-821B-4400-90F3-6E8F324925B9}" dt="2025-05-17T15:25:07.081" v="26"/>
          <ac:spMkLst>
            <pc:docMk/>
            <pc:sldMk cId="2447244394" sldId="2293"/>
            <ac:spMk id="3" creationId="{740A591B-385D-F23C-8C2B-86E34DCDF9B9}"/>
          </ac:spMkLst>
        </pc:spChg>
        <pc:spChg chg="add mod">
          <ac:chgData name="樵风 李" userId="a5e72eb62bb21fbf" providerId="LiveId" clId="{98D22526-821B-4400-90F3-6E8F324925B9}" dt="2025-05-17T15:25:07.081" v="26"/>
          <ac:spMkLst>
            <pc:docMk/>
            <pc:sldMk cId="2447244394" sldId="2293"/>
            <ac:spMk id="4" creationId="{0ADE674F-8068-865E-C264-5529B4E96882}"/>
          </ac:spMkLst>
        </pc:spChg>
        <pc:spChg chg="add mod">
          <ac:chgData name="樵风 李" userId="a5e72eb62bb21fbf" providerId="LiveId" clId="{98D22526-821B-4400-90F3-6E8F324925B9}" dt="2025-05-17T15:25:07.081" v="26"/>
          <ac:spMkLst>
            <pc:docMk/>
            <pc:sldMk cId="2447244394" sldId="2293"/>
            <ac:spMk id="5" creationId="{66D5E3D7-0CBC-3461-2B24-CD29D873907D}"/>
          </ac:spMkLst>
        </pc:spChg>
        <pc:spChg chg="add mod">
          <ac:chgData name="樵风 李" userId="a5e72eb62bb21fbf" providerId="LiveId" clId="{98D22526-821B-4400-90F3-6E8F324925B9}" dt="2025-05-17T15:25:07.081" v="26"/>
          <ac:spMkLst>
            <pc:docMk/>
            <pc:sldMk cId="2447244394" sldId="2293"/>
            <ac:spMk id="6" creationId="{49955A36-0A99-961B-BFE0-3DB7D690A251}"/>
          </ac:spMkLst>
        </pc:spChg>
        <pc:spChg chg="add mod">
          <ac:chgData name="樵风 李" userId="a5e72eb62bb21fbf" providerId="LiveId" clId="{98D22526-821B-4400-90F3-6E8F324925B9}" dt="2025-05-17T15:25:07.081" v="26"/>
          <ac:spMkLst>
            <pc:docMk/>
            <pc:sldMk cId="2447244394" sldId="2293"/>
            <ac:spMk id="7" creationId="{333DCFE5-0B07-B835-E5E5-9FF7019DE9B1}"/>
          </ac:spMkLst>
        </pc:spChg>
        <pc:spChg chg="add mod">
          <ac:chgData name="樵风 李" userId="a5e72eb62bb21fbf" providerId="LiveId" clId="{98D22526-821B-4400-90F3-6E8F324925B9}" dt="2025-05-17T15:25:07.081" v="26"/>
          <ac:spMkLst>
            <pc:docMk/>
            <pc:sldMk cId="2447244394" sldId="2293"/>
            <ac:spMk id="9" creationId="{44F88D50-C8FF-93F0-1128-2AB48BF823CB}"/>
          </ac:spMkLst>
        </pc:spChg>
        <pc:spChg chg="add mod">
          <ac:chgData name="樵风 李" userId="a5e72eb62bb21fbf" providerId="LiveId" clId="{98D22526-821B-4400-90F3-6E8F324925B9}" dt="2025-05-17T15:25:07.081" v="26"/>
          <ac:spMkLst>
            <pc:docMk/>
            <pc:sldMk cId="2447244394" sldId="2293"/>
            <ac:spMk id="10" creationId="{9F1B5838-2CB8-5923-8CCB-241ED112F314}"/>
          </ac:spMkLst>
        </pc:spChg>
        <pc:spChg chg="add mod">
          <ac:chgData name="樵风 李" userId="a5e72eb62bb21fbf" providerId="LiveId" clId="{98D22526-821B-4400-90F3-6E8F324925B9}" dt="2025-05-17T15:25:07.081" v="26"/>
          <ac:spMkLst>
            <pc:docMk/>
            <pc:sldMk cId="2447244394" sldId="2293"/>
            <ac:spMk id="12" creationId="{DABF9285-EFBC-BD1C-6F3E-F2A8FFDE3E0B}"/>
          </ac:spMkLst>
        </pc:spChg>
        <pc:spChg chg="add mod">
          <ac:chgData name="樵风 李" userId="a5e72eb62bb21fbf" providerId="LiveId" clId="{98D22526-821B-4400-90F3-6E8F324925B9}" dt="2025-05-17T15:25:07.081" v="26"/>
          <ac:spMkLst>
            <pc:docMk/>
            <pc:sldMk cId="2447244394" sldId="2293"/>
            <ac:spMk id="14" creationId="{978016F2-802B-C43A-F443-04B596CA5603}"/>
          </ac:spMkLst>
        </pc:spChg>
        <pc:cxnChg chg="add mod">
          <ac:chgData name="樵风 李" userId="a5e72eb62bb21fbf" providerId="LiveId" clId="{98D22526-821B-4400-90F3-6E8F324925B9}" dt="2025-05-17T15:25:07.081" v="26"/>
          <ac:cxnSpMkLst>
            <pc:docMk/>
            <pc:sldMk cId="2447244394" sldId="2293"/>
            <ac:cxnSpMk id="11" creationId="{475FADD2-4C9A-CEA6-AD02-E7B38A6125BC}"/>
          </ac:cxnSpMkLst>
        </pc:cxnChg>
      </pc:sldChg>
      <pc:sldChg chg="addSp modSp new mod ord modClrScheme chgLayout">
        <pc:chgData name="樵风 李" userId="a5e72eb62bb21fbf" providerId="LiveId" clId="{98D22526-821B-4400-90F3-6E8F324925B9}" dt="2025-05-17T15:26:00.057" v="32"/>
        <pc:sldMkLst>
          <pc:docMk/>
          <pc:sldMk cId="2798391970" sldId="2294"/>
        </pc:sldMkLst>
        <pc:spChg chg="add mod">
          <ac:chgData name="樵风 李" userId="a5e72eb62bb21fbf" providerId="LiveId" clId="{98D22526-821B-4400-90F3-6E8F324925B9}" dt="2025-05-17T15:25:36.873" v="28"/>
          <ac:spMkLst>
            <pc:docMk/>
            <pc:sldMk cId="2798391970" sldId="2294"/>
            <ac:spMk id="2" creationId="{04F36DE9-E15E-B194-2442-3FE6F6969550}"/>
          </ac:spMkLst>
        </pc:spChg>
        <pc:spChg chg="add mod">
          <ac:chgData name="樵风 李" userId="a5e72eb62bb21fbf" providerId="LiveId" clId="{98D22526-821B-4400-90F3-6E8F324925B9}" dt="2025-05-17T15:25:36.873" v="28"/>
          <ac:spMkLst>
            <pc:docMk/>
            <pc:sldMk cId="2798391970" sldId="2294"/>
            <ac:spMk id="4" creationId="{BEF531E4-9975-5433-6A49-E21059D4972A}"/>
          </ac:spMkLst>
        </pc:spChg>
        <pc:spChg chg="add mod">
          <ac:chgData name="樵风 李" userId="a5e72eb62bb21fbf" providerId="LiveId" clId="{98D22526-821B-4400-90F3-6E8F324925B9}" dt="2025-05-17T15:25:36.873" v="28"/>
          <ac:spMkLst>
            <pc:docMk/>
            <pc:sldMk cId="2798391970" sldId="2294"/>
            <ac:spMk id="5" creationId="{8383F75E-26DA-1288-2254-F56DF1531BD1}"/>
          </ac:spMkLst>
        </pc:spChg>
        <pc:spChg chg="mod">
          <ac:chgData name="樵风 李" userId="a5e72eb62bb21fbf" providerId="LiveId" clId="{98D22526-821B-4400-90F3-6E8F324925B9}" dt="2025-05-17T15:25:36.873" v="28"/>
          <ac:spMkLst>
            <pc:docMk/>
            <pc:sldMk cId="2798391970" sldId="2294"/>
            <ac:spMk id="10" creationId="{92FB7D78-319A-0ED8-4E64-C38145D3965A}"/>
          </ac:spMkLst>
        </pc:spChg>
        <pc:spChg chg="mod">
          <ac:chgData name="樵风 李" userId="a5e72eb62bb21fbf" providerId="LiveId" clId="{98D22526-821B-4400-90F3-6E8F324925B9}" dt="2025-05-17T15:25:36.873" v="28"/>
          <ac:spMkLst>
            <pc:docMk/>
            <pc:sldMk cId="2798391970" sldId="2294"/>
            <ac:spMk id="11" creationId="{EC7F6A5C-F556-D3F8-CE6C-17E298560F8D}"/>
          </ac:spMkLst>
        </pc:spChg>
        <pc:grpChg chg="add mod">
          <ac:chgData name="樵风 李" userId="a5e72eb62bb21fbf" providerId="LiveId" clId="{98D22526-821B-4400-90F3-6E8F324925B9}" dt="2025-05-17T15:25:36.873" v="28"/>
          <ac:grpSpMkLst>
            <pc:docMk/>
            <pc:sldMk cId="2798391970" sldId="2294"/>
            <ac:grpSpMk id="9" creationId="{58465EAE-3C77-2C15-9AEB-3828F1D05F17}"/>
          </ac:grpSpMkLst>
        </pc:grpChg>
        <pc:picChg chg="add mod">
          <ac:chgData name="樵风 李" userId="a5e72eb62bb21fbf" providerId="LiveId" clId="{98D22526-821B-4400-90F3-6E8F324925B9}" dt="2025-05-17T15:25:36.873" v="28"/>
          <ac:picMkLst>
            <pc:docMk/>
            <pc:sldMk cId="2798391970" sldId="2294"/>
            <ac:picMk id="6" creationId="{009DAEF7-E703-0965-2EB7-E499B0AE539F}"/>
          </ac:picMkLst>
        </pc:picChg>
        <pc:picChg chg="add mod">
          <ac:chgData name="樵风 李" userId="a5e72eb62bb21fbf" providerId="LiveId" clId="{98D22526-821B-4400-90F3-6E8F324925B9}" dt="2025-05-17T15:25:36.873" v="28"/>
          <ac:picMkLst>
            <pc:docMk/>
            <pc:sldMk cId="2798391970" sldId="2294"/>
            <ac:picMk id="7" creationId="{3D32B91B-22BF-72A9-9A05-8E463330844A}"/>
          </ac:picMkLst>
        </pc:picChg>
        <pc:picChg chg="add mod">
          <ac:chgData name="樵风 李" userId="a5e72eb62bb21fbf" providerId="LiveId" clId="{98D22526-821B-4400-90F3-6E8F324925B9}" dt="2025-05-17T15:25:36.873" v="28"/>
          <ac:picMkLst>
            <pc:docMk/>
            <pc:sldMk cId="2798391970" sldId="2294"/>
            <ac:picMk id="8" creationId="{ED5ADA06-A6AE-DA4C-E43A-4B9B3EA09DC9}"/>
          </ac:picMkLst>
        </pc:picChg>
        <pc:cxnChg chg="add mod">
          <ac:chgData name="樵风 李" userId="a5e72eb62bb21fbf" providerId="LiveId" clId="{98D22526-821B-4400-90F3-6E8F324925B9}" dt="2025-05-17T15:25:36.873" v="28"/>
          <ac:cxnSpMkLst>
            <pc:docMk/>
            <pc:sldMk cId="2798391970" sldId="2294"/>
            <ac:cxnSpMk id="3" creationId="{F0F65BB1-FEC9-A5DD-6216-84FC5AA25FDA}"/>
          </ac:cxnSpMkLst>
        </pc:cxnChg>
      </pc:sldChg>
      <pc:sldChg chg="addSp modSp new">
        <pc:chgData name="樵风 李" userId="a5e72eb62bb21fbf" providerId="LiveId" clId="{98D22526-821B-4400-90F3-6E8F324925B9}" dt="2025-05-17T15:25:55.431" v="30"/>
        <pc:sldMkLst>
          <pc:docMk/>
          <pc:sldMk cId="2974484621" sldId="2295"/>
        </pc:sldMkLst>
        <pc:spChg chg="add mod">
          <ac:chgData name="樵风 李" userId="a5e72eb62bb21fbf" providerId="LiveId" clId="{98D22526-821B-4400-90F3-6E8F324925B9}" dt="2025-05-17T15:25:55.431" v="30"/>
          <ac:spMkLst>
            <pc:docMk/>
            <pc:sldMk cId="2974484621" sldId="2295"/>
            <ac:spMk id="2" creationId="{E870EFBC-7C9B-1E44-B283-DFE4E651C673}"/>
          </ac:spMkLst>
        </pc:spChg>
        <pc:spChg chg="add mod">
          <ac:chgData name="樵风 李" userId="a5e72eb62bb21fbf" providerId="LiveId" clId="{98D22526-821B-4400-90F3-6E8F324925B9}" dt="2025-05-17T15:25:55.431" v="30"/>
          <ac:spMkLst>
            <pc:docMk/>
            <pc:sldMk cId="2974484621" sldId="2295"/>
            <ac:spMk id="6" creationId="{AF721E25-7555-22D8-5886-8E7F6CE93535}"/>
          </ac:spMkLst>
        </pc:spChg>
        <pc:spChg chg="mod">
          <ac:chgData name="樵风 李" userId="a5e72eb62bb21fbf" providerId="LiveId" clId="{98D22526-821B-4400-90F3-6E8F324925B9}" dt="2025-05-17T15:25:55.431" v="30"/>
          <ac:spMkLst>
            <pc:docMk/>
            <pc:sldMk cId="2974484621" sldId="2295"/>
            <ac:spMk id="10" creationId="{86E64186-42CD-3E0B-CE25-1A466F601C8A}"/>
          </ac:spMkLst>
        </pc:spChg>
        <pc:spChg chg="mod">
          <ac:chgData name="樵风 李" userId="a5e72eb62bb21fbf" providerId="LiveId" clId="{98D22526-821B-4400-90F3-6E8F324925B9}" dt="2025-05-17T15:25:55.431" v="30"/>
          <ac:spMkLst>
            <pc:docMk/>
            <pc:sldMk cId="2974484621" sldId="2295"/>
            <ac:spMk id="11" creationId="{C100941E-2114-1A3D-FF91-1D8EB149BF96}"/>
          </ac:spMkLst>
        </pc:spChg>
        <pc:spChg chg="mod">
          <ac:chgData name="樵风 李" userId="a5e72eb62bb21fbf" providerId="LiveId" clId="{98D22526-821B-4400-90F3-6E8F324925B9}" dt="2025-05-17T15:25:55.431" v="30"/>
          <ac:spMkLst>
            <pc:docMk/>
            <pc:sldMk cId="2974484621" sldId="2295"/>
            <ac:spMk id="13" creationId="{CBF58FB3-4204-9459-6A68-2FFA76E99B8A}"/>
          </ac:spMkLst>
        </pc:spChg>
        <pc:spChg chg="mod">
          <ac:chgData name="樵风 李" userId="a5e72eb62bb21fbf" providerId="LiveId" clId="{98D22526-821B-4400-90F3-6E8F324925B9}" dt="2025-05-17T15:25:55.431" v="30"/>
          <ac:spMkLst>
            <pc:docMk/>
            <pc:sldMk cId="2974484621" sldId="2295"/>
            <ac:spMk id="14" creationId="{C5092247-81DD-F0FB-A721-24A034C41844}"/>
          </ac:spMkLst>
        </pc:spChg>
        <pc:spChg chg="mod">
          <ac:chgData name="樵风 李" userId="a5e72eb62bb21fbf" providerId="LiveId" clId="{98D22526-821B-4400-90F3-6E8F324925B9}" dt="2025-05-17T15:25:55.431" v="30"/>
          <ac:spMkLst>
            <pc:docMk/>
            <pc:sldMk cId="2974484621" sldId="2295"/>
            <ac:spMk id="16" creationId="{C7F58DBE-F295-D099-1273-EAFF15622F81}"/>
          </ac:spMkLst>
        </pc:spChg>
        <pc:spChg chg="mod">
          <ac:chgData name="樵风 李" userId="a5e72eb62bb21fbf" providerId="LiveId" clId="{98D22526-821B-4400-90F3-6E8F324925B9}" dt="2025-05-17T15:25:55.431" v="30"/>
          <ac:spMkLst>
            <pc:docMk/>
            <pc:sldMk cId="2974484621" sldId="2295"/>
            <ac:spMk id="17" creationId="{5C7F61E8-4918-D95C-B957-C64DDAFBF455}"/>
          </ac:spMkLst>
        </pc:spChg>
        <pc:spChg chg="add mod">
          <ac:chgData name="樵风 李" userId="a5e72eb62bb21fbf" providerId="LiveId" clId="{98D22526-821B-4400-90F3-6E8F324925B9}" dt="2025-05-17T15:25:55.431" v="30"/>
          <ac:spMkLst>
            <pc:docMk/>
            <pc:sldMk cId="2974484621" sldId="2295"/>
            <ac:spMk id="18" creationId="{28E3ED42-D730-A999-E589-07924472CC0B}"/>
          </ac:spMkLst>
        </pc:spChg>
        <pc:spChg chg="add mod">
          <ac:chgData name="樵风 李" userId="a5e72eb62bb21fbf" providerId="LiveId" clId="{98D22526-821B-4400-90F3-6E8F324925B9}" dt="2025-05-17T15:25:55.431" v="30"/>
          <ac:spMkLst>
            <pc:docMk/>
            <pc:sldMk cId="2974484621" sldId="2295"/>
            <ac:spMk id="20" creationId="{562416D5-55E5-D5F5-3EEB-E26579337189}"/>
          </ac:spMkLst>
        </pc:spChg>
      </pc:sldChg>
      <pc:sldChg chg="addSp delSp modSp add mod">
        <pc:chgData name="樵风 李" userId="a5e72eb62bb21fbf" providerId="LiveId" clId="{98D22526-821B-4400-90F3-6E8F324925B9}" dt="2025-05-17T15:30:57.606" v="90"/>
        <pc:sldMkLst>
          <pc:docMk/>
          <pc:sldMk cId="2892409518" sldId="2296"/>
        </pc:sldMkLst>
        <pc:spChg chg="mod">
          <ac:chgData name="樵风 李" userId="a5e72eb62bb21fbf" providerId="LiveId" clId="{98D22526-821B-4400-90F3-6E8F324925B9}" dt="2025-05-17T15:29:47.840" v="64"/>
          <ac:spMkLst>
            <pc:docMk/>
            <pc:sldMk cId="2892409518" sldId="2296"/>
            <ac:spMk id="2" creationId="{2D0D8AD3-6BDF-B7FF-2980-F45DEF130BB3}"/>
          </ac:spMkLst>
        </pc:spChg>
        <pc:spChg chg="del">
          <ac:chgData name="樵风 李" userId="a5e72eb62bb21fbf" providerId="LiveId" clId="{98D22526-821B-4400-90F3-6E8F324925B9}" dt="2025-05-17T15:30:06.870" v="65" actId="478"/>
          <ac:spMkLst>
            <pc:docMk/>
            <pc:sldMk cId="2892409518" sldId="2296"/>
            <ac:spMk id="4" creationId="{AE6ED5E6-009F-E6AB-BDDF-2BC8509EA540}"/>
          </ac:spMkLst>
        </pc:spChg>
        <pc:spChg chg="del">
          <ac:chgData name="樵风 李" userId="a5e72eb62bb21fbf" providerId="LiveId" clId="{98D22526-821B-4400-90F3-6E8F324925B9}" dt="2025-05-17T15:30:06.870" v="65" actId="478"/>
          <ac:spMkLst>
            <pc:docMk/>
            <pc:sldMk cId="2892409518" sldId="2296"/>
            <ac:spMk id="5" creationId="{3518A366-7509-C0BB-E820-D5B7581F37EE}"/>
          </ac:spMkLst>
        </pc:spChg>
        <pc:spChg chg="add mod">
          <ac:chgData name="樵风 李" userId="a5e72eb62bb21fbf" providerId="LiveId" clId="{98D22526-821B-4400-90F3-6E8F324925B9}" dt="2025-05-17T15:30:07.294" v="66"/>
          <ac:spMkLst>
            <pc:docMk/>
            <pc:sldMk cId="2892409518" sldId="2296"/>
            <ac:spMk id="12" creationId="{AF6F651F-49F5-F2AC-A7FC-AA328E51E969}"/>
          </ac:spMkLst>
        </pc:spChg>
        <pc:spChg chg="add mod">
          <ac:chgData name="樵风 李" userId="a5e72eb62bb21fbf" providerId="LiveId" clId="{98D22526-821B-4400-90F3-6E8F324925B9}" dt="2025-05-17T15:30:57.606" v="90"/>
          <ac:spMkLst>
            <pc:docMk/>
            <pc:sldMk cId="2892409518" sldId="2296"/>
            <ac:spMk id="14" creationId="{E3C2FFAF-F5F8-B5DB-52B3-2B4861D95FE9}"/>
          </ac:spMkLst>
        </pc:spChg>
        <pc:spChg chg="mod">
          <ac:chgData name="樵风 李" userId="a5e72eb62bb21fbf" providerId="LiveId" clId="{98D22526-821B-4400-90F3-6E8F324925B9}" dt="2025-05-17T15:30:07.294" v="66"/>
          <ac:spMkLst>
            <pc:docMk/>
            <pc:sldMk cId="2892409518" sldId="2296"/>
            <ac:spMk id="16" creationId="{9CA51B19-E9D2-6700-F818-1AA274278818}"/>
          </ac:spMkLst>
        </pc:spChg>
        <pc:spChg chg="mod">
          <ac:chgData name="樵风 李" userId="a5e72eb62bb21fbf" providerId="LiveId" clId="{98D22526-821B-4400-90F3-6E8F324925B9}" dt="2025-05-17T15:30:07.294" v="66"/>
          <ac:spMkLst>
            <pc:docMk/>
            <pc:sldMk cId="2892409518" sldId="2296"/>
            <ac:spMk id="17" creationId="{A4F40C7E-29DE-FA60-1A7F-A52F3F5F9A68}"/>
          </ac:spMkLst>
        </pc:spChg>
        <pc:spChg chg="mod">
          <ac:chgData name="樵风 李" userId="a5e72eb62bb21fbf" providerId="LiveId" clId="{98D22526-821B-4400-90F3-6E8F324925B9}" dt="2025-05-17T15:30:07.294" v="66"/>
          <ac:spMkLst>
            <pc:docMk/>
            <pc:sldMk cId="2892409518" sldId="2296"/>
            <ac:spMk id="20" creationId="{EFF0902D-9B9B-0B54-AD38-2EEE83B201FC}"/>
          </ac:spMkLst>
        </pc:spChg>
        <pc:spChg chg="mod">
          <ac:chgData name="樵风 李" userId="a5e72eb62bb21fbf" providerId="LiveId" clId="{98D22526-821B-4400-90F3-6E8F324925B9}" dt="2025-05-17T15:30:07.294" v="66"/>
          <ac:spMkLst>
            <pc:docMk/>
            <pc:sldMk cId="2892409518" sldId="2296"/>
            <ac:spMk id="21" creationId="{775AEE79-A596-6C52-18B2-C634246DAF91}"/>
          </ac:spMkLst>
        </pc:spChg>
        <pc:grpChg chg="del">
          <ac:chgData name="樵风 李" userId="a5e72eb62bb21fbf" providerId="LiveId" clId="{98D22526-821B-4400-90F3-6E8F324925B9}" dt="2025-05-17T15:30:06.870" v="65" actId="478"/>
          <ac:grpSpMkLst>
            <pc:docMk/>
            <pc:sldMk cId="2892409518" sldId="2296"/>
            <ac:grpSpMk id="9" creationId="{9F51EBB2-ACDF-4A76-4992-C7A0FAC4BF11}"/>
          </ac:grpSpMkLst>
        </pc:grpChg>
        <pc:grpChg chg="add mod">
          <ac:chgData name="樵风 李" userId="a5e72eb62bb21fbf" providerId="LiveId" clId="{98D22526-821B-4400-90F3-6E8F324925B9}" dt="2025-05-17T15:30:07.294" v="66"/>
          <ac:grpSpMkLst>
            <pc:docMk/>
            <pc:sldMk cId="2892409518" sldId="2296"/>
            <ac:grpSpMk id="15" creationId="{BD235F6C-2AC1-6FE7-AE15-DA16B3471EF3}"/>
          </ac:grpSpMkLst>
        </pc:grpChg>
        <pc:grpChg chg="add mod">
          <ac:chgData name="樵风 李" userId="a5e72eb62bb21fbf" providerId="LiveId" clId="{98D22526-821B-4400-90F3-6E8F324925B9}" dt="2025-05-17T15:30:07.294" v="66"/>
          <ac:grpSpMkLst>
            <pc:docMk/>
            <pc:sldMk cId="2892409518" sldId="2296"/>
            <ac:grpSpMk id="19" creationId="{F0A8BBE3-40CE-D9C4-CD84-E9AED7B4A068}"/>
          </ac:grpSpMkLst>
        </pc:grpChg>
        <pc:graphicFrameChg chg="add mod">
          <ac:chgData name="樵风 李" userId="a5e72eb62bb21fbf" providerId="LiveId" clId="{98D22526-821B-4400-90F3-6E8F324925B9}" dt="2025-05-17T15:30:07.294" v="66"/>
          <ac:graphicFrameMkLst>
            <pc:docMk/>
            <pc:sldMk cId="2892409518" sldId="2296"/>
            <ac:graphicFrameMk id="13" creationId="{C58303D6-4629-9559-E555-10EC999B5CF1}"/>
          </ac:graphicFrameMkLst>
        </pc:graphicFrameChg>
        <pc:picChg chg="del">
          <ac:chgData name="樵风 李" userId="a5e72eb62bb21fbf" providerId="LiveId" clId="{98D22526-821B-4400-90F3-6E8F324925B9}" dt="2025-05-17T15:30:06.870" v="65" actId="478"/>
          <ac:picMkLst>
            <pc:docMk/>
            <pc:sldMk cId="2892409518" sldId="2296"/>
            <ac:picMk id="6" creationId="{85E4754F-2D45-D38F-EBE4-431F5B54532B}"/>
          </ac:picMkLst>
        </pc:picChg>
        <pc:picChg chg="del">
          <ac:chgData name="樵风 李" userId="a5e72eb62bb21fbf" providerId="LiveId" clId="{98D22526-821B-4400-90F3-6E8F324925B9}" dt="2025-05-17T15:30:06.870" v="65" actId="478"/>
          <ac:picMkLst>
            <pc:docMk/>
            <pc:sldMk cId="2892409518" sldId="2296"/>
            <ac:picMk id="7" creationId="{6F4B7CF4-5998-B4C7-8628-1E68830FE617}"/>
          </ac:picMkLst>
        </pc:picChg>
        <pc:picChg chg="del">
          <ac:chgData name="樵风 李" userId="a5e72eb62bb21fbf" providerId="LiveId" clId="{98D22526-821B-4400-90F3-6E8F324925B9}" dt="2025-05-17T15:30:06.870" v="65" actId="478"/>
          <ac:picMkLst>
            <pc:docMk/>
            <pc:sldMk cId="2892409518" sldId="2296"/>
            <ac:picMk id="8" creationId="{96E4D549-4D97-C8C3-8689-0AA1D2F10840}"/>
          </ac:picMkLst>
        </pc:picChg>
        <pc:cxnChg chg="mod">
          <ac:chgData name="樵风 李" userId="a5e72eb62bb21fbf" providerId="LiveId" clId="{98D22526-821B-4400-90F3-6E8F324925B9}" dt="2025-05-17T15:30:07.294" v="66"/>
          <ac:cxnSpMkLst>
            <pc:docMk/>
            <pc:sldMk cId="2892409518" sldId="2296"/>
            <ac:cxnSpMk id="18" creationId="{19A014E6-897F-8B33-ADBF-BAD7ED678980}"/>
          </ac:cxnSpMkLst>
        </pc:cxnChg>
      </pc:sldChg>
      <pc:sldMasterChg chg="modSldLayout">
        <pc:chgData name="樵风 李" userId="a5e72eb62bb21fbf" providerId="LiveId" clId="{98D22526-821B-4400-90F3-6E8F324925B9}" dt="2025-05-17T15:25:20.591" v="27" actId="478"/>
        <pc:sldMasterMkLst>
          <pc:docMk/>
          <pc:sldMasterMk cId="0" sldId="2147483648"/>
        </pc:sldMasterMkLst>
        <pc:sldLayoutChg chg="addSp delSp modSp mod">
          <pc:chgData name="樵风 李" userId="a5e72eb62bb21fbf" providerId="LiveId" clId="{98D22526-821B-4400-90F3-6E8F324925B9}" dt="2025-05-17T15:23:17.955" v="20" actId="478"/>
          <pc:sldLayoutMkLst>
            <pc:docMk/>
            <pc:sldMasterMk cId="0" sldId="2147483648"/>
            <pc:sldLayoutMk cId="0" sldId="2147483655"/>
          </pc:sldLayoutMkLst>
          <pc:spChg chg="del">
            <ac:chgData name="樵风 李" userId="a5e72eb62bb21fbf" providerId="LiveId" clId="{98D22526-821B-4400-90F3-6E8F324925B9}" dt="2025-05-17T15:20:09.646" v="7" actId="478"/>
            <ac:spMkLst>
              <pc:docMk/>
              <pc:sldMasterMk cId="0" sldId="2147483648"/>
              <pc:sldLayoutMk cId="0" sldId="2147483655"/>
              <ac:spMk id="2" creationId="{00000000-0000-0000-0000-000000000000}"/>
            </ac:spMkLst>
          </pc:spChg>
          <pc:spChg chg="del">
            <ac:chgData name="樵风 李" userId="a5e72eb62bb21fbf" providerId="LiveId" clId="{98D22526-821B-4400-90F3-6E8F324925B9}" dt="2025-05-17T15:20:09.646" v="7" actId="478"/>
            <ac:spMkLst>
              <pc:docMk/>
              <pc:sldMasterMk cId="0" sldId="2147483648"/>
              <pc:sldLayoutMk cId="0" sldId="2147483655"/>
              <ac:spMk id="3" creationId="{00000000-0000-0000-0000-000000000000}"/>
            </ac:spMkLst>
          </pc:spChg>
          <pc:spChg chg="del">
            <ac:chgData name="樵风 李" userId="a5e72eb62bb21fbf" providerId="LiveId" clId="{98D22526-821B-4400-90F3-6E8F324925B9}" dt="2025-05-17T15:20:09.646" v="7" actId="478"/>
            <ac:spMkLst>
              <pc:docMk/>
              <pc:sldMasterMk cId="0" sldId="2147483648"/>
              <pc:sldLayoutMk cId="0" sldId="2147483655"/>
              <ac:spMk id="4" creationId="{00000000-0000-0000-0000-000000000000}"/>
            </ac:spMkLst>
          </pc:spChg>
          <pc:spChg chg="add del mod">
            <ac:chgData name="樵风 李" userId="a5e72eb62bb21fbf" providerId="LiveId" clId="{98D22526-821B-4400-90F3-6E8F324925B9}" dt="2025-05-17T15:23:17.955" v="20" actId="478"/>
            <ac:spMkLst>
              <pc:docMk/>
              <pc:sldMasterMk cId="0" sldId="2147483648"/>
              <pc:sldLayoutMk cId="0" sldId="2147483655"/>
              <ac:spMk id="5" creationId="{4E553A2E-FA36-7E24-CAC1-716928C08A2E}"/>
            </ac:spMkLst>
          </pc:spChg>
        </pc:sldLayoutChg>
        <pc:sldLayoutChg chg="addSp delSp modSp">
          <pc:chgData name="樵风 李" userId="a5e72eb62bb21fbf" providerId="LiveId" clId="{98D22526-821B-4400-90F3-6E8F324925B9}" dt="2025-05-17T15:17:35.086" v="3" actId="11529"/>
          <pc:sldLayoutMkLst>
            <pc:docMk/>
            <pc:sldMasterMk cId="0" sldId="2147483648"/>
            <pc:sldLayoutMk cId="2259470542" sldId="2147483660"/>
          </pc:sldLayoutMkLst>
          <pc:spChg chg="add del">
            <ac:chgData name="樵风 李" userId="a5e72eb62bb21fbf" providerId="LiveId" clId="{98D22526-821B-4400-90F3-6E8F324925B9}" dt="2025-05-17T15:17:35.086" v="3" actId="11529"/>
            <ac:spMkLst>
              <pc:docMk/>
              <pc:sldMasterMk cId="0" sldId="2147483648"/>
              <pc:sldLayoutMk cId="2259470542" sldId="2147483660"/>
              <ac:spMk id="2" creationId="{26DC48EE-D604-84DE-6023-78BD133DDF80}"/>
            </ac:spMkLst>
          </pc:spChg>
          <pc:spChg chg="add mod">
            <ac:chgData name="樵风 李" userId="a5e72eb62bb21fbf" providerId="LiveId" clId="{98D22526-821B-4400-90F3-6E8F324925B9}" dt="2025-05-17T15:17:24.298" v="2" actId="11529"/>
            <ac:spMkLst>
              <pc:docMk/>
              <pc:sldMasterMk cId="0" sldId="2147483648"/>
              <pc:sldLayoutMk cId="2259470542" sldId="2147483660"/>
              <ac:spMk id="3" creationId="{76BAFABE-E29A-1506-86C2-A3F3E1A249DC}"/>
            </ac:spMkLst>
          </pc:spChg>
        </pc:sldLayoutChg>
        <pc:sldLayoutChg chg="delSp mod">
          <pc:chgData name="樵风 李" userId="a5e72eb62bb21fbf" providerId="LiveId" clId="{98D22526-821B-4400-90F3-6E8F324925B9}" dt="2025-05-17T15:25:20.591" v="27" actId="478"/>
          <pc:sldLayoutMkLst>
            <pc:docMk/>
            <pc:sldMasterMk cId="0" sldId="2147483648"/>
            <pc:sldLayoutMk cId="630933874" sldId="2147483663"/>
          </pc:sldLayoutMkLst>
          <pc:spChg chg="del">
            <ac:chgData name="樵风 李" userId="a5e72eb62bb21fbf" providerId="LiveId" clId="{98D22526-821B-4400-90F3-6E8F324925B9}" dt="2025-05-17T15:25:20.591" v="27" actId="478"/>
            <ac:spMkLst>
              <pc:docMk/>
              <pc:sldMasterMk cId="0" sldId="2147483648"/>
              <pc:sldLayoutMk cId="630933874" sldId="2147483663"/>
              <ac:spMk id="5" creationId="{8377DE08-E496-73A4-0062-76713E73AE36}"/>
            </ac:spMkLst>
          </pc:spChg>
        </pc:sldLayoutChg>
        <pc:sldLayoutChg chg="addSp delSp modSp mod">
          <pc:chgData name="樵风 李" userId="a5e72eb62bb21fbf" providerId="LiveId" clId="{98D22526-821B-4400-90F3-6E8F324925B9}" dt="2025-05-17T15:20:56.516" v="9"/>
          <pc:sldLayoutMkLst>
            <pc:docMk/>
            <pc:sldMasterMk cId="0" sldId="2147483648"/>
            <pc:sldLayoutMk cId="4031800629" sldId="2147483665"/>
          </pc:sldLayoutMkLst>
          <pc:spChg chg="del">
            <ac:chgData name="樵风 李" userId="a5e72eb62bb21fbf" providerId="LiveId" clId="{98D22526-821B-4400-90F3-6E8F324925B9}" dt="2025-05-17T15:20:30.423" v="8" actId="478"/>
            <ac:spMkLst>
              <pc:docMk/>
              <pc:sldMasterMk cId="0" sldId="2147483648"/>
              <pc:sldLayoutMk cId="4031800629" sldId="2147483665"/>
              <ac:spMk id="2" creationId="{7E54A642-6CE7-B1E1-80A3-3ECB5E9830B8}"/>
            </ac:spMkLst>
          </pc:spChg>
          <pc:spChg chg="del">
            <ac:chgData name="樵风 李" userId="a5e72eb62bb21fbf" providerId="LiveId" clId="{98D22526-821B-4400-90F3-6E8F324925B9}" dt="2025-05-17T15:20:30.423" v="8" actId="478"/>
            <ac:spMkLst>
              <pc:docMk/>
              <pc:sldMasterMk cId="0" sldId="2147483648"/>
              <pc:sldLayoutMk cId="4031800629" sldId="2147483665"/>
              <ac:spMk id="3" creationId="{0C9FD26B-2A67-573A-17F9-EBA7616AA523}"/>
            </ac:spMkLst>
          </pc:spChg>
          <pc:spChg chg="del">
            <ac:chgData name="樵风 李" userId="a5e72eb62bb21fbf" providerId="LiveId" clId="{98D22526-821B-4400-90F3-6E8F324925B9}" dt="2025-05-17T15:20:30.423" v="8" actId="478"/>
            <ac:spMkLst>
              <pc:docMk/>
              <pc:sldMasterMk cId="0" sldId="2147483648"/>
              <pc:sldLayoutMk cId="4031800629" sldId="2147483665"/>
              <ac:spMk id="4" creationId="{0455224B-656C-0DE2-46FB-2372A0B79D77}"/>
            </ac:spMkLst>
          </pc:spChg>
          <pc:spChg chg="del">
            <ac:chgData name="樵风 李" userId="a5e72eb62bb21fbf" providerId="LiveId" clId="{98D22526-821B-4400-90F3-6E8F324925B9}" dt="2025-05-17T15:20:30.423" v="8" actId="478"/>
            <ac:spMkLst>
              <pc:docMk/>
              <pc:sldMasterMk cId="0" sldId="2147483648"/>
              <pc:sldLayoutMk cId="4031800629" sldId="2147483665"/>
              <ac:spMk id="5" creationId="{3B6DF4BF-45EA-FD25-96C4-75274193F974}"/>
            </ac:spMkLst>
          </pc:spChg>
          <pc:spChg chg="add mod">
            <ac:chgData name="樵风 李" userId="a5e72eb62bb21fbf" providerId="LiveId" clId="{98D22526-821B-4400-90F3-6E8F324925B9}" dt="2025-05-17T15:20:56.516" v="9"/>
            <ac:spMkLst>
              <pc:docMk/>
              <pc:sldMasterMk cId="0" sldId="2147483648"/>
              <pc:sldLayoutMk cId="4031800629" sldId="2147483665"/>
              <ac:spMk id="6" creationId="{3347072B-C551-A269-99C7-60A6C254C9F9}"/>
            </ac:spMkLst>
          </pc:spChg>
        </pc:sldLayoutChg>
      </pc:sldMasterChg>
    </pc:docChg>
  </pc:docChgLst>
  <pc:docChgLst>
    <pc:chgData name="樵风 李" userId="a5e72eb62bb21fbf" providerId="LiveId" clId="{8BA2243E-139F-4827-A6DD-F5834F948D4A}"/>
    <pc:docChg chg="modSld">
      <pc:chgData name="樵风 李" userId="a5e72eb62bb21fbf" providerId="LiveId" clId="{8BA2243E-139F-4827-A6DD-F5834F948D4A}" dt="2025-05-18T06:14:52.975" v="3" actId="255"/>
      <pc:docMkLst>
        <pc:docMk/>
      </pc:docMkLst>
      <pc:sldChg chg="modSp mod">
        <pc:chgData name="樵风 李" userId="a5e72eb62bb21fbf" providerId="LiveId" clId="{8BA2243E-139F-4827-A6DD-F5834F948D4A}" dt="2025-05-18T06:06:54.243" v="2" actId="2711"/>
        <pc:sldMkLst>
          <pc:docMk/>
          <pc:sldMk cId="1318961164" sldId="2292"/>
        </pc:sldMkLst>
        <pc:spChg chg="mod">
          <ac:chgData name="樵风 李" userId="a5e72eb62bb21fbf" providerId="LiveId" clId="{8BA2243E-139F-4827-A6DD-F5834F948D4A}" dt="2025-05-18T06:06:54.243" v="2" actId="2711"/>
          <ac:spMkLst>
            <pc:docMk/>
            <pc:sldMk cId="1318961164" sldId="2292"/>
            <ac:spMk id="5" creationId="{07399B50-3E24-5792-24C1-0136C64A6386}"/>
          </ac:spMkLst>
        </pc:spChg>
        <pc:spChg chg="mod">
          <ac:chgData name="樵风 李" userId="a5e72eb62bb21fbf" providerId="LiveId" clId="{8BA2243E-139F-4827-A6DD-F5834F948D4A}" dt="2025-05-18T06:06:54.243" v="2" actId="2711"/>
          <ac:spMkLst>
            <pc:docMk/>
            <pc:sldMk cId="1318961164" sldId="2292"/>
            <ac:spMk id="6" creationId="{E8E9CF30-8134-4575-E856-1329839CB89F}"/>
          </ac:spMkLst>
        </pc:spChg>
        <pc:spChg chg="mod">
          <ac:chgData name="樵风 李" userId="a5e72eb62bb21fbf" providerId="LiveId" clId="{8BA2243E-139F-4827-A6DD-F5834F948D4A}" dt="2025-05-18T06:06:44.067" v="1" actId="2711"/>
          <ac:spMkLst>
            <pc:docMk/>
            <pc:sldMk cId="1318961164" sldId="2292"/>
            <ac:spMk id="7" creationId="{113D934C-E521-B343-B1EA-4E3CC4C505B7}"/>
          </ac:spMkLst>
        </pc:spChg>
        <pc:spChg chg="mod">
          <ac:chgData name="樵风 李" userId="a5e72eb62bb21fbf" providerId="LiveId" clId="{8BA2243E-139F-4827-A6DD-F5834F948D4A}" dt="2025-05-18T06:06:38.491" v="0" actId="2711"/>
          <ac:spMkLst>
            <pc:docMk/>
            <pc:sldMk cId="1318961164" sldId="2292"/>
            <ac:spMk id="9" creationId="{0F2E9DB0-D6AB-BF10-A5A1-6DACBB1E6267}"/>
          </ac:spMkLst>
        </pc:spChg>
      </pc:sldChg>
      <pc:sldChg chg="modSp mod">
        <pc:chgData name="樵风 李" userId="a5e72eb62bb21fbf" providerId="LiveId" clId="{8BA2243E-139F-4827-A6DD-F5834F948D4A}" dt="2025-05-18T06:14:52.975" v="3" actId="255"/>
        <pc:sldMkLst>
          <pc:docMk/>
          <pc:sldMk cId="2974484621" sldId="2295"/>
        </pc:sldMkLst>
        <pc:spChg chg="mod">
          <ac:chgData name="樵风 李" userId="a5e72eb62bb21fbf" providerId="LiveId" clId="{8BA2243E-139F-4827-A6DD-F5834F948D4A}" dt="2025-05-18T06:14:52.975" v="3" actId="255"/>
          <ac:spMkLst>
            <pc:docMk/>
            <pc:sldMk cId="2974484621" sldId="2295"/>
            <ac:spMk id="6" creationId="{AF721E25-7555-22D8-5886-8E7F6CE93535}"/>
          </ac:spMkLst>
        </pc:spChg>
      </pc:sldChg>
    </pc:docChg>
  </pc:docChgLst>
  <pc:docChgLst>
    <pc:chgData name="樵风 李" userId="a5e72eb62bb21fbf" providerId="LiveId" clId="{C09BEC0D-67A3-46BC-8FA4-6EFD95A84B91}"/>
    <pc:docChg chg="undo custSel addSld delSld modSld sldOrd modMainMaster addSection modSection">
      <pc:chgData name="樵风 李" userId="a5e72eb62bb21fbf" providerId="LiveId" clId="{C09BEC0D-67A3-46BC-8FA4-6EFD95A84B91}" dt="2025-05-17T15:00:00.558" v="1660" actId="2696"/>
      <pc:docMkLst>
        <pc:docMk/>
      </pc:docMkLst>
      <pc:sldChg chg="delSp new mod modClrScheme chgLayout">
        <pc:chgData name="樵风 李" userId="a5e72eb62bb21fbf" providerId="LiveId" clId="{C09BEC0D-67A3-46BC-8FA4-6EFD95A84B91}" dt="2025-05-17T10:14:18.831" v="424" actId="700"/>
        <pc:sldMkLst>
          <pc:docMk/>
          <pc:sldMk cId="3965678233" sldId="2287"/>
        </pc:sldMkLst>
        <pc:spChg chg="del">
          <ac:chgData name="樵风 李" userId="a5e72eb62bb21fbf" providerId="LiveId" clId="{C09BEC0D-67A3-46BC-8FA4-6EFD95A84B91}" dt="2025-05-17T10:14:18.831" v="424" actId="700"/>
          <ac:spMkLst>
            <pc:docMk/>
            <pc:sldMk cId="3965678233" sldId="2287"/>
            <ac:spMk id="2" creationId="{3E02731F-5E4F-9600-BBD0-EA94659D981F}"/>
          </ac:spMkLst>
        </pc:spChg>
      </pc:sldChg>
      <pc:sldChg chg="new mod ord modClrScheme chgLayout">
        <pc:chgData name="樵风 李" userId="a5e72eb62bb21fbf" providerId="LiveId" clId="{C09BEC0D-67A3-46BC-8FA4-6EFD95A84B91}" dt="2025-05-17T14:59:11.861" v="1654"/>
        <pc:sldMkLst>
          <pc:docMk/>
          <pc:sldMk cId="2074715541" sldId="2288"/>
        </pc:sldMkLst>
      </pc:sldChg>
      <pc:sldChg chg="new mod modClrScheme chgLayout">
        <pc:chgData name="樵风 李" userId="a5e72eb62bb21fbf" providerId="LiveId" clId="{C09BEC0D-67A3-46BC-8FA4-6EFD95A84B91}" dt="2025-05-17T14:59:20.297" v="1656" actId="700"/>
        <pc:sldMkLst>
          <pc:docMk/>
          <pc:sldMk cId="620984855" sldId="2289"/>
        </pc:sldMkLst>
      </pc:sldChg>
      <pc:sldChg chg="new del">
        <pc:chgData name="樵风 李" userId="a5e72eb62bb21fbf" providerId="LiveId" clId="{C09BEC0D-67A3-46BC-8FA4-6EFD95A84B91}" dt="2025-05-17T15:00:00.558" v="1660" actId="2696"/>
        <pc:sldMkLst>
          <pc:docMk/>
          <pc:sldMk cId="2194072991" sldId="2290"/>
        </pc:sldMkLst>
      </pc:sldChg>
      <pc:sldChg chg="new mod modClrScheme chgLayout">
        <pc:chgData name="樵风 李" userId="a5e72eb62bb21fbf" providerId="LiveId" clId="{C09BEC0D-67A3-46BC-8FA4-6EFD95A84B91}" dt="2025-05-17T14:59:40.643" v="1659" actId="700"/>
        <pc:sldMkLst>
          <pc:docMk/>
          <pc:sldMk cId="17236760" sldId="2291"/>
        </pc:sldMkLst>
      </pc:sldChg>
      <pc:sldMasterChg chg="modSldLayout">
        <pc:chgData name="樵风 李" userId="a5e72eb62bb21fbf" providerId="LiveId" clId="{C09BEC0D-67A3-46BC-8FA4-6EFD95A84B91}" dt="2025-05-17T14:54:12.611" v="1650" actId="108"/>
        <pc:sldMasterMkLst>
          <pc:docMk/>
          <pc:sldMasterMk cId="0" sldId="2147483648"/>
        </pc:sldMasterMkLst>
        <pc:sldLayoutChg chg="addSp delSp modSp mod">
          <pc:chgData name="樵风 李" userId="a5e72eb62bb21fbf" providerId="LiveId" clId="{C09BEC0D-67A3-46BC-8FA4-6EFD95A84B91}" dt="2025-05-17T13:52:46.982" v="1404" actId="478"/>
          <pc:sldLayoutMkLst>
            <pc:docMk/>
            <pc:sldMasterMk cId="0" sldId="2147483648"/>
            <pc:sldLayoutMk cId="1550519606" sldId="2147483661"/>
          </pc:sldLayoutMkLst>
          <pc:spChg chg="del">
            <ac:chgData name="樵风 李" userId="a5e72eb62bb21fbf" providerId="LiveId" clId="{C09BEC0D-67A3-46BC-8FA4-6EFD95A84B91}" dt="2025-05-17T13:52:46.982" v="1404" actId="478"/>
            <ac:spMkLst>
              <pc:docMk/>
              <pc:sldMasterMk cId="0" sldId="2147483648"/>
              <pc:sldLayoutMk cId="1550519606" sldId="2147483661"/>
              <ac:spMk id="5" creationId="{8377DE08-E496-73A4-0062-76713E73AE36}"/>
            </ac:spMkLst>
          </pc:spChg>
          <pc:spChg chg="del mod">
            <ac:chgData name="樵风 李" userId="a5e72eb62bb21fbf" providerId="LiveId" clId="{C09BEC0D-67A3-46BC-8FA4-6EFD95A84B91}" dt="2025-05-17T13:52:46.982" v="1404" actId="478"/>
            <ac:spMkLst>
              <pc:docMk/>
              <pc:sldMasterMk cId="0" sldId="2147483648"/>
              <pc:sldLayoutMk cId="1550519606" sldId="2147483661"/>
              <ac:spMk id="80" creationId="{387DF56E-815C-BEA1-E764-F0488703837D}"/>
            </ac:spMkLst>
          </pc:spChg>
          <pc:spChg chg="del mod">
            <ac:chgData name="樵风 李" userId="a5e72eb62bb21fbf" providerId="LiveId" clId="{C09BEC0D-67A3-46BC-8FA4-6EFD95A84B91}" dt="2025-05-17T13:52:46.982" v="1404" actId="478"/>
            <ac:spMkLst>
              <pc:docMk/>
              <pc:sldMasterMk cId="0" sldId="2147483648"/>
              <pc:sldLayoutMk cId="1550519606" sldId="2147483661"/>
              <ac:spMk id="81" creationId="{326D0385-977F-671A-2BF3-5AD4D374AA24}"/>
            </ac:spMkLst>
          </pc:spChg>
          <pc:spChg chg="del mod">
            <ac:chgData name="樵风 李" userId="a5e72eb62bb21fbf" providerId="LiveId" clId="{C09BEC0D-67A3-46BC-8FA4-6EFD95A84B91}" dt="2025-05-17T13:52:46.982" v="1404" actId="478"/>
            <ac:spMkLst>
              <pc:docMk/>
              <pc:sldMasterMk cId="0" sldId="2147483648"/>
              <pc:sldLayoutMk cId="1550519606" sldId="2147483661"/>
              <ac:spMk id="82" creationId="{C00B0FFF-7BE6-4AAD-EBBB-1C5EFD6F01F1}"/>
            </ac:spMkLst>
          </pc:spChg>
          <pc:spChg chg="del mod">
            <ac:chgData name="樵风 李" userId="a5e72eb62bb21fbf" providerId="LiveId" clId="{C09BEC0D-67A3-46BC-8FA4-6EFD95A84B91}" dt="2025-05-17T13:52:46.982" v="1404" actId="478"/>
            <ac:spMkLst>
              <pc:docMk/>
              <pc:sldMasterMk cId="0" sldId="2147483648"/>
              <pc:sldLayoutMk cId="1550519606" sldId="2147483661"/>
              <ac:spMk id="89" creationId="{55B5FE79-A40F-CCD6-8C00-09AAE1B663CD}"/>
            </ac:spMkLst>
          </pc:spChg>
          <pc:spChg chg="del mod">
            <ac:chgData name="樵风 李" userId="a5e72eb62bb21fbf" providerId="LiveId" clId="{C09BEC0D-67A3-46BC-8FA4-6EFD95A84B91}" dt="2025-05-17T13:52:46.982" v="1404" actId="478"/>
            <ac:spMkLst>
              <pc:docMk/>
              <pc:sldMasterMk cId="0" sldId="2147483648"/>
              <pc:sldLayoutMk cId="1550519606" sldId="2147483661"/>
              <ac:spMk id="93" creationId="{FEEB7C99-7484-1727-CC96-1727F5B7F6A0}"/>
            </ac:spMkLst>
          </pc:spChg>
          <pc:spChg chg="del">
            <ac:chgData name="樵风 李" userId="a5e72eb62bb21fbf" providerId="LiveId" clId="{C09BEC0D-67A3-46BC-8FA4-6EFD95A84B91}" dt="2025-05-17T10:21:39.471" v="561" actId="478"/>
            <ac:spMkLst>
              <pc:docMk/>
              <pc:sldMasterMk cId="0" sldId="2147483648"/>
              <pc:sldLayoutMk cId="1550519606" sldId="2147483661"/>
              <ac:spMk id="94" creationId="{3C644200-5B87-2597-1B52-00472BA354C5}"/>
            </ac:spMkLst>
          </pc:spChg>
          <pc:spChg chg="del">
            <ac:chgData name="樵风 李" userId="a5e72eb62bb21fbf" providerId="LiveId" clId="{C09BEC0D-67A3-46BC-8FA4-6EFD95A84B91}" dt="2025-05-17T10:21:39.471" v="561" actId="478"/>
            <ac:spMkLst>
              <pc:docMk/>
              <pc:sldMasterMk cId="0" sldId="2147483648"/>
              <pc:sldLayoutMk cId="1550519606" sldId="2147483661"/>
              <ac:spMk id="95" creationId="{BE700A50-B417-2D66-D36E-9FD3C016E98F}"/>
            </ac:spMkLst>
          </pc:spChg>
          <pc:spChg chg="del">
            <ac:chgData name="樵风 李" userId="a5e72eb62bb21fbf" providerId="LiveId" clId="{C09BEC0D-67A3-46BC-8FA4-6EFD95A84B91}" dt="2025-05-17T10:21:39.471" v="561" actId="478"/>
            <ac:spMkLst>
              <pc:docMk/>
              <pc:sldMasterMk cId="0" sldId="2147483648"/>
              <pc:sldLayoutMk cId="1550519606" sldId="2147483661"/>
              <ac:spMk id="117" creationId="{2E460165-ED88-220F-9646-5314CCCC20B5}"/>
            </ac:spMkLst>
          </pc:spChg>
          <pc:spChg chg="del mod">
            <ac:chgData name="樵风 李" userId="a5e72eb62bb21fbf" providerId="LiveId" clId="{C09BEC0D-67A3-46BC-8FA4-6EFD95A84B91}" dt="2025-05-17T10:21:05.091" v="560" actId="478"/>
            <ac:spMkLst>
              <pc:docMk/>
              <pc:sldMasterMk cId="0" sldId="2147483648"/>
              <pc:sldLayoutMk cId="1550519606" sldId="2147483661"/>
              <ac:spMk id="140" creationId="{1CAD003B-5D0A-FE7B-C3C9-E1FD63C0767A}"/>
            </ac:spMkLst>
          </pc:spChg>
          <pc:spChg chg="mod">
            <ac:chgData name="樵风 李" userId="a5e72eb62bb21fbf" providerId="LiveId" clId="{C09BEC0D-67A3-46BC-8FA4-6EFD95A84B91}" dt="2025-05-17T10:24:09.607" v="716" actId="14100"/>
            <ac:spMkLst>
              <pc:docMk/>
              <pc:sldMasterMk cId="0" sldId="2147483648"/>
              <pc:sldLayoutMk cId="1550519606" sldId="2147483661"/>
              <ac:spMk id="145" creationId="{E8D2142F-18AD-3708-615A-E849F8E5F039}"/>
            </ac:spMkLst>
          </pc:spChg>
          <pc:spChg chg="del mod">
            <ac:chgData name="樵风 李" userId="a5e72eb62bb21fbf" providerId="LiveId" clId="{C09BEC0D-67A3-46BC-8FA4-6EFD95A84B91}" dt="2025-05-17T10:23:40.971" v="709" actId="478"/>
            <ac:spMkLst>
              <pc:docMk/>
              <pc:sldMasterMk cId="0" sldId="2147483648"/>
              <pc:sldLayoutMk cId="1550519606" sldId="2147483661"/>
              <ac:spMk id="146" creationId="{04B73856-06CC-9E1A-D874-676375295632}"/>
            </ac:spMkLst>
          </pc:spChg>
          <pc:spChg chg="del mod">
            <ac:chgData name="樵风 李" userId="a5e72eb62bb21fbf" providerId="LiveId" clId="{C09BEC0D-67A3-46BC-8FA4-6EFD95A84B91}" dt="2025-05-17T13:52:46.982" v="1404" actId="478"/>
            <ac:spMkLst>
              <pc:docMk/>
              <pc:sldMasterMk cId="0" sldId="2147483648"/>
              <pc:sldLayoutMk cId="1550519606" sldId="2147483661"/>
              <ac:spMk id="147" creationId="{D382EF95-F356-B3AC-ECD8-809091617625}"/>
            </ac:spMkLst>
          </pc:spChg>
          <pc:spChg chg="del mod">
            <ac:chgData name="樵风 李" userId="a5e72eb62bb21fbf" providerId="LiveId" clId="{C09BEC0D-67A3-46BC-8FA4-6EFD95A84B91}" dt="2025-05-17T13:52:46.982" v="1404" actId="478"/>
            <ac:spMkLst>
              <pc:docMk/>
              <pc:sldMasterMk cId="0" sldId="2147483648"/>
              <pc:sldLayoutMk cId="1550519606" sldId="2147483661"/>
              <ac:spMk id="150" creationId="{929FCE7C-DDAD-3280-2343-46442B735511}"/>
            </ac:spMkLst>
          </pc:spChg>
          <pc:spChg chg="del mod">
            <ac:chgData name="樵风 李" userId="a5e72eb62bb21fbf" providerId="LiveId" clId="{C09BEC0D-67A3-46BC-8FA4-6EFD95A84B91}" dt="2025-05-17T13:52:46.982" v="1404" actId="478"/>
            <ac:spMkLst>
              <pc:docMk/>
              <pc:sldMasterMk cId="0" sldId="2147483648"/>
              <pc:sldLayoutMk cId="1550519606" sldId="2147483661"/>
              <ac:spMk id="152" creationId="{D3DC47D2-CC4F-EC99-766D-A56BB86D1D5A}"/>
            </ac:spMkLst>
          </pc:spChg>
          <pc:spChg chg="add mod">
            <ac:chgData name="樵风 李" userId="a5e72eb62bb21fbf" providerId="LiveId" clId="{C09BEC0D-67A3-46BC-8FA4-6EFD95A84B91}" dt="2025-05-17T10:21:02.812" v="559"/>
            <ac:spMkLst>
              <pc:docMk/>
              <pc:sldMasterMk cId="0" sldId="2147483648"/>
              <pc:sldLayoutMk cId="1550519606" sldId="2147483661"/>
              <ac:spMk id="158" creationId="{2A840D59-431C-3D95-9D0F-976C8D594C3A}"/>
            </ac:spMkLst>
          </pc:spChg>
          <pc:spChg chg="add mod">
            <ac:chgData name="樵风 李" userId="a5e72eb62bb21fbf" providerId="LiveId" clId="{C09BEC0D-67A3-46BC-8FA4-6EFD95A84B91}" dt="2025-05-17T10:23:50.831" v="711" actId="1076"/>
            <ac:spMkLst>
              <pc:docMk/>
              <pc:sldMasterMk cId="0" sldId="2147483648"/>
              <pc:sldLayoutMk cId="1550519606" sldId="2147483661"/>
              <ac:spMk id="159" creationId="{B823B09E-1C87-848D-0AAC-7092C528EEF1}"/>
            </ac:spMkLst>
          </pc:spChg>
          <pc:spChg chg="add del mod">
            <ac:chgData name="樵风 李" userId="a5e72eb62bb21fbf" providerId="LiveId" clId="{C09BEC0D-67A3-46BC-8FA4-6EFD95A84B91}" dt="2025-05-17T10:24:01.147" v="715"/>
            <ac:spMkLst>
              <pc:docMk/>
              <pc:sldMasterMk cId="0" sldId="2147483648"/>
              <pc:sldLayoutMk cId="1550519606" sldId="2147483661"/>
              <ac:spMk id="160" creationId="{C5562DA7-871A-2A78-AB2E-17E54DE5269A}"/>
            </ac:spMkLst>
          </pc:spChg>
          <pc:spChg chg="add mod">
            <ac:chgData name="樵风 李" userId="a5e72eb62bb21fbf" providerId="LiveId" clId="{C09BEC0D-67A3-46BC-8FA4-6EFD95A84B91}" dt="2025-05-17T13:36:53.916" v="1276" actId="1036"/>
            <ac:spMkLst>
              <pc:docMk/>
              <pc:sldMasterMk cId="0" sldId="2147483648"/>
              <pc:sldLayoutMk cId="1550519606" sldId="2147483661"/>
              <ac:spMk id="161" creationId="{39C6401E-5309-5EFD-FF99-7DD4FF153A38}"/>
            </ac:spMkLst>
          </pc:spChg>
          <pc:spChg chg="add del mod">
            <ac:chgData name="樵风 李" userId="a5e72eb62bb21fbf" providerId="LiveId" clId="{C09BEC0D-67A3-46BC-8FA4-6EFD95A84B91}" dt="2025-05-17T10:31:09.492" v="1267" actId="14100"/>
            <ac:spMkLst>
              <pc:docMk/>
              <pc:sldMasterMk cId="0" sldId="2147483648"/>
              <pc:sldLayoutMk cId="1550519606" sldId="2147483661"/>
              <ac:spMk id="162" creationId="{2E653E52-B44F-0EDE-3130-8F8F051DB8AC}"/>
            </ac:spMkLst>
          </pc:spChg>
          <pc:spChg chg="add del mod">
            <ac:chgData name="樵风 李" userId="a5e72eb62bb21fbf" providerId="LiveId" clId="{C09BEC0D-67A3-46BC-8FA4-6EFD95A84B91}" dt="2025-05-17T10:31:04.784" v="1266" actId="1035"/>
            <ac:spMkLst>
              <pc:docMk/>
              <pc:sldMasterMk cId="0" sldId="2147483648"/>
              <pc:sldLayoutMk cId="1550519606" sldId="2147483661"/>
              <ac:spMk id="163" creationId="{5034BC69-D844-DC61-6697-768348473C63}"/>
            </ac:spMkLst>
          </pc:spChg>
          <pc:spChg chg="mod">
            <ac:chgData name="樵风 李" userId="a5e72eb62bb21fbf" providerId="LiveId" clId="{C09BEC0D-67A3-46BC-8FA4-6EFD95A84B91}" dt="2025-05-17T13:46:20.192" v="1382" actId="1582"/>
            <ac:spMkLst>
              <pc:docMk/>
              <pc:sldMasterMk cId="0" sldId="2147483648"/>
              <pc:sldLayoutMk cId="1550519606" sldId="2147483661"/>
              <ac:spMk id="165" creationId="{1A4E9C1F-BCD4-D0D4-1E73-6B56DD38AD84}"/>
            </ac:spMkLst>
          </pc:spChg>
          <pc:spChg chg="mod">
            <ac:chgData name="樵风 李" userId="a5e72eb62bb21fbf" providerId="LiveId" clId="{C09BEC0D-67A3-46BC-8FA4-6EFD95A84B91}" dt="2025-05-17T13:43:25.398" v="1350" actId="12789"/>
            <ac:spMkLst>
              <pc:docMk/>
              <pc:sldMasterMk cId="0" sldId="2147483648"/>
              <pc:sldLayoutMk cId="1550519606" sldId="2147483661"/>
              <ac:spMk id="166" creationId="{61D2C94B-9B65-1CCF-A54F-7A713B42ECF6}"/>
            </ac:spMkLst>
          </pc:spChg>
          <pc:spChg chg="mod">
            <ac:chgData name="樵风 李" userId="a5e72eb62bb21fbf" providerId="LiveId" clId="{C09BEC0D-67A3-46BC-8FA4-6EFD95A84B91}" dt="2025-05-17T13:46:36.588" v="1386" actId="1582"/>
            <ac:spMkLst>
              <pc:docMk/>
              <pc:sldMasterMk cId="0" sldId="2147483648"/>
              <pc:sldLayoutMk cId="1550519606" sldId="2147483661"/>
              <ac:spMk id="168" creationId="{B9257FDA-48DF-AA40-FD59-9F48BC8FF9EB}"/>
            </ac:spMkLst>
          </pc:spChg>
          <pc:spChg chg="mod">
            <ac:chgData name="樵风 李" userId="a5e72eb62bb21fbf" providerId="LiveId" clId="{C09BEC0D-67A3-46BC-8FA4-6EFD95A84B91}" dt="2025-05-17T13:43:36.206" v="1354" actId="12789"/>
            <ac:spMkLst>
              <pc:docMk/>
              <pc:sldMasterMk cId="0" sldId="2147483648"/>
              <pc:sldLayoutMk cId="1550519606" sldId="2147483661"/>
              <ac:spMk id="169" creationId="{45CEBAA9-5D25-7AAA-D62B-40C14C5B4169}"/>
            </ac:spMkLst>
          </pc:spChg>
          <pc:spChg chg="mod">
            <ac:chgData name="樵风 李" userId="a5e72eb62bb21fbf" providerId="LiveId" clId="{C09BEC0D-67A3-46BC-8FA4-6EFD95A84B91}" dt="2025-05-17T13:46:59.095" v="1391" actId="1582"/>
            <ac:spMkLst>
              <pc:docMk/>
              <pc:sldMasterMk cId="0" sldId="2147483648"/>
              <pc:sldLayoutMk cId="1550519606" sldId="2147483661"/>
              <ac:spMk id="171" creationId="{DF0BC768-D824-D8CB-6CD5-1D121A66CB9B}"/>
            </ac:spMkLst>
          </pc:spChg>
          <pc:spChg chg="mod">
            <ac:chgData name="樵风 李" userId="a5e72eb62bb21fbf" providerId="LiveId" clId="{C09BEC0D-67A3-46BC-8FA4-6EFD95A84B91}" dt="2025-05-17T13:45:43.224" v="1375" actId="12788"/>
            <ac:spMkLst>
              <pc:docMk/>
              <pc:sldMasterMk cId="0" sldId="2147483648"/>
              <pc:sldLayoutMk cId="1550519606" sldId="2147483661"/>
              <ac:spMk id="172" creationId="{F2F0B7A4-50AA-635B-D86C-1740E8AD13A4}"/>
            </ac:spMkLst>
          </pc:spChg>
          <pc:spChg chg="add mod">
            <ac:chgData name="樵风 李" userId="a5e72eb62bb21fbf" providerId="LiveId" clId="{C09BEC0D-67A3-46BC-8FA4-6EFD95A84B91}" dt="2025-05-17T13:47:20.465" v="1401" actId="14100"/>
            <ac:spMkLst>
              <pc:docMk/>
              <pc:sldMasterMk cId="0" sldId="2147483648"/>
              <pc:sldLayoutMk cId="1550519606" sldId="2147483661"/>
              <ac:spMk id="173" creationId="{7E34C3E3-5326-D7B7-D6CA-2AF72C1B720A}"/>
            </ac:spMkLst>
          </pc:spChg>
          <pc:spChg chg="add mod">
            <ac:chgData name="樵风 李" userId="a5e72eb62bb21fbf" providerId="LiveId" clId="{C09BEC0D-67A3-46BC-8FA4-6EFD95A84B91}" dt="2025-05-17T13:47:22.556" v="1402" actId="14100"/>
            <ac:spMkLst>
              <pc:docMk/>
              <pc:sldMasterMk cId="0" sldId="2147483648"/>
              <pc:sldLayoutMk cId="1550519606" sldId="2147483661"/>
              <ac:spMk id="174" creationId="{7E249FCE-4969-E83E-1879-AF7A9B407FBD}"/>
            </ac:spMkLst>
          </pc:spChg>
          <pc:spChg chg="add mod">
            <ac:chgData name="樵风 李" userId="a5e72eb62bb21fbf" providerId="LiveId" clId="{C09BEC0D-67A3-46BC-8FA4-6EFD95A84B91}" dt="2025-05-17T13:47:24.796" v="1403" actId="14100"/>
            <ac:spMkLst>
              <pc:docMk/>
              <pc:sldMasterMk cId="0" sldId="2147483648"/>
              <pc:sldLayoutMk cId="1550519606" sldId="2147483661"/>
              <ac:spMk id="175" creationId="{35F88C88-CE02-01ED-13D7-6D4BB6C077ED}"/>
            </ac:spMkLst>
          </pc:spChg>
          <pc:grpChg chg="del">
            <ac:chgData name="樵风 李" userId="a5e72eb62bb21fbf" providerId="LiveId" clId="{C09BEC0D-67A3-46BC-8FA4-6EFD95A84B91}" dt="2025-05-17T10:21:39.471" v="561" actId="478"/>
            <ac:grpSpMkLst>
              <pc:docMk/>
              <pc:sldMasterMk cId="0" sldId="2147483648"/>
              <pc:sldLayoutMk cId="1550519606" sldId="2147483661"/>
              <ac:grpSpMk id="96" creationId="{75469BDC-976E-2AFB-089B-52EFA54D6AAF}"/>
            </ac:grpSpMkLst>
          </pc:grpChg>
          <pc:grpChg chg="del">
            <ac:chgData name="樵风 李" userId="a5e72eb62bb21fbf" providerId="LiveId" clId="{C09BEC0D-67A3-46BC-8FA4-6EFD95A84B91}" dt="2025-05-17T10:21:39.471" v="561" actId="478"/>
            <ac:grpSpMkLst>
              <pc:docMk/>
              <pc:sldMasterMk cId="0" sldId="2147483648"/>
              <pc:sldLayoutMk cId="1550519606" sldId="2147483661"/>
              <ac:grpSpMk id="118" creationId="{0B45B2A9-18EB-77E5-D910-F2728D83BCB0}"/>
            </ac:grpSpMkLst>
          </pc:grpChg>
          <pc:grpChg chg="add mod">
            <ac:chgData name="樵风 李" userId="a5e72eb62bb21fbf" providerId="LiveId" clId="{C09BEC0D-67A3-46BC-8FA4-6EFD95A84B91}" dt="2025-05-17T13:47:08.623" v="1400" actId="1035"/>
            <ac:grpSpMkLst>
              <pc:docMk/>
              <pc:sldMasterMk cId="0" sldId="2147483648"/>
              <pc:sldLayoutMk cId="1550519606" sldId="2147483661"/>
              <ac:grpSpMk id="164" creationId="{972C4DE4-4CE6-9275-E129-0EEB97FA2E1F}"/>
            </ac:grpSpMkLst>
          </pc:grpChg>
          <pc:grpChg chg="add mod">
            <ac:chgData name="樵风 李" userId="a5e72eb62bb21fbf" providerId="LiveId" clId="{C09BEC0D-67A3-46BC-8FA4-6EFD95A84B91}" dt="2025-05-17T13:47:08.623" v="1400" actId="1035"/>
            <ac:grpSpMkLst>
              <pc:docMk/>
              <pc:sldMasterMk cId="0" sldId="2147483648"/>
              <pc:sldLayoutMk cId="1550519606" sldId="2147483661"/>
              <ac:grpSpMk id="167" creationId="{D64CC857-1CA1-6C4C-B9FE-6E47727B03E1}"/>
            </ac:grpSpMkLst>
          </pc:grpChg>
          <pc:grpChg chg="add mod">
            <ac:chgData name="樵风 李" userId="a5e72eb62bb21fbf" providerId="LiveId" clId="{C09BEC0D-67A3-46BC-8FA4-6EFD95A84B91}" dt="2025-05-17T13:47:08.623" v="1400" actId="1035"/>
            <ac:grpSpMkLst>
              <pc:docMk/>
              <pc:sldMasterMk cId="0" sldId="2147483648"/>
              <pc:sldLayoutMk cId="1550519606" sldId="2147483661"/>
              <ac:grpSpMk id="170" creationId="{B491C40A-67D0-CAC7-B795-C29A8E3B2E39}"/>
            </ac:grpSpMkLst>
          </pc:grpChg>
          <pc:picChg chg="mod">
            <ac:chgData name="樵风 李" userId="a5e72eb62bb21fbf" providerId="LiveId" clId="{C09BEC0D-67A3-46BC-8FA4-6EFD95A84B91}" dt="2025-05-17T13:40:38.437" v="1277" actId="1076"/>
            <ac:picMkLst>
              <pc:docMk/>
              <pc:sldMasterMk cId="0" sldId="2147483648"/>
              <pc:sldLayoutMk cId="1550519606" sldId="2147483661"/>
              <ac:picMk id="148" creationId="{33485FB2-3E28-5D67-2B06-CF283A4E65F4}"/>
            </ac:picMkLst>
          </pc:picChg>
          <pc:picChg chg="del mod">
            <ac:chgData name="樵风 李" userId="a5e72eb62bb21fbf" providerId="LiveId" clId="{C09BEC0D-67A3-46BC-8FA4-6EFD95A84B91}" dt="2025-05-17T13:52:46.982" v="1404" actId="478"/>
            <ac:picMkLst>
              <pc:docMk/>
              <pc:sldMasterMk cId="0" sldId="2147483648"/>
              <pc:sldLayoutMk cId="1550519606" sldId="2147483661"/>
              <ac:picMk id="153" creationId="{A10AEB3F-FD16-044A-0082-3F0A4FD1CAAA}"/>
            </ac:picMkLst>
          </pc:picChg>
          <pc:cxnChg chg="del">
            <ac:chgData name="樵风 李" userId="a5e72eb62bb21fbf" providerId="LiveId" clId="{C09BEC0D-67A3-46BC-8FA4-6EFD95A84B91}" dt="2025-05-17T10:20:45.097" v="549" actId="478"/>
            <ac:cxnSpMkLst>
              <pc:docMk/>
              <pc:sldMasterMk cId="0" sldId="2147483648"/>
              <pc:sldLayoutMk cId="1550519606" sldId="2147483661"/>
              <ac:cxnSpMk id="155" creationId="{6C3CF1C6-ADAF-16E4-20B0-D19D5FE87DFC}"/>
            </ac:cxnSpMkLst>
          </pc:cxnChg>
          <pc:cxnChg chg="add mod">
            <ac:chgData name="樵风 李" userId="a5e72eb62bb21fbf" providerId="LiveId" clId="{C09BEC0D-67A3-46BC-8FA4-6EFD95A84B91}" dt="2025-05-17T10:20:45.340" v="550"/>
            <ac:cxnSpMkLst>
              <pc:docMk/>
              <pc:sldMasterMk cId="0" sldId="2147483648"/>
              <pc:sldLayoutMk cId="1550519606" sldId="2147483661"/>
              <ac:cxnSpMk id="157" creationId="{394AF349-7B86-FB1F-3494-D2585D28833F}"/>
            </ac:cxnSpMkLst>
          </pc:cxnChg>
        </pc:sldLayoutChg>
        <pc:sldLayoutChg chg="addSp delSp modSp mod">
          <pc:chgData name="樵风 李" userId="a5e72eb62bb21fbf" providerId="LiveId" clId="{C09BEC0D-67A3-46BC-8FA4-6EFD95A84B91}" dt="2025-05-17T14:53:24.946" v="1644" actId="1076"/>
          <pc:sldLayoutMkLst>
            <pc:docMk/>
            <pc:sldMasterMk cId="0" sldId="2147483648"/>
            <pc:sldLayoutMk cId="139335318" sldId="2147483662"/>
          </pc:sldLayoutMkLst>
          <pc:spChg chg="del">
            <ac:chgData name="樵风 李" userId="a5e72eb62bb21fbf" providerId="LiveId" clId="{C09BEC0D-67A3-46BC-8FA4-6EFD95A84B91}" dt="2025-05-17T14:45:22.493" v="1405" actId="478"/>
            <ac:spMkLst>
              <pc:docMk/>
              <pc:sldMasterMk cId="0" sldId="2147483648"/>
              <pc:sldLayoutMk cId="139335318" sldId="2147483662"/>
              <ac:spMk id="2" creationId="{ACC46385-4731-7325-17D6-9BDB89B472A9}"/>
            </ac:spMkLst>
          </pc:spChg>
          <pc:spChg chg="del">
            <ac:chgData name="樵风 李" userId="a5e72eb62bb21fbf" providerId="LiveId" clId="{C09BEC0D-67A3-46BC-8FA4-6EFD95A84B91}" dt="2025-05-17T14:45:22.493" v="1405" actId="478"/>
            <ac:spMkLst>
              <pc:docMk/>
              <pc:sldMasterMk cId="0" sldId="2147483648"/>
              <pc:sldLayoutMk cId="139335318" sldId="2147483662"/>
              <ac:spMk id="3" creationId="{453CDA6D-0EEB-0E6F-7C92-5C1747FA10DC}"/>
            </ac:spMkLst>
          </pc:spChg>
          <pc:spChg chg="del">
            <ac:chgData name="樵风 李" userId="a5e72eb62bb21fbf" providerId="LiveId" clId="{C09BEC0D-67A3-46BC-8FA4-6EFD95A84B91}" dt="2025-05-17T14:45:22.493" v="1405" actId="478"/>
            <ac:spMkLst>
              <pc:docMk/>
              <pc:sldMasterMk cId="0" sldId="2147483648"/>
              <pc:sldLayoutMk cId="139335318" sldId="2147483662"/>
              <ac:spMk id="4" creationId="{D41842A0-2800-FE66-E319-3704438E807D}"/>
            </ac:spMkLst>
          </pc:spChg>
          <pc:spChg chg="del">
            <ac:chgData name="樵风 李" userId="a5e72eb62bb21fbf" providerId="LiveId" clId="{C09BEC0D-67A3-46BC-8FA4-6EFD95A84B91}" dt="2025-05-17T14:45:22.493" v="1405" actId="478"/>
            <ac:spMkLst>
              <pc:docMk/>
              <pc:sldMasterMk cId="0" sldId="2147483648"/>
              <pc:sldLayoutMk cId="139335318" sldId="2147483662"/>
              <ac:spMk id="5" creationId="{9AC1689A-CCEC-EF00-B688-32AC4A7E326F}"/>
            </ac:spMkLst>
          </pc:spChg>
          <pc:spChg chg="add mod">
            <ac:chgData name="樵风 李" userId="a5e72eb62bb21fbf" providerId="LiveId" clId="{C09BEC0D-67A3-46BC-8FA4-6EFD95A84B91}" dt="2025-05-17T14:53:24.946" v="1644" actId="1076"/>
            <ac:spMkLst>
              <pc:docMk/>
              <pc:sldMasterMk cId="0" sldId="2147483648"/>
              <pc:sldLayoutMk cId="139335318" sldId="2147483662"/>
              <ac:spMk id="8" creationId="{27B6E52E-5AFC-C64A-E094-D0BB2850E013}"/>
            </ac:spMkLst>
          </pc:spChg>
          <pc:spChg chg="add mod">
            <ac:chgData name="樵风 李" userId="a5e72eb62bb21fbf" providerId="LiveId" clId="{C09BEC0D-67A3-46BC-8FA4-6EFD95A84B91}" dt="2025-05-17T14:53:24.946" v="1644" actId="1076"/>
            <ac:spMkLst>
              <pc:docMk/>
              <pc:sldMasterMk cId="0" sldId="2147483648"/>
              <pc:sldLayoutMk cId="139335318" sldId="2147483662"/>
              <ac:spMk id="9" creationId="{928D1081-C23A-CE3B-5F2A-1544B4D5AFF1}"/>
            </ac:spMkLst>
          </pc:spChg>
          <pc:spChg chg="add mod">
            <ac:chgData name="樵风 李" userId="a5e72eb62bb21fbf" providerId="LiveId" clId="{C09BEC0D-67A3-46BC-8FA4-6EFD95A84B91}" dt="2025-05-17T14:53:24.946" v="1644" actId="1076"/>
            <ac:spMkLst>
              <pc:docMk/>
              <pc:sldMasterMk cId="0" sldId="2147483648"/>
              <pc:sldLayoutMk cId="139335318" sldId="2147483662"/>
              <ac:spMk id="10" creationId="{D99BA90C-59A7-7A91-4E8A-27D284EB6D55}"/>
            </ac:spMkLst>
          </pc:spChg>
          <pc:spChg chg="add del mod">
            <ac:chgData name="樵风 李" userId="a5e72eb62bb21fbf" providerId="LiveId" clId="{C09BEC0D-67A3-46BC-8FA4-6EFD95A84B91}" dt="2025-05-17T14:49:27.754" v="1532" actId="478"/>
            <ac:spMkLst>
              <pc:docMk/>
              <pc:sldMasterMk cId="0" sldId="2147483648"/>
              <pc:sldLayoutMk cId="139335318" sldId="2147483662"/>
              <ac:spMk id="11" creationId="{49D5B8A1-8503-5106-5A90-712C9AF04B31}"/>
            </ac:spMkLst>
          </pc:spChg>
          <pc:spChg chg="add mod">
            <ac:chgData name="樵风 李" userId="a5e72eb62bb21fbf" providerId="LiveId" clId="{C09BEC0D-67A3-46BC-8FA4-6EFD95A84B91}" dt="2025-05-17T14:53:24.946" v="1644" actId="1076"/>
            <ac:spMkLst>
              <pc:docMk/>
              <pc:sldMasterMk cId="0" sldId="2147483648"/>
              <pc:sldLayoutMk cId="139335318" sldId="2147483662"/>
              <ac:spMk id="12" creationId="{88F64CBD-E1D7-1576-6AB4-EDCCAD05BD00}"/>
            </ac:spMkLst>
          </pc:spChg>
          <pc:spChg chg="add del mod">
            <ac:chgData name="樵风 李" userId="a5e72eb62bb21fbf" providerId="LiveId" clId="{C09BEC0D-67A3-46BC-8FA4-6EFD95A84B91}" dt="2025-05-17T14:49:28.556" v="1533" actId="478"/>
            <ac:spMkLst>
              <pc:docMk/>
              <pc:sldMasterMk cId="0" sldId="2147483648"/>
              <pc:sldLayoutMk cId="139335318" sldId="2147483662"/>
              <ac:spMk id="13" creationId="{39CBC343-63C6-6205-30AE-8DD40A9F15E9}"/>
            </ac:spMkLst>
          </pc:spChg>
          <pc:spChg chg="add mod">
            <ac:chgData name="樵风 李" userId="a5e72eb62bb21fbf" providerId="LiveId" clId="{C09BEC0D-67A3-46BC-8FA4-6EFD95A84B91}" dt="2025-05-17T14:53:24.946" v="1644" actId="1076"/>
            <ac:spMkLst>
              <pc:docMk/>
              <pc:sldMasterMk cId="0" sldId="2147483648"/>
              <pc:sldLayoutMk cId="139335318" sldId="2147483662"/>
              <ac:spMk id="14" creationId="{615B4E74-234B-D460-640E-D18D047E8D75}"/>
            </ac:spMkLst>
          </pc:spChg>
          <pc:spChg chg="add mod">
            <ac:chgData name="樵风 李" userId="a5e72eb62bb21fbf" providerId="LiveId" clId="{C09BEC0D-67A3-46BC-8FA4-6EFD95A84B91}" dt="2025-05-17T14:53:24.946" v="1644" actId="1076"/>
            <ac:spMkLst>
              <pc:docMk/>
              <pc:sldMasterMk cId="0" sldId="2147483648"/>
              <pc:sldLayoutMk cId="139335318" sldId="2147483662"/>
              <ac:spMk id="18" creationId="{CC6F5EC0-E90C-099D-440C-8A8C39973ADA}"/>
            </ac:spMkLst>
          </pc:spChg>
          <pc:spChg chg="add del mod">
            <ac:chgData name="樵风 李" userId="a5e72eb62bb21fbf" providerId="LiveId" clId="{C09BEC0D-67A3-46BC-8FA4-6EFD95A84B91}" dt="2025-05-17T14:48:18.245" v="1486" actId="478"/>
            <ac:spMkLst>
              <pc:docMk/>
              <pc:sldMasterMk cId="0" sldId="2147483648"/>
              <pc:sldLayoutMk cId="139335318" sldId="2147483662"/>
              <ac:spMk id="19" creationId="{A4BA6343-34F9-7E28-3837-2281FD5ECB48}"/>
            </ac:spMkLst>
          </pc:spChg>
          <pc:spChg chg="add del mod">
            <ac:chgData name="樵风 李" userId="a5e72eb62bb21fbf" providerId="LiveId" clId="{C09BEC0D-67A3-46BC-8FA4-6EFD95A84B91}" dt="2025-05-17T14:48:37.904" v="1492" actId="478"/>
            <ac:spMkLst>
              <pc:docMk/>
              <pc:sldMasterMk cId="0" sldId="2147483648"/>
              <pc:sldLayoutMk cId="139335318" sldId="2147483662"/>
              <ac:spMk id="20" creationId="{7B82B9D8-F63E-67C5-F229-114DF8AFDA9A}"/>
            </ac:spMkLst>
          </pc:spChg>
          <pc:spChg chg="add mod">
            <ac:chgData name="樵风 李" userId="a5e72eb62bb21fbf" providerId="LiveId" clId="{C09BEC0D-67A3-46BC-8FA4-6EFD95A84B91}" dt="2025-05-17T14:53:24.946" v="1644" actId="1076"/>
            <ac:spMkLst>
              <pc:docMk/>
              <pc:sldMasterMk cId="0" sldId="2147483648"/>
              <pc:sldLayoutMk cId="139335318" sldId="2147483662"/>
              <ac:spMk id="22" creationId="{8760BA4D-77DD-1B7F-F7DF-37EE7DA28E86}"/>
            </ac:spMkLst>
          </pc:spChg>
          <pc:spChg chg="add mod">
            <ac:chgData name="樵风 李" userId="a5e72eb62bb21fbf" providerId="LiveId" clId="{C09BEC0D-67A3-46BC-8FA4-6EFD95A84B91}" dt="2025-05-17T14:53:24.946" v="1644" actId="1076"/>
            <ac:spMkLst>
              <pc:docMk/>
              <pc:sldMasterMk cId="0" sldId="2147483648"/>
              <pc:sldLayoutMk cId="139335318" sldId="2147483662"/>
              <ac:spMk id="24" creationId="{4EDA7186-BB63-F49A-6396-C38F8DC480C3}"/>
            </ac:spMkLst>
          </pc:spChg>
          <pc:spChg chg="add mod">
            <ac:chgData name="樵风 李" userId="a5e72eb62bb21fbf" providerId="LiveId" clId="{C09BEC0D-67A3-46BC-8FA4-6EFD95A84B91}" dt="2025-05-17T14:53:24.946" v="1644" actId="1076"/>
            <ac:spMkLst>
              <pc:docMk/>
              <pc:sldMasterMk cId="0" sldId="2147483648"/>
              <pc:sldLayoutMk cId="139335318" sldId="2147483662"/>
              <ac:spMk id="26" creationId="{9AC3A2CB-94EC-DACF-51E6-85757B67B78F}"/>
            </ac:spMkLst>
          </pc:spChg>
          <pc:spChg chg="add del mod">
            <ac:chgData name="樵风 李" userId="a5e72eb62bb21fbf" providerId="LiveId" clId="{C09BEC0D-67A3-46BC-8FA4-6EFD95A84B91}" dt="2025-05-17T14:51:02.449" v="1568" actId="478"/>
            <ac:spMkLst>
              <pc:docMk/>
              <pc:sldMasterMk cId="0" sldId="2147483648"/>
              <pc:sldLayoutMk cId="139335318" sldId="2147483662"/>
              <ac:spMk id="28" creationId="{A2CD35CB-4D09-CEE3-C2FB-248CB7C77F55}"/>
            </ac:spMkLst>
          </pc:spChg>
          <pc:cxnChg chg="add mod">
            <ac:chgData name="樵风 李" userId="a5e72eb62bb21fbf" providerId="LiveId" clId="{C09BEC0D-67A3-46BC-8FA4-6EFD95A84B91}" dt="2025-05-17T14:51:46.535" v="1635" actId="1076"/>
            <ac:cxnSpMkLst>
              <pc:docMk/>
              <pc:sldMasterMk cId="0" sldId="2147483648"/>
              <pc:sldLayoutMk cId="139335318" sldId="2147483662"/>
              <ac:cxnSpMk id="7" creationId="{6F86B8C1-A4E5-0374-D431-CAB13D4E2147}"/>
            </ac:cxnSpMkLst>
          </pc:cxnChg>
          <pc:cxnChg chg="add mod">
            <ac:chgData name="樵风 李" userId="a5e72eb62bb21fbf" providerId="LiveId" clId="{C09BEC0D-67A3-46BC-8FA4-6EFD95A84B91}" dt="2025-05-17T14:52:02.401" v="1639" actId="12789"/>
            <ac:cxnSpMkLst>
              <pc:docMk/>
              <pc:sldMasterMk cId="0" sldId="2147483648"/>
              <pc:sldLayoutMk cId="139335318" sldId="2147483662"/>
              <ac:cxnSpMk id="16" creationId="{2CB18B84-0CC4-C1D5-CD90-10E1286E5561}"/>
            </ac:cxnSpMkLst>
          </pc:cxnChg>
          <pc:cxnChg chg="add mod">
            <ac:chgData name="樵风 李" userId="a5e72eb62bb21fbf" providerId="LiveId" clId="{C09BEC0D-67A3-46BC-8FA4-6EFD95A84B91}" dt="2025-05-17T14:53:24.946" v="1644" actId="1076"/>
            <ac:cxnSpMkLst>
              <pc:docMk/>
              <pc:sldMasterMk cId="0" sldId="2147483648"/>
              <pc:sldLayoutMk cId="139335318" sldId="2147483662"/>
              <ac:cxnSpMk id="23" creationId="{82666F06-DF13-E50B-052C-F60669CA75F2}"/>
            </ac:cxnSpMkLst>
          </pc:cxnChg>
          <pc:cxnChg chg="add mod">
            <ac:chgData name="樵风 李" userId="a5e72eb62bb21fbf" providerId="LiveId" clId="{C09BEC0D-67A3-46BC-8FA4-6EFD95A84B91}" dt="2025-05-17T14:52:18.395" v="1642" actId="1076"/>
            <ac:cxnSpMkLst>
              <pc:docMk/>
              <pc:sldMasterMk cId="0" sldId="2147483648"/>
              <pc:sldLayoutMk cId="139335318" sldId="2147483662"/>
              <ac:cxnSpMk id="25" creationId="{C9B937F3-8350-4D1B-0967-2F793302B055}"/>
            </ac:cxnSpMkLst>
          </pc:cxnChg>
          <pc:cxnChg chg="add mod">
            <ac:chgData name="樵风 李" userId="a5e72eb62bb21fbf" providerId="LiveId" clId="{C09BEC0D-67A3-46BC-8FA4-6EFD95A84B91}" dt="2025-05-17T14:52:23.730" v="1643" actId="1076"/>
            <ac:cxnSpMkLst>
              <pc:docMk/>
              <pc:sldMasterMk cId="0" sldId="2147483648"/>
              <pc:sldLayoutMk cId="139335318" sldId="2147483662"/>
              <ac:cxnSpMk id="27" creationId="{31E410BA-BE6F-9322-D7C4-EB88448C6D7A}"/>
            </ac:cxnSpMkLst>
          </pc:cxnChg>
        </pc:sldLayoutChg>
        <pc:sldLayoutChg chg="addSp delSp modSp mod">
          <pc:chgData name="樵风 李" userId="a5e72eb62bb21fbf" providerId="LiveId" clId="{C09BEC0D-67A3-46BC-8FA4-6EFD95A84B91}" dt="2025-05-17T10:20:34.484" v="547" actId="1035"/>
          <pc:sldLayoutMkLst>
            <pc:docMk/>
            <pc:sldMasterMk cId="0" sldId="2147483648"/>
            <pc:sldLayoutMk cId="630933874" sldId="2147483663"/>
          </pc:sldLayoutMkLst>
          <pc:spChg chg="mod ord">
            <ac:chgData name="樵风 李" userId="a5e72eb62bb21fbf" providerId="LiveId" clId="{C09BEC0D-67A3-46BC-8FA4-6EFD95A84B91}" dt="2025-05-17T10:20:29.405" v="537" actId="1036"/>
            <ac:spMkLst>
              <pc:docMk/>
              <pc:sldMasterMk cId="0" sldId="2147483648"/>
              <pc:sldLayoutMk cId="630933874" sldId="2147483663"/>
              <ac:spMk id="2" creationId="{72EE1FE9-697E-3681-2889-A669A986FA1A}"/>
            </ac:spMkLst>
          </pc:spChg>
          <pc:spChg chg="del mod">
            <ac:chgData name="樵风 李" userId="a5e72eb62bb21fbf" providerId="LiveId" clId="{C09BEC0D-67A3-46BC-8FA4-6EFD95A84B91}" dt="2025-05-17T09:58:37.226" v="79" actId="478"/>
            <ac:spMkLst>
              <pc:docMk/>
              <pc:sldMasterMk cId="0" sldId="2147483648"/>
              <pc:sldLayoutMk cId="630933874" sldId="2147483663"/>
              <ac:spMk id="3" creationId="{E529BDCB-42CD-998F-8740-50E06EC78377}"/>
            </ac:spMkLst>
          </pc:spChg>
          <pc:spChg chg="add mod">
            <ac:chgData name="樵风 李" userId="a5e72eb62bb21fbf" providerId="LiveId" clId="{C09BEC0D-67A3-46BC-8FA4-6EFD95A84B91}" dt="2025-05-17T10:20:29.405" v="537" actId="1036"/>
            <ac:spMkLst>
              <pc:docMk/>
              <pc:sldMasterMk cId="0" sldId="2147483648"/>
              <pc:sldLayoutMk cId="630933874" sldId="2147483663"/>
              <ac:spMk id="4" creationId="{7AB9ED42-D1C3-B754-568F-F8D50F8916E9}"/>
            </ac:spMkLst>
          </pc:spChg>
          <pc:spChg chg="add mod ord">
            <ac:chgData name="樵风 李" userId="a5e72eb62bb21fbf" providerId="LiveId" clId="{C09BEC0D-67A3-46BC-8FA4-6EFD95A84B91}" dt="2025-05-17T10:20:34.484" v="547" actId="1035"/>
            <ac:spMkLst>
              <pc:docMk/>
              <pc:sldMasterMk cId="0" sldId="2147483648"/>
              <pc:sldLayoutMk cId="630933874" sldId="2147483663"/>
              <ac:spMk id="6" creationId="{F2F0051F-A7FF-C15C-CF5F-F1AAD4A38BAF}"/>
            </ac:spMkLst>
          </pc:spChg>
          <pc:spChg chg="add del mod">
            <ac:chgData name="樵风 李" userId="a5e72eb62bb21fbf" providerId="LiveId" clId="{C09BEC0D-67A3-46BC-8FA4-6EFD95A84B91}" dt="2025-05-17T10:07:13.115" v="321" actId="478"/>
            <ac:spMkLst>
              <pc:docMk/>
              <pc:sldMasterMk cId="0" sldId="2147483648"/>
              <pc:sldLayoutMk cId="630933874" sldId="2147483663"/>
              <ac:spMk id="7" creationId="{3D46D17E-45CD-BAD3-CD19-6CD23CC232E5}"/>
            </ac:spMkLst>
          </pc:spChg>
          <pc:spChg chg="add del mod">
            <ac:chgData name="樵风 李" userId="a5e72eb62bb21fbf" providerId="LiveId" clId="{C09BEC0D-67A3-46BC-8FA4-6EFD95A84B91}" dt="2025-05-17T10:15:55.379" v="444" actId="478"/>
            <ac:spMkLst>
              <pc:docMk/>
              <pc:sldMasterMk cId="0" sldId="2147483648"/>
              <pc:sldLayoutMk cId="630933874" sldId="2147483663"/>
              <ac:spMk id="9" creationId="{273A1BE2-6EEC-2CE5-E9EA-671A0648FFE8}"/>
            </ac:spMkLst>
          </pc:spChg>
          <pc:spChg chg="add mod">
            <ac:chgData name="樵风 李" userId="a5e72eb62bb21fbf" providerId="LiveId" clId="{C09BEC0D-67A3-46BC-8FA4-6EFD95A84B91}" dt="2025-05-17T10:20:34.484" v="547" actId="1035"/>
            <ac:spMkLst>
              <pc:docMk/>
              <pc:sldMasterMk cId="0" sldId="2147483648"/>
              <pc:sldLayoutMk cId="630933874" sldId="2147483663"/>
              <ac:spMk id="10" creationId="{79DB2C59-662C-E6AE-C04A-3B2AADA48711}"/>
            </ac:spMkLst>
          </pc:spChg>
          <pc:spChg chg="mod">
            <ac:chgData name="樵风 李" userId="a5e72eb62bb21fbf" providerId="LiveId" clId="{C09BEC0D-67A3-46BC-8FA4-6EFD95A84B91}" dt="2025-05-17T10:20:20.568" v="514" actId="1036"/>
            <ac:spMkLst>
              <pc:docMk/>
              <pc:sldMasterMk cId="0" sldId="2147483648"/>
              <pc:sldLayoutMk cId="630933874" sldId="2147483663"/>
              <ac:spMk id="140" creationId="{1CAD003B-5D0A-FE7B-C3C9-E1FD63C0767A}"/>
            </ac:spMkLst>
          </pc:spChg>
          <pc:grpChg chg="add mod">
            <ac:chgData name="樵风 李" userId="a5e72eb62bb21fbf" providerId="LiveId" clId="{C09BEC0D-67A3-46BC-8FA4-6EFD95A84B91}" dt="2025-05-17T10:20:34.484" v="547" actId="1035"/>
            <ac:grpSpMkLst>
              <pc:docMk/>
              <pc:sldMasterMk cId="0" sldId="2147483648"/>
              <pc:sldLayoutMk cId="630933874" sldId="2147483663"/>
              <ac:grpSpMk id="11" creationId="{D9F01616-8783-7043-BF22-0D4FE78D4F46}"/>
            </ac:grpSpMkLst>
          </pc:grpChg>
          <pc:picChg chg="add del mod">
            <ac:chgData name="樵风 李" userId="a5e72eb62bb21fbf" providerId="LiveId" clId="{C09BEC0D-67A3-46BC-8FA4-6EFD95A84B91}" dt="2025-05-17T10:08:19.873" v="333" actId="478"/>
            <ac:picMkLst>
              <pc:docMk/>
              <pc:sldMasterMk cId="0" sldId="2147483648"/>
              <pc:sldLayoutMk cId="630933874" sldId="2147483663"/>
              <ac:picMk id="8" creationId="{9EB7814B-C9E7-CAA9-2D18-BC89E4300A52}"/>
            </ac:picMkLst>
          </pc:picChg>
          <pc:picChg chg="add mod">
            <ac:chgData name="樵风 李" userId="a5e72eb62bb21fbf" providerId="LiveId" clId="{C09BEC0D-67A3-46BC-8FA4-6EFD95A84B91}" dt="2025-05-17T10:20:34.484" v="547" actId="1035"/>
            <ac:picMkLst>
              <pc:docMk/>
              <pc:sldMasterMk cId="0" sldId="2147483648"/>
              <pc:sldLayoutMk cId="630933874" sldId="2147483663"/>
              <ac:picMk id="2050" creationId="{AF90D3B0-6759-619E-02D5-F41822439E48}"/>
            </ac:picMkLst>
          </pc:picChg>
          <pc:picChg chg="add mod">
            <ac:chgData name="樵风 李" userId="a5e72eb62bb21fbf" providerId="LiveId" clId="{C09BEC0D-67A3-46BC-8FA4-6EFD95A84B91}" dt="2025-05-17T10:20:34.484" v="547" actId="1035"/>
            <ac:picMkLst>
              <pc:docMk/>
              <pc:sldMasterMk cId="0" sldId="2147483648"/>
              <pc:sldLayoutMk cId="630933874" sldId="2147483663"/>
              <ac:picMk id="2052" creationId="{63DD5A44-C052-A5D8-694E-9608883A971D}"/>
            </ac:picMkLst>
          </pc:picChg>
          <pc:picChg chg="add mod">
            <ac:chgData name="樵风 李" userId="a5e72eb62bb21fbf" providerId="LiveId" clId="{C09BEC0D-67A3-46BC-8FA4-6EFD95A84B91}" dt="2025-05-17T10:20:34.484" v="547" actId="1035"/>
            <ac:picMkLst>
              <pc:docMk/>
              <pc:sldMasterMk cId="0" sldId="2147483648"/>
              <pc:sldLayoutMk cId="630933874" sldId="2147483663"/>
              <ac:picMk id="2054" creationId="{77FC9721-78D8-5E76-27A6-4F98F160B024}"/>
            </ac:picMkLst>
          </pc:picChg>
          <pc:cxnChg chg="mod">
            <ac:chgData name="樵风 李" userId="a5e72eb62bb21fbf" providerId="LiveId" clId="{C09BEC0D-67A3-46BC-8FA4-6EFD95A84B91}" dt="2025-05-17T10:20:14.482" v="512" actId="1035"/>
            <ac:cxnSpMkLst>
              <pc:docMk/>
              <pc:sldMasterMk cId="0" sldId="2147483648"/>
              <pc:sldLayoutMk cId="630933874" sldId="2147483663"/>
              <ac:cxnSpMk id="155" creationId="{6C3CF1C6-ADAF-16E4-20B0-D19D5FE87DFC}"/>
            </ac:cxnSpMkLst>
          </pc:cxnChg>
        </pc:sldLayoutChg>
        <pc:sldLayoutChg chg="modSp mod">
          <pc:chgData name="樵风 李" userId="a5e72eb62bb21fbf" providerId="LiveId" clId="{C09BEC0D-67A3-46BC-8FA4-6EFD95A84B91}" dt="2025-05-17T14:54:12.611" v="1650" actId="108"/>
          <pc:sldLayoutMkLst>
            <pc:docMk/>
            <pc:sldMasterMk cId="0" sldId="2147483648"/>
            <pc:sldLayoutMk cId="3384141274" sldId="2147483664"/>
          </pc:sldLayoutMkLst>
          <pc:spChg chg="mod">
            <ac:chgData name="樵风 李" userId="a5e72eb62bb21fbf" providerId="LiveId" clId="{C09BEC0D-67A3-46BC-8FA4-6EFD95A84B91}" dt="2025-05-17T14:54:07.358" v="1646" actId="108"/>
            <ac:spMkLst>
              <pc:docMk/>
              <pc:sldMasterMk cId="0" sldId="2147483648"/>
              <pc:sldLayoutMk cId="3384141274" sldId="2147483664"/>
              <ac:spMk id="12" creationId="{88F64CBD-E1D7-1576-6AB4-EDCCAD05BD00}"/>
            </ac:spMkLst>
          </pc:spChg>
          <pc:spChg chg="mod">
            <ac:chgData name="樵风 李" userId="a5e72eb62bb21fbf" providerId="LiveId" clId="{C09BEC0D-67A3-46BC-8FA4-6EFD95A84B91}" dt="2025-05-17T14:54:08.738" v="1647" actId="108"/>
            <ac:spMkLst>
              <pc:docMk/>
              <pc:sldMasterMk cId="0" sldId="2147483648"/>
              <pc:sldLayoutMk cId="3384141274" sldId="2147483664"/>
              <ac:spMk id="14" creationId="{615B4E74-234B-D460-640E-D18D047E8D75}"/>
            </ac:spMkLst>
          </pc:spChg>
          <pc:spChg chg="mod">
            <ac:chgData name="樵风 李" userId="a5e72eb62bb21fbf" providerId="LiveId" clId="{C09BEC0D-67A3-46BC-8FA4-6EFD95A84B91}" dt="2025-05-17T14:54:09.912" v="1648" actId="108"/>
            <ac:spMkLst>
              <pc:docMk/>
              <pc:sldMasterMk cId="0" sldId="2147483648"/>
              <pc:sldLayoutMk cId="3384141274" sldId="2147483664"/>
              <ac:spMk id="18" creationId="{CC6F5EC0-E90C-099D-440C-8A8C39973ADA}"/>
            </ac:spMkLst>
          </pc:spChg>
          <pc:spChg chg="mod">
            <ac:chgData name="樵风 李" userId="a5e72eb62bb21fbf" providerId="LiveId" clId="{C09BEC0D-67A3-46BC-8FA4-6EFD95A84B91}" dt="2025-05-17T14:54:01.940" v="1645" actId="207"/>
            <ac:spMkLst>
              <pc:docMk/>
              <pc:sldMasterMk cId="0" sldId="2147483648"/>
              <pc:sldLayoutMk cId="3384141274" sldId="2147483664"/>
              <ac:spMk id="22" creationId="{8760BA4D-77DD-1B7F-F7DF-37EE7DA28E86}"/>
            </ac:spMkLst>
          </pc:spChg>
          <pc:spChg chg="mod">
            <ac:chgData name="樵风 李" userId="a5e72eb62bb21fbf" providerId="LiveId" clId="{C09BEC0D-67A3-46BC-8FA4-6EFD95A84B91}" dt="2025-05-17T14:54:12.611" v="1650" actId="108"/>
            <ac:spMkLst>
              <pc:docMk/>
              <pc:sldMasterMk cId="0" sldId="2147483648"/>
              <pc:sldLayoutMk cId="3384141274" sldId="2147483664"/>
              <ac:spMk id="24" creationId="{4EDA7186-BB63-F49A-6396-C38F8DC480C3}"/>
            </ac:spMkLst>
          </pc:spChg>
          <pc:spChg chg="mod">
            <ac:chgData name="樵风 李" userId="a5e72eb62bb21fbf" providerId="LiveId" clId="{C09BEC0D-67A3-46BC-8FA4-6EFD95A84B91}" dt="2025-05-17T14:54:11.245" v="1649" actId="108"/>
            <ac:spMkLst>
              <pc:docMk/>
              <pc:sldMasterMk cId="0" sldId="2147483648"/>
              <pc:sldLayoutMk cId="3384141274" sldId="2147483664"/>
              <ac:spMk id="26" creationId="{9AC3A2CB-94EC-DACF-51E6-85757B67B78F}"/>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9750FFC-0F3B-46D2-BA58-57E12EC57382}" type="datetimeFigureOut">
              <a:rPr lang="zh-CN" altLang="en-US" smtClean="0"/>
              <a:t>2026/6/26</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2562828-623D-4309-A0BB-0121ED85FB4A}"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BC472-FB2F-DE1B-8800-63FDE3C31C4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D877AFE-BDBF-7E6F-48F4-482AF4F5E5D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962DD2C-998E-9E28-C92B-30BE3B5E36CD}"/>
              </a:ext>
            </a:extLst>
          </p:cNvPr>
          <p:cNvSpPr>
            <a:spLocks noGrp="1"/>
          </p:cNvSpPr>
          <p:nvPr>
            <p:ph type="body" idx="1"/>
          </p:nvPr>
        </p:nvSpPr>
        <p:spPr/>
        <p:txBody>
          <a:bodyPr/>
          <a:lstStyle/>
          <a:p>
            <a:endParaRPr kumimoji="1" lang="zh-CN" altLang="en-US" dirty="0"/>
          </a:p>
        </p:txBody>
      </p:sp>
      <p:sp>
        <p:nvSpPr>
          <p:cNvPr id="4" name="灯片编号占位符 3">
            <a:extLst>
              <a:ext uri="{FF2B5EF4-FFF2-40B4-BE49-F238E27FC236}">
                <a16:creationId xmlns:a16="http://schemas.microsoft.com/office/drawing/2014/main" id="{C7B6C9A4-2956-F867-ECBB-7D43103FAC47}"/>
              </a:ext>
            </a:extLst>
          </p:cNvPr>
          <p:cNvSpPr>
            <a:spLocks noGrp="1"/>
          </p:cNvSpPr>
          <p:nvPr>
            <p:ph type="sldNum" sz="quarter" idx="5"/>
          </p:nvPr>
        </p:nvSpPr>
        <p:spPr/>
        <p:txBody>
          <a:bodyPr/>
          <a:lstStyle/>
          <a:p>
            <a:fld id="{9CE52A67-746D-C548-9BE7-53CF3FF3E84D}" type="slidenum">
              <a:rPr lang="en-US" altLang="zh-CN" smtClean="0"/>
              <a:t>6</a:t>
            </a:fld>
            <a:endParaRPr lang="en-US" altLang="zh-CN"/>
          </a:p>
        </p:txBody>
      </p:sp>
    </p:spTree>
    <p:extLst>
      <p:ext uri="{BB962C8B-B14F-4D97-AF65-F5344CB8AC3E}">
        <p14:creationId xmlns:p14="http://schemas.microsoft.com/office/powerpoint/2010/main" val="32062879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12562828-623D-4309-A0BB-0121ED85FB4A}" type="slidenum">
              <a:rPr lang="zh-CN" altLang="en-US" smtClean="0"/>
              <a:t>8</a:t>
            </a:fld>
            <a:endParaRPr lang="zh-CN" altLang="en-US"/>
          </a:p>
        </p:txBody>
      </p:sp>
    </p:spTree>
    <p:extLst>
      <p:ext uri="{BB962C8B-B14F-4D97-AF65-F5344CB8AC3E}">
        <p14:creationId xmlns:p14="http://schemas.microsoft.com/office/powerpoint/2010/main" val="35074900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FE8691-1FEE-5D8C-AFEE-495FB381E17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22793A5-1489-893A-1BF7-E9481A1AF7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2814AF8-C950-5F90-2B1F-FAF4CF755A04}"/>
              </a:ext>
            </a:extLst>
          </p:cNvPr>
          <p:cNvSpPr>
            <a:spLocks noGrp="1"/>
          </p:cNvSpPr>
          <p:nvPr>
            <p:ph type="body" idx="1"/>
          </p:nvPr>
        </p:nvSpPr>
        <p:spPr/>
        <p:txBody>
          <a:bodyPr/>
          <a:lstStyle/>
          <a:p>
            <a:endParaRPr kumimoji="1" lang="zh-CN" altLang="en-US" dirty="0"/>
          </a:p>
        </p:txBody>
      </p:sp>
      <p:sp>
        <p:nvSpPr>
          <p:cNvPr id="4" name="灯片编号占位符 3">
            <a:extLst>
              <a:ext uri="{FF2B5EF4-FFF2-40B4-BE49-F238E27FC236}">
                <a16:creationId xmlns:a16="http://schemas.microsoft.com/office/drawing/2014/main" id="{2332EF30-50F5-4ED2-5A3C-B0D43519F362}"/>
              </a:ext>
            </a:extLst>
          </p:cNvPr>
          <p:cNvSpPr>
            <a:spLocks noGrp="1"/>
          </p:cNvSpPr>
          <p:nvPr>
            <p:ph type="sldNum" sz="quarter" idx="5"/>
          </p:nvPr>
        </p:nvSpPr>
        <p:spPr/>
        <p:txBody>
          <a:bodyPr/>
          <a:lstStyle/>
          <a:p>
            <a:fld id="{9CE52A67-746D-C548-9BE7-53CF3FF3E84D}" type="slidenum">
              <a:rPr lang="en-US" altLang="zh-CN" smtClean="0"/>
              <a:t>10</a:t>
            </a:fld>
            <a:endParaRPr lang="en-US" altLang="zh-CN"/>
          </a:p>
        </p:txBody>
      </p:sp>
    </p:spTree>
    <p:extLst>
      <p:ext uri="{BB962C8B-B14F-4D97-AF65-F5344CB8AC3E}">
        <p14:creationId xmlns:p14="http://schemas.microsoft.com/office/powerpoint/2010/main" val="19187116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16E315-89B2-4438-E724-5F16C29239E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411AF78-0937-4A39-D91C-329CD47DE29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1E4CAD60-5F99-5373-2FC0-DEA03252816B}"/>
              </a:ext>
            </a:extLst>
          </p:cNvPr>
          <p:cNvSpPr>
            <a:spLocks noGrp="1"/>
          </p:cNvSpPr>
          <p:nvPr>
            <p:ph type="body" idx="1"/>
          </p:nvPr>
        </p:nvSpPr>
        <p:spPr/>
        <p:txBody>
          <a:bodyPr/>
          <a:lstStyle/>
          <a:p>
            <a:endParaRPr kumimoji="1" lang="zh-CN" altLang="en-US" dirty="0"/>
          </a:p>
        </p:txBody>
      </p:sp>
      <p:sp>
        <p:nvSpPr>
          <p:cNvPr id="4" name="灯片编号占位符 3">
            <a:extLst>
              <a:ext uri="{FF2B5EF4-FFF2-40B4-BE49-F238E27FC236}">
                <a16:creationId xmlns:a16="http://schemas.microsoft.com/office/drawing/2014/main" id="{F9831A45-EE93-913E-1D61-9631A8AA8BFE}"/>
              </a:ext>
            </a:extLst>
          </p:cNvPr>
          <p:cNvSpPr>
            <a:spLocks noGrp="1"/>
          </p:cNvSpPr>
          <p:nvPr>
            <p:ph type="sldNum" sz="quarter" idx="5"/>
          </p:nvPr>
        </p:nvSpPr>
        <p:spPr/>
        <p:txBody>
          <a:bodyPr/>
          <a:lstStyle/>
          <a:p>
            <a:fld id="{9CE52A67-746D-C548-9BE7-53CF3FF3E84D}" type="slidenum">
              <a:rPr lang="en-US" altLang="zh-CN" smtClean="0"/>
              <a:t>11</a:t>
            </a:fld>
            <a:endParaRPr lang="en-US" altLang="zh-CN"/>
          </a:p>
        </p:txBody>
      </p:sp>
    </p:spTree>
    <p:extLst>
      <p:ext uri="{BB962C8B-B14F-4D97-AF65-F5344CB8AC3E}">
        <p14:creationId xmlns:p14="http://schemas.microsoft.com/office/powerpoint/2010/main" val="353168914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5.jpe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9.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封面">
    <p:spTree>
      <p:nvGrpSpPr>
        <p:cNvPr id="1" name=""/>
        <p:cNvGrpSpPr/>
        <p:nvPr/>
      </p:nvGrpSpPr>
      <p:grpSpPr>
        <a:xfrm>
          <a:off x="0" y="0"/>
          <a:ext cx="0" cy="0"/>
          <a:chOff x="0" y="0"/>
          <a:chExt cx="0" cy="0"/>
        </a:xfrm>
      </p:grpSpPr>
      <p:pic>
        <p:nvPicPr>
          <p:cNvPr id="55" name="图片 54">
            <a:extLst>
              <a:ext uri="{FF2B5EF4-FFF2-40B4-BE49-F238E27FC236}">
                <a16:creationId xmlns:a16="http://schemas.microsoft.com/office/drawing/2014/main" id="{4FFC13CA-9D2A-13C2-7DA2-A86DA9BEFB6F}"/>
              </a:ext>
            </a:extLst>
          </p:cNvPr>
          <p:cNvPicPr>
            <a:picLocks noChangeAspect="1"/>
          </p:cNvPicPr>
          <p:nvPr userDrawn="1"/>
        </p:nvPicPr>
        <p:blipFill>
          <a:blip r:embed="rId2">
            <a:alphaModFix amt="5000"/>
            <a:extLst>
              <a:ext uri="{28A0092B-C50C-407E-A947-70E740481C1C}">
                <a14:useLocalDpi xmlns:a14="http://schemas.microsoft.com/office/drawing/2010/main" val="0"/>
              </a:ext>
            </a:extLst>
          </a:blip>
          <a:srcRect l="10160" r="10160"/>
          <a:stretch/>
        </p:blipFill>
        <p:spPr>
          <a:xfrm>
            <a:off x="0" y="-12245"/>
            <a:ext cx="12192000" cy="6870246"/>
          </a:xfrm>
          <a:prstGeom prst="rect">
            <a:avLst/>
          </a:prstGeom>
        </p:spPr>
      </p:pic>
      <p:sp>
        <p:nvSpPr>
          <p:cNvPr id="10" name="矩形 9">
            <a:extLst>
              <a:ext uri="{FF2B5EF4-FFF2-40B4-BE49-F238E27FC236}">
                <a16:creationId xmlns:a16="http://schemas.microsoft.com/office/drawing/2014/main" id="{2FF98B44-DCFB-D047-EA58-31663C213743}"/>
              </a:ext>
            </a:extLst>
          </p:cNvPr>
          <p:cNvSpPr/>
          <p:nvPr userDrawn="1"/>
        </p:nvSpPr>
        <p:spPr>
          <a:xfrm>
            <a:off x="0" y="1061979"/>
            <a:ext cx="12192000" cy="2549053"/>
          </a:xfrm>
          <a:prstGeom prst="rect">
            <a:avLst/>
          </a:prstGeom>
          <a:gradFill>
            <a:gsLst>
              <a:gs pos="0">
                <a:schemeClr val="bg1">
                  <a:alpha val="64000"/>
                </a:schemeClr>
              </a:gs>
              <a:gs pos="100000">
                <a:schemeClr val="bg1">
                  <a:lumMod val="95000"/>
                  <a:alpha val="59000"/>
                </a:schemeClr>
              </a:gs>
            </a:gsLst>
            <a:lin ang="5400000" scaled="1"/>
          </a:gradFill>
          <a:ln>
            <a:noFill/>
          </a:ln>
          <a:effectLst>
            <a:outerShdw blurRad="50800" dist="50800" dir="5400000" algn="ctr" rotWithShape="0">
              <a:schemeClr val="accent1">
                <a:lumMod val="20000"/>
                <a:lumOff val="8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文本框 39">
            <a:extLst>
              <a:ext uri="{FF2B5EF4-FFF2-40B4-BE49-F238E27FC236}">
                <a16:creationId xmlns:a16="http://schemas.microsoft.com/office/drawing/2014/main" id="{627135E3-D645-40E5-5611-819D7A88A3DC}"/>
              </a:ext>
            </a:extLst>
          </p:cNvPr>
          <p:cNvSpPr txBox="1"/>
          <p:nvPr userDrawn="1"/>
        </p:nvSpPr>
        <p:spPr>
          <a:xfrm>
            <a:off x="4996113" y="3734783"/>
            <a:ext cx="2422693" cy="523220"/>
          </a:xfrm>
          <a:prstGeom prst="rect">
            <a:avLst/>
          </a:prstGeom>
          <a:noFill/>
        </p:spPr>
        <p:txBody>
          <a:bodyPr wrap="square" rtlCol="0">
            <a:spAutoFit/>
          </a:bodyPr>
          <a:lstStyle>
            <a:defPPr>
              <a:defRPr lang="zh-CN"/>
            </a:defPPr>
            <a:lvl1pPr>
              <a:defRPr b="1">
                <a:gradFill>
                  <a:gsLst>
                    <a:gs pos="0">
                      <a:srgbClr val="0D5DBD"/>
                    </a:gs>
                    <a:gs pos="100000">
                      <a:srgbClr val="0D4F9D"/>
                    </a:gs>
                  </a:gsLst>
                  <a:lin ang="5400000" scaled="1"/>
                </a:gradFill>
                <a:latin typeface="+mn-ea"/>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sz="2800" b="1" dirty="0">
                <a:latin typeface="黑体" panose="02010609060101010101" pitchFamily="49" charset="-122"/>
                <a:ea typeface="黑体" panose="02010609060101010101" pitchFamily="49" charset="-122"/>
              </a:rPr>
              <a:t>李樵风</a:t>
            </a:r>
            <a:endParaRPr lang="en-US" altLang="zh-CN" sz="2800" b="1" dirty="0">
              <a:latin typeface="黑体" panose="02010609060101010101" pitchFamily="49" charset="-122"/>
              <a:ea typeface="黑体" panose="02010609060101010101" pitchFamily="49" charset="-122"/>
            </a:endParaRPr>
          </a:p>
        </p:txBody>
      </p:sp>
      <p:grpSp>
        <p:nvGrpSpPr>
          <p:cNvPr id="13" name="组合 12">
            <a:extLst>
              <a:ext uri="{FF2B5EF4-FFF2-40B4-BE49-F238E27FC236}">
                <a16:creationId xmlns:a16="http://schemas.microsoft.com/office/drawing/2014/main" id="{50B6036A-7341-6A12-38D7-763EEA87F19C}"/>
              </a:ext>
            </a:extLst>
          </p:cNvPr>
          <p:cNvGrpSpPr/>
          <p:nvPr userDrawn="1"/>
        </p:nvGrpSpPr>
        <p:grpSpPr>
          <a:xfrm flipH="1">
            <a:off x="7418807" y="3847803"/>
            <a:ext cx="2193490" cy="335282"/>
            <a:chOff x="-162560" y="1991359"/>
            <a:chExt cx="2193490" cy="335282"/>
          </a:xfrm>
        </p:grpSpPr>
        <p:sp>
          <p:nvSpPr>
            <p:cNvPr id="14" name="平行四边形 13">
              <a:extLst>
                <a:ext uri="{FF2B5EF4-FFF2-40B4-BE49-F238E27FC236}">
                  <a16:creationId xmlns:a16="http://schemas.microsoft.com/office/drawing/2014/main" id="{5D8F77AD-D5FD-6420-C1DE-CD4C9CE3E751}"/>
                </a:ext>
              </a:extLst>
            </p:cNvPr>
            <p:cNvSpPr/>
            <p:nvPr/>
          </p:nvSpPr>
          <p:spPr>
            <a:xfrm>
              <a:off x="0" y="2103121"/>
              <a:ext cx="2030930" cy="223520"/>
            </a:xfrm>
            <a:prstGeom prst="parallelogram">
              <a:avLst/>
            </a:prstGeom>
            <a:gradFill flip="none" rotWithShape="1">
              <a:gsLst>
                <a:gs pos="0">
                  <a:schemeClr val="bg1">
                    <a:alpha val="0"/>
                  </a:schemeClr>
                </a:gs>
                <a:gs pos="100000">
                  <a:srgbClr val="0D5DBD"/>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gradFill>
                  <a:gsLst>
                    <a:gs pos="0">
                      <a:srgbClr val="0D5EFF"/>
                    </a:gs>
                    <a:gs pos="61000">
                      <a:srgbClr val="003AB4"/>
                    </a:gs>
                  </a:gsLst>
                  <a:lin ang="5400000" scaled="1"/>
                </a:gradFill>
                <a:effectLst/>
                <a:uLnTx/>
                <a:uFillTx/>
                <a:latin typeface="等线" panose="02010600030101010101" charset="-122"/>
                <a:ea typeface="等线" panose="02010600030101010101" charset="-122"/>
                <a:cs typeface="+mn-cs"/>
              </a:endParaRPr>
            </a:p>
          </p:txBody>
        </p:sp>
        <p:sp>
          <p:nvSpPr>
            <p:cNvPr id="15" name="平行四边形 14">
              <a:extLst>
                <a:ext uri="{FF2B5EF4-FFF2-40B4-BE49-F238E27FC236}">
                  <a16:creationId xmlns:a16="http://schemas.microsoft.com/office/drawing/2014/main" id="{4E300CB3-E485-7FA3-7222-78E802900748}"/>
                </a:ext>
              </a:extLst>
            </p:cNvPr>
            <p:cNvSpPr/>
            <p:nvPr/>
          </p:nvSpPr>
          <p:spPr>
            <a:xfrm>
              <a:off x="-162560" y="1991359"/>
              <a:ext cx="2030930" cy="203201"/>
            </a:xfrm>
            <a:prstGeom prst="parallelogram">
              <a:avLst/>
            </a:prstGeom>
            <a:gradFill flip="none" rotWithShape="1">
              <a:gsLst>
                <a:gs pos="0">
                  <a:schemeClr val="bg1">
                    <a:alpha val="0"/>
                  </a:schemeClr>
                </a:gs>
                <a:gs pos="100000">
                  <a:schemeClr val="accent5">
                    <a:lumMod val="20000"/>
                    <a:lumOff val="8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等线" panose="02010600030101010101" charset="-122"/>
                <a:cs typeface="+mn-cs"/>
              </a:endParaRPr>
            </a:p>
          </p:txBody>
        </p:sp>
      </p:grpSp>
      <p:grpSp>
        <p:nvGrpSpPr>
          <p:cNvPr id="16" name="组合 15">
            <a:extLst>
              <a:ext uri="{FF2B5EF4-FFF2-40B4-BE49-F238E27FC236}">
                <a16:creationId xmlns:a16="http://schemas.microsoft.com/office/drawing/2014/main" id="{F971A95D-4A67-F8A2-3984-FEDB8A384CC2}"/>
              </a:ext>
            </a:extLst>
          </p:cNvPr>
          <p:cNvGrpSpPr/>
          <p:nvPr userDrawn="1"/>
        </p:nvGrpSpPr>
        <p:grpSpPr>
          <a:xfrm>
            <a:off x="2802623" y="3847803"/>
            <a:ext cx="2193490" cy="335282"/>
            <a:chOff x="-162560" y="1991359"/>
            <a:chExt cx="2193490" cy="335282"/>
          </a:xfrm>
        </p:grpSpPr>
        <p:sp>
          <p:nvSpPr>
            <p:cNvPr id="17" name="平行四边形 16">
              <a:extLst>
                <a:ext uri="{FF2B5EF4-FFF2-40B4-BE49-F238E27FC236}">
                  <a16:creationId xmlns:a16="http://schemas.microsoft.com/office/drawing/2014/main" id="{E975D026-74A6-346F-5350-0304D7464354}"/>
                </a:ext>
              </a:extLst>
            </p:cNvPr>
            <p:cNvSpPr/>
            <p:nvPr/>
          </p:nvSpPr>
          <p:spPr>
            <a:xfrm>
              <a:off x="0" y="2103121"/>
              <a:ext cx="2030930" cy="223520"/>
            </a:xfrm>
            <a:prstGeom prst="parallelogram">
              <a:avLst/>
            </a:prstGeom>
            <a:gradFill flip="none" rotWithShape="1">
              <a:gsLst>
                <a:gs pos="0">
                  <a:schemeClr val="bg1">
                    <a:alpha val="0"/>
                  </a:schemeClr>
                </a:gs>
                <a:gs pos="100000">
                  <a:srgbClr val="0D5DBD"/>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gradFill>
                  <a:gsLst>
                    <a:gs pos="0">
                      <a:srgbClr val="0D5EFF"/>
                    </a:gs>
                    <a:gs pos="61000">
                      <a:srgbClr val="003AB4"/>
                    </a:gs>
                  </a:gsLst>
                  <a:lin ang="5400000" scaled="1"/>
                </a:gradFill>
                <a:effectLst/>
                <a:uLnTx/>
                <a:uFillTx/>
                <a:latin typeface="等线" panose="02010600030101010101" charset="-122"/>
                <a:ea typeface="等线" panose="02010600030101010101" charset="-122"/>
                <a:cs typeface="+mn-cs"/>
              </a:endParaRPr>
            </a:p>
          </p:txBody>
        </p:sp>
        <p:sp>
          <p:nvSpPr>
            <p:cNvPr id="18" name="平行四边形 17">
              <a:extLst>
                <a:ext uri="{FF2B5EF4-FFF2-40B4-BE49-F238E27FC236}">
                  <a16:creationId xmlns:a16="http://schemas.microsoft.com/office/drawing/2014/main" id="{3C7BEEB6-6758-C954-4A2A-D58F05908FD9}"/>
                </a:ext>
              </a:extLst>
            </p:cNvPr>
            <p:cNvSpPr/>
            <p:nvPr/>
          </p:nvSpPr>
          <p:spPr>
            <a:xfrm>
              <a:off x="-162560" y="1991359"/>
              <a:ext cx="2030930" cy="203201"/>
            </a:xfrm>
            <a:prstGeom prst="parallelogram">
              <a:avLst/>
            </a:prstGeom>
            <a:gradFill flip="none" rotWithShape="1">
              <a:gsLst>
                <a:gs pos="0">
                  <a:schemeClr val="bg1">
                    <a:alpha val="0"/>
                  </a:schemeClr>
                </a:gs>
                <a:gs pos="100000">
                  <a:schemeClr val="accent5">
                    <a:lumMod val="20000"/>
                    <a:lumOff val="8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等线" panose="02010600030101010101" charset="-122"/>
                <a:cs typeface="+mn-cs"/>
              </a:endParaRPr>
            </a:p>
          </p:txBody>
        </p:sp>
      </p:grpSp>
      <p:sp>
        <p:nvSpPr>
          <p:cNvPr id="20" name="矩形 19">
            <a:extLst>
              <a:ext uri="{FF2B5EF4-FFF2-40B4-BE49-F238E27FC236}">
                <a16:creationId xmlns:a16="http://schemas.microsoft.com/office/drawing/2014/main" id="{71AB3069-2954-9C2F-C728-DF189B0936FD}"/>
              </a:ext>
            </a:extLst>
          </p:cNvPr>
          <p:cNvSpPr/>
          <p:nvPr userDrawn="1"/>
        </p:nvSpPr>
        <p:spPr>
          <a:xfrm>
            <a:off x="0" y="129761"/>
            <a:ext cx="12167745" cy="524096"/>
          </a:xfrm>
          <a:prstGeom prst="rect">
            <a:avLst/>
          </a:prstGeom>
          <a:gradFill>
            <a:gsLst>
              <a:gs pos="57800">
                <a:schemeClr val="accent5">
                  <a:lumMod val="20000"/>
                  <a:lumOff val="80000"/>
                  <a:alpha val="54000"/>
                </a:schemeClr>
              </a:gs>
              <a:gs pos="0">
                <a:schemeClr val="accent5">
                  <a:lumMod val="20000"/>
                  <a:lumOff val="80000"/>
                  <a:alpha val="0"/>
                </a:schemeClr>
              </a:gs>
              <a:gs pos="100000">
                <a:schemeClr val="accent5">
                  <a:lumMod val="20000"/>
                  <a:lumOff val="80000"/>
                  <a:alpha val="0"/>
                </a:schemeClr>
              </a:gs>
            </a:gsLst>
            <a:lin ang="0" scaled="1"/>
          </a:gradFill>
          <a:ln w="12700" cap="flat" cmpd="sng" algn="ctr">
            <a:noFill/>
            <a:prstDash val="solid"/>
            <a:miter lim="800000"/>
          </a:ln>
          <a:effectLst>
            <a:outerShdw blurRad="381000" dist="127000" dir="2700000" algn="tl" rotWithShape="0">
              <a:srgbClr val="4472C4">
                <a:lumMod val="40000"/>
                <a:lumOff val="60000"/>
                <a:alpha val="80000"/>
              </a:srgbClr>
            </a:outerShdw>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7200" b="0" i="0" u="none" strike="noStrike" kern="0" cap="none" spc="0" normalizeH="0" baseline="0" noProof="0" dirty="0">
              <a:ln>
                <a:noFill/>
              </a:ln>
              <a:solidFill>
                <a:srgbClr val="EEF2F9"/>
              </a:solidFill>
              <a:effectLst/>
              <a:uLnTx/>
              <a:uFillTx/>
              <a:latin typeface="思源黑体 CN Medium" panose="020B0600000000000000" pitchFamily="34" charset="-122"/>
              <a:ea typeface="思源黑体 CN Medium" panose="020B0600000000000000" pitchFamily="34" charset="-122"/>
              <a:sym typeface="汉仪旗黑-55简" panose="00020600040101010101" pitchFamily="18" charset="-122"/>
            </a:endParaRPr>
          </a:p>
        </p:txBody>
      </p:sp>
      <p:sp>
        <p:nvSpPr>
          <p:cNvPr id="52" name="文本框 6">
            <a:extLst>
              <a:ext uri="{FF2B5EF4-FFF2-40B4-BE49-F238E27FC236}">
                <a16:creationId xmlns:a16="http://schemas.microsoft.com/office/drawing/2014/main" id="{ACF6DF33-A5E4-CDDD-DABC-444781844139}"/>
              </a:ext>
            </a:extLst>
          </p:cNvPr>
          <p:cNvSpPr txBox="1"/>
          <p:nvPr userDrawn="1"/>
        </p:nvSpPr>
        <p:spPr>
          <a:xfrm>
            <a:off x="1" y="172772"/>
            <a:ext cx="12192000" cy="460375"/>
          </a:xfrm>
          <a:prstGeom prst="rect">
            <a:avLst/>
          </a:prstGeom>
          <a:noFill/>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kumimoji="1" lang="en-US" altLang="zh-CN" sz="2400" b="1" dirty="0">
                <a:latin typeface="思源黑体 CN Medium" panose="020B0600000000000000" pitchFamily="34" charset="-122"/>
                <a:ea typeface="思源黑体 CN Medium" panose="020B0600000000000000" pitchFamily="34" charset="-122"/>
                <a:cs typeface="+mn-ea"/>
                <a:sym typeface="汉仪旗黑-55简" panose="00020600040101010101" pitchFamily="18" charset="-122"/>
              </a:rPr>
              <a:t>2025</a:t>
            </a:r>
            <a:r>
              <a:rPr kumimoji="1" lang="zh-CN" altLang="en-US" sz="2400" b="1" dirty="0">
                <a:latin typeface="思源黑体 CN Medium" panose="020B0600000000000000" pitchFamily="34" charset="-122"/>
                <a:ea typeface="思源黑体 CN Medium" panose="020B0600000000000000" pitchFamily="34" charset="-122"/>
                <a:cs typeface="+mn-ea"/>
                <a:sym typeface="汉仪旗黑-55简" panose="00020600040101010101" pitchFamily="18" charset="-122"/>
              </a:rPr>
              <a:t>届本科生毕业设计答辩</a:t>
            </a:r>
          </a:p>
        </p:txBody>
      </p:sp>
      <p:sp>
        <p:nvSpPr>
          <p:cNvPr id="53" name="矩形 52">
            <a:extLst>
              <a:ext uri="{FF2B5EF4-FFF2-40B4-BE49-F238E27FC236}">
                <a16:creationId xmlns:a16="http://schemas.microsoft.com/office/drawing/2014/main" id="{AFAD8D76-98F3-1526-B160-8A2B7AE69CF2}"/>
              </a:ext>
            </a:extLst>
          </p:cNvPr>
          <p:cNvSpPr/>
          <p:nvPr userDrawn="1"/>
        </p:nvSpPr>
        <p:spPr>
          <a:xfrm>
            <a:off x="-55879" y="1061980"/>
            <a:ext cx="12247880" cy="2549052"/>
          </a:xfrm>
          <a:prstGeom prst="rect">
            <a:avLst/>
          </a:prstGeom>
          <a:noFill/>
          <a:ln w="25400">
            <a:gradFill flip="none" rotWithShape="1">
              <a:gsLst>
                <a:gs pos="0">
                  <a:schemeClr val="accent1">
                    <a:lumMod val="5000"/>
                    <a:lumOff val="95000"/>
                    <a:alpha val="2000"/>
                  </a:schemeClr>
                </a:gs>
                <a:gs pos="53000">
                  <a:srgbClr val="16358E">
                    <a:alpha val="70000"/>
                  </a:srgbClr>
                </a:gs>
                <a:gs pos="100000">
                  <a:schemeClr val="accent3">
                    <a:lumMod val="20000"/>
                    <a:lumOff val="80000"/>
                    <a:alpha val="0"/>
                  </a:schemeClr>
                </a:gs>
              </a:gsLst>
              <a:lin ang="0" scaled="1"/>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a:p>
        </p:txBody>
      </p:sp>
      <p:sp>
        <p:nvSpPr>
          <p:cNvPr id="54" name="文本框 53">
            <a:extLst>
              <a:ext uri="{FF2B5EF4-FFF2-40B4-BE49-F238E27FC236}">
                <a16:creationId xmlns:a16="http://schemas.microsoft.com/office/drawing/2014/main" id="{1C3A80FD-D653-6D27-54CB-A0CED44495C9}"/>
              </a:ext>
            </a:extLst>
          </p:cNvPr>
          <p:cNvSpPr txBox="1"/>
          <p:nvPr userDrawn="1"/>
        </p:nvSpPr>
        <p:spPr>
          <a:xfrm>
            <a:off x="914400" y="1374952"/>
            <a:ext cx="10566400" cy="1938992"/>
          </a:xfrm>
          <a:prstGeom prst="rect">
            <a:avLst/>
          </a:prstGeom>
          <a:noFill/>
        </p:spPr>
        <p:txBody>
          <a:bodyPr wrap="square" rtlCol="0">
            <a:spAutoFit/>
          </a:bodyPr>
          <a:lstStyle/>
          <a:p>
            <a:pPr algn="ctr"/>
            <a:r>
              <a:rPr lang="zh-CN" altLang="en-US" sz="6000" b="1" dirty="0">
                <a:gradFill flip="none" rotWithShape="1">
                  <a:gsLst>
                    <a:gs pos="0">
                      <a:srgbClr val="0D5DBD"/>
                    </a:gs>
                    <a:gs pos="100000">
                      <a:srgbClr val="0D4F9D"/>
                    </a:gs>
                  </a:gsLst>
                  <a:lin ang="5400000" scaled="1"/>
                  <a:tileRect/>
                </a:gradFill>
                <a:latin typeface="黑体" panose="02010609060101010101" pitchFamily="49" charset="-122"/>
                <a:ea typeface="黑体" panose="02010609060101010101" pitchFamily="49" charset="-122"/>
              </a:rPr>
              <a:t>基于可微视图的三维场景重构方法研究</a:t>
            </a:r>
            <a:endParaRPr lang="zh-CN" altLang="en-US" sz="4000" b="1" spc="1500" dirty="0">
              <a:gradFill flip="none" rotWithShape="1">
                <a:gsLst>
                  <a:gs pos="0">
                    <a:srgbClr val="0D5DBD"/>
                  </a:gs>
                  <a:gs pos="100000">
                    <a:srgbClr val="0D4F9D"/>
                  </a:gs>
                </a:gsLst>
                <a:lin ang="5400000" scaled="1"/>
                <a:tileRect/>
              </a:gradFill>
              <a:latin typeface="黑体" panose="02010609060101010101" pitchFamily="49" charset="-122"/>
              <a:ea typeface="黑体" panose="02010609060101010101" pitchFamily="49" charset="-122"/>
            </a:endParaRPr>
          </a:p>
        </p:txBody>
      </p:sp>
      <p:sp>
        <p:nvSpPr>
          <p:cNvPr id="56" name="Text Box 16">
            <a:extLst>
              <a:ext uri="{FF2B5EF4-FFF2-40B4-BE49-F238E27FC236}">
                <a16:creationId xmlns:a16="http://schemas.microsoft.com/office/drawing/2014/main" id="{617BA131-375D-F5E2-0164-69FED8F5C42A}"/>
              </a:ext>
            </a:extLst>
          </p:cNvPr>
          <p:cNvSpPr txBox="1">
            <a:spLocks noChangeArrowheads="1"/>
          </p:cNvSpPr>
          <p:nvPr userDrawn="1"/>
        </p:nvSpPr>
        <p:spPr bwMode="auto">
          <a:xfrm>
            <a:off x="1517650" y="4234829"/>
            <a:ext cx="9359900" cy="5745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Calibri" panose="020F0502020204030204" charset="0"/>
                <a:ea typeface="宋体" panose="02010600030101010101" pitchFamily="2" charset="-122"/>
              </a:defRPr>
            </a:lvl1pPr>
            <a:lvl2pPr marL="742950" indent="-285750" eaLnBrk="0" hangingPunct="0">
              <a:defRPr>
                <a:solidFill>
                  <a:schemeClr val="tx1"/>
                </a:solidFill>
                <a:latin typeface="Calibri" panose="020F0502020204030204" charset="0"/>
                <a:ea typeface="宋体" panose="02010600030101010101" pitchFamily="2" charset="-122"/>
              </a:defRPr>
            </a:lvl2pPr>
            <a:lvl3pPr marL="1143000" indent="-228600" eaLnBrk="0" hangingPunct="0">
              <a:defRPr>
                <a:solidFill>
                  <a:schemeClr val="tx1"/>
                </a:solidFill>
                <a:latin typeface="Calibri" panose="020F0502020204030204" charset="0"/>
                <a:ea typeface="宋体" panose="02010600030101010101" pitchFamily="2" charset="-122"/>
              </a:defRPr>
            </a:lvl3pPr>
            <a:lvl4pPr marL="1600200" indent="-228600" eaLnBrk="0" hangingPunct="0">
              <a:defRPr>
                <a:solidFill>
                  <a:schemeClr val="tx1"/>
                </a:solidFill>
                <a:latin typeface="Calibri" panose="020F0502020204030204" charset="0"/>
                <a:ea typeface="宋体" panose="02010600030101010101" pitchFamily="2" charset="-122"/>
              </a:defRPr>
            </a:lvl4pPr>
            <a:lvl5pPr marL="2057400" indent="-228600" eaLnBrk="0" hangingPunct="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ctr">
              <a:lnSpc>
                <a:spcPct val="150000"/>
              </a:lnSpc>
            </a:pPr>
            <a:r>
              <a:rPr lang="zh-CN" altLang="en-US" sz="2400" kern="0" baseline="0" dirty="0">
                <a:latin typeface="Arial" panose="020B0604020202020204" pitchFamily="34" charset="0"/>
                <a:ea typeface="黑体" panose="02010609060101010101" pitchFamily="49" charset="-122"/>
              </a:rPr>
              <a:t>百人计划研究员，海外优青，</a:t>
            </a:r>
            <a:r>
              <a:rPr lang="en-US" altLang="zh-CN" sz="2400" kern="0" baseline="0" dirty="0">
                <a:latin typeface="Arial" panose="020B0604020202020204" pitchFamily="34" charset="0"/>
                <a:ea typeface="黑体" panose="02010609060101010101" pitchFamily="49" charset="-122"/>
              </a:rPr>
              <a:t>JKW</a:t>
            </a:r>
            <a:r>
              <a:rPr lang="zh-CN" altLang="en-US" sz="2400" kern="0" baseline="0" dirty="0">
                <a:latin typeface="Arial" panose="020B0604020202020204" pitchFamily="34" charset="0"/>
                <a:ea typeface="黑体" panose="02010609060101010101" pitchFamily="49" charset="-122"/>
              </a:rPr>
              <a:t>高层次青年人才，博士生导师</a:t>
            </a:r>
            <a:endParaRPr lang="en-US" altLang="zh-CN" sz="2400" kern="0" baseline="0" dirty="0">
              <a:latin typeface="Arial" panose="020B0604020202020204" pitchFamily="34" charset="0"/>
              <a:ea typeface="黑体" panose="02010609060101010101" pitchFamily="49" charset="-122"/>
            </a:endParaRPr>
          </a:p>
        </p:txBody>
      </p:sp>
      <p:sp>
        <p:nvSpPr>
          <p:cNvPr id="57" name="Text Box 16">
            <a:extLst>
              <a:ext uri="{FF2B5EF4-FFF2-40B4-BE49-F238E27FC236}">
                <a16:creationId xmlns:a16="http://schemas.microsoft.com/office/drawing/2014/main" id="{AA0EDB6F-44DF-FE9A-F0AE-ADBC128531C0}"/>
              </a:ext>
            </a:extLst>
          </p:cNvPr>
          <p:cNvSpPr txBox="1">
            <a:spLocks noChangeArrowheads="1"/>
          </p:cNvSpPr>
          <p:nvPr userDrawn="1"/>
        </p:nvSpPr>
        <p:spPr bwMode="auto">
          <a:xfrm>
            <a:off x="1517649" y="4809410"/>
            <a:ext cx="9359900" cy="5745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Calibri" panose="020F0502020204030204" charset="0"/>
                <a:ea typeface="宋体" panose="02010600030101010101" pitchFamily="2" charset="-122"/>
              </a:defRPr>
            </a:lvl1pPr>
            <a:lvl2pPr marL="742950" indent="-285750" eaLnBrk="0" hangingPunct="0">
              <a:defRPr>
                <a:solidFill>
                  <a:schemeClr val="tx1"/>
                </a:solidFill>
                <a:latin typeface="Calibri" panose="020F0502020204030204" charset="0"/>
                <a:ea typeface="宋体" panose="02010600030101010101" pitchFamily="2" charset="-122"/>
              </a:defRPr>
            </a:lvl2pPr>
            <a:lvl3pPr marL="1143000" indent="-228600" eaLnBrk="0" hangingPunct="0">
              <a:defRPr>
                <a:solidFill>
                  <a:schemeClr val="tx1"/>
                </a:solidFill>
                <a:latin typeface="Calibri" panose="020F0502020204030204" charset="0"/>
                <a:ea typeface="宋体" panose="02010600030101010101" pitchFamily="2" charset="-122"/>
              </a:defRPr>
            </a:lvl3pPr>
            <a:lvl4pPr marL="1600200" indent="-228600" eaLnBrk="0" hangingPunct="0">
              <a:defRPr>
                <a:solidFill>
                  <a:schemeClr val="tx1"/>
                </a:solidFill>
                <a:latin typeface="Calibri" panose="020F0502020204030204" charset="0"/>
                <a:ea typeface="宋体" panose="02010600030101010101" pitchFamily="2" charset="-122"/>
              </a:defRPr>
            </a:lvl4pPr>
            <a:lvl5pPr marL="2057400" indent="-228600" eaLnBrk="0" hangingPunct="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ctr">
              <a:lnSpc>
                <a:spcPct val="150000"/>
              </a:lnSpc>
            </a:pPr>
            <a:r>
              <a:rPr lang="zh-CN" altLang="en-US" sz="2400" kern="0" baseline="0" dirty="0">
                <a:latin typeface="Arial" panose="020B0604020202020204" pitchFamily="34" charset="0"/>
                <a:ea typeface="黑体" panose="02010609060101010101" pitchFamily="49" charset="-122"/>
              </a:rPr>
              <a:t>浙江大学，机械工程学院，物理与计算智能实验室</a:t>
            </a:r>
            <a:endParaRPr lang="en-US" altLang="zh-CN" sz="2400" kern="0" baseline="0" dirty="0">
              <a:latin typeface="Arial" panose="020B0604020202020204" pitchFamily="34" charset="0"/>
              <a:ea typeface="黑体" panose="02010609060101010101" pitchFamily="49" charset="-122"/>
            </a:endParaRPr>
          </a:p>
        </p:txBody>
      </p:sp>
      <p:sp>
        <p:nvSpPr>
          <p:cNvPr id="58" name="日期占位符 3">
            <a:extLst>
              <a:ext uri="{FF2B5EF4-FFF2-40B4-BE49-F238E27FC236}">
                <a16:creationId xmlns:a16="http://schemas.microsoft.com/office/drawing/2014/main" id="{9A82D79C-1A88-55F1-0019-8670A939C13C}"/>
              </a:ext>
            </a:extLst>
          </p:cNvPr>
          <p:cNvSpPr>
            <a:spLocks noGrp="1"/>
          </p:cNvSpPr>
          <p:nvPr>
            <p:ph type="dt" sz="half" idx="10"/>
          </p:nvPr>
        </p:nvSpPr>
        <p:spPr>
          <a:xfrm>
            <a:off x="9437245" y="13163"/>
            <a:ext cx="2743200" cy="365125"/>
          </a:xfrm>
        </p:spPr>
        <p:txBody>
          <a:bodyPr/>
          <a:lstStyle>
            <a:lvl1pPr algn="r">
              <a:defRPr sz="2400" baseline="0">
                <a:solidFill>
                  <a:schemeClr val="tx1"/>
                </a:solidFill>
                <a:latin typeface="Arial" panose="020B0604020202020204" pitchFamily="34" charset="0"/>
                <a:ea typeface="黑体" panose="02010609060101010101" pitchFamily="49" charset="-122"/>
                <a:cs typeface="Arial" panose="020B0604020202020204" pitchFamily="34" charset="0"/>
              </a:defRPr>
            </a:lvl1pPr>
          </a:lstStyle>
          <a:p>
            <a:fld id="{D261FCEA-B1C0-45DC-84FC-2EE16B4955AF}" type="datetimeFigureOut">
              <a:rPr lang="zh-CN" altLang="en-US" smtClean="0"/>
              <a:pPr/>
              <a:t>2026/6/26</a:t>
            </a:fld>
            <a:endParaRPr lang="zh-CN" altLang="en-US" dirty="0"/>
          </a:p>
        </p:txBody>
      </p:sp>
      <p:pic>
        <p:nvPicPr>
          <p:cNvPr id="1026" name="Picture 2" descr="浙江大学-四川久光科技有限公司">
            <a:extLst>
              <a:ext uri="{FF2B5EF4-FFF2-40B4-BE49-F238E27FC236}">
                <a16:creationId xmlns:a16="http://schemas.microsoft.com/office/drawing/2014/main" id="{A61CDC51-9675-C827-819A-5251E6213FB7}"/>
              </a:ext>
            </a:extLst>
          </p:cNvPr>
          <p:cNvPicPr>
            <a:picLocks noChangeAspect="1" noChangeArrowheads="1"/>
          </p:cNvPicPr>
          <p:nvPr userDrawn="1"/>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t="29557" b="25721"/>
          <a:stretch/>
        </p:blipFill>
        <p:spPr bwMode="auto">
          <a:xfrm>
            <a:off x="904451" y="5701409"/>
            <a:ext cx="2228851" cy="797434"/>
          </a:xfrm>
          <a:prstGeom prst="rect">
            <a:avLst/>
          </a:prstGeom>
          <a:noFill/>
          <a:extLst>
            <a:ext uri="{909E8E84-426E-40DD-AFC4-6F175D3DCCD1}">
              <a14:hiddenFill xmlns:a14="http://schemas.microsoft.com/office/drawing/2010/main">
                <a:solidFill>
                  <a:srgbClr val="FFFFFF"/>
                </a:solidFill>
              </a14:hiddenFill>
            </a:ext>
          </a:extLst>
        </p:spPr>
      </p:pic>
      <p:grpSp>
        <p:nvGrpSpPr>
          <p:cNvPr id="59" name="组合 58">
            <a:extLst>
              <a:ext uri="{FF2B5EF4-FFF2-40B4-BE49-F238E27FC236}">
                <a16:creationId xmlns:a16="http://schemas.microsoft.com/office/drawing/2014/main" id="{0BEFDA7D-955D-5AF7-7F5C-BAE8C07D0132}"/>
              </a:ext>
            </a:extLst>
          </p:cNvPr>
          <p:cNvGrpSpPr/>
          <p:nvPr userDrawn="1"/>
        </p:nvGrpSpPr>
        <p:grpSpPr>
          <a:xfrm>
            <a:off x="4163907" y="5762411"/>
            <a:ext cx="4158605" cy="641524"/>
            <a:chOff x="2662803" y="5897880"/>
            <a:chExt cx="4158605" cy="641524"/>
          </a:xfrm>
        </p:grpSpPr>
        <p:pic>
          <p:nvPicPr>
            <p:cNvPr id="1028" name="Picture 4" descr="学院简介_学院概况_浙江大学机械工程学院110周年院庆官网">
              <a:extLst>
                <a:ext uri="{FF2B5EF4-FFF2-40B4-BE49-F238E27FC236}">
                  <a16:creationId xmlns:a16="http://schemas.microsoft.com/office/drawing/2014/main" id="{CC145EAE-9577-2528-5460-7BC163EA0937}"/>
                </a:ext>
              </a:extLst>
            </p:cNvPr>
            <p:cNvPicPr>
              <a:picLocks noChangeAspect="1" noChangeArrowheads="1"/>
            </p:cNvPicPr>
            <p:nvPr userDrawn="1"/>
          </p:nvPicPr>
          <p:blipFill rotWithShape="1">
            <a:blip r:embed="rId4">
              <a:extLst>
                <a:ext uri="{28A0092B-C50C-407E-A947-70E740481C1C}">
                  <a14:useLocalDpi xmlns:a14="http://schemas.microsoft.com/office/drawing/2010/main" val="0"/>
                </a:ext>
              </a:extLst>
            </a:blip>
            <a:srcRect l="16579"/>
            <a:stretch/>
          </p:blipFill>
          <p:spPr bwMode="auto">
            <a:xfrm>
              <a:off x="3360206" y="5897880"/>
              <a:ext cx="3461202" cy="63197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浙江大学机械工程学院图册_360百科">
              <a:extLst>
                <a:ext uri="{FF2B5EF4-FFF2-40B4-BE49-F238E27FC236}">
                  <a16:creationId xmlns:a16="http://schemas.microsoft.com/office/drawing/2014/main" id="{A96FAECE-6715-2158-0ADF-8B164F3E979C}"/>
                </a:ext>
              </a:extLst>
            </p:cNvPr>
            <p:cNvPicPr>
              <a:picLocks noChangeAspect="1" noChangeArrowheads="1"/>
            </p:cNvPicPr>
            <p:nvPr userDrawn="1"/>
          </p:nvPicPr>
          <p:blipFill>
            <a:blip r:embed="rId5"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662803" y="5897880"/>
              <a:ext cx="641524" cy="641524"/>
            </a:xfrm>
            <a:prstGeom prst="rect">
              <a:avLst/>
            </a:prstGeom>
            <a:noFill/>
            <a:extLst>
              <a:ext uri="{909E8E84-426E-40DD-AFC4-6F175D3DCCD1}">
                <a14:hiddenFill xmlns:a14="http://schemas.microsoft.com/office/drawing/2010/main">
                  <a:solidFill>
                    <a:srgbClr val="FFFFFF"/>
                  </a:solidFill>
                </a14:hiddenFill>
              </a:ext>
            </a:extLst>
          </p:spPr>
        </p:pic>
      </p:grpSp>
      <p:pic>
        <p:nvPicPr>
          <p:cNvPr id="61" name="图片 60">
            <a:extLst>
              <a:ext uri="{FF2B5EF4-FFF2-40B4-BE49-F238E27FC236}">
                <a16:creationId xmlns:a16="http://schemas.microsoft.com/office/drawing/2014/main" id="{72E72175-34A4-F774-642B-53D5D0EA70C6}"/>
              </a:ext>
            </a:extLst>
          </p:cNvPr>
          <p:cNvPicPr>
            <a:picLocks noChangeAspect="1"/>
          </p:cNvPicPr>
          <p:nvPr userDrawn="1"/>
        </p:nvPicPr>
        <p:blipFill>
          <a:blip r:embed="rId6">
            <a:clrChange>
              <a:clrFrom>
                <a:srgbClr val="FFFFFF"/>
              </a:clrFrom>
              <a:clrTo>
                <a:srgbClr val="FFFFFF">
                  <a:alpha val="0"/>
                </a:srgbClr>
              </a:clrTo>
            </a:clrChange>
          </a:blip>
          <a:srcRect l="6140" t="7974" r="12378" b="7565"/>
          <a:stretch/>
        </p:blipFill>
        <p:spPr>
          <a:xfrm>
            <a:off x="9208346" y="5409894"/>
            <a:ext cx="1942254" cy="1052227"/>
          </a:xfrm>
          <a:prstGeom prst="rect">
            <a:avLst/>
          </a:prstGeom>
        </p:spPr>
      </p:pic>
      <p:sp>
        <p:nvSpPr>
          <p:cNvPr id="62" name="文本框 61">
            <a:extLst>
              <a:ext uri="{FF2B5EF4-FFF2-40B4-BE49-F238E27FC236}">
                <a16:creationId xmlns:a16="http://schemas.microsoft.com/office/drawing/2014/main" id="{873D9C00-8BB4-8A23-D2B9-8A17A1009CE7}"/>
              </a:ext>
            </a:extLst>
          </p:cNvPr>
          <p:cNvSpPr txBox="1"/>
          <p:nvPr userDrawn="1"/>
        </p:nvSpPr>
        <p:spPr>
          <a:xfrm>
            <a:off x="8982498" y="6412569"/>
            <a:ext cx="2393950" cy="369332"/>
          </a:xfrm>
          <a:prstGeom prst="rect">
            <a:avLst/>
          </a:prstGeom>
          <a:noFill/>
        </p:spPr>
        <p:txBody>
          <a:bodyPr wrap="square" rtlCol="0">
            <a:spAutoFit/>
          </a:bodyPr>
          <a:lstStyle/>
          <a:p>
            <a:pPr algn="ctr"/>
            <a:r>
              <a:rPr lang="en-US" altLang="zh-CN" dirty="0">
                <a:latin typeface="Arial" panose="020B0604020202020204" pitchFamily="34" charset="0"/>
                <a:cs typeface="Arial" panose="020B0604020202020204" pitchFamily="34" charset="0"/>
              </a:rPr>
              <a:t>www.ligroupzju.com</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594705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
    <p:spTree>
      <p:nvGrpSpPr>
        <p:cNvPr id="1" name=""/>
        <p:cNvGrpSpPr/>
        <p:nvPr/>
      </p:nvGrpSpPr>
      <p:grpSpPr>
        <a:xfrm>
          <a:off x="0" y="0"/>
          <a:ext cx="0" cy="0"/>
          <a:chOff x="0" y="0"/>
          <a:chExt cx="0" cy="0"/>
        </a:xfrm>
      </p:grpSpPr>
      <p:cxnSp>
        <p:nvCxnSpPr>
          <p:cNvPr id="7" name="直接连接符 6">
            <a:extLst>
              <a:ext uri="{FF2B5EF4-FFF2-40B4-BE49-F238E27FC236}">
                <a16:creationId xmlns:a16="http://schemas.microsoft.com/office/drawing/2014/main" id="{6F86B8C1-A4E5-0374-D431-CAB13D4E2147}"/>
              </a:ext>
            </a:extLst>
          </p:cNvPr>
          <p:cNvCxnSpPr>
            <a:cxnSpLocks/>
          </p:cNvCxnSpPr>
          <p:nvPr userDrawn="1"/>
        </p:nvCxnSpPr>
        <p:spPr>
          <a:xfrm>
            <a:off x="4796222" y="1280018"/>
            <a:ext cx="2571750" cy="0"/>
          </a:xfrm>
          <a:prstGeom prst="line">
            <a:avLst/>
          </a:prstGeom>
          <a:ln w="381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27B6E52E-5AFC-C64A-E094-D0BB2850E013}"/>
              </a:ext>
            </a:extLst>
          </p:cNvPr>
          <p:cNvSpPr txBox="1"/>
          <p:nvPr userDrawn="1"/>
        </p:nvSpPr>
        <p:spPr>
          <a:xfrm>
            <a:off x="5012122" y="474025"/>
            <a:ext cx="2139950" cy="584775"/>
          </a:xfrm>
          <a:prstGeom prst="rect">
            <a:avLst/>
          </a:prstGeom>
          <a:noFill/>
        </p:spPr>
        <p:txBody>
          <a:bodyPr wrap="square" rtlCol="0">
            <a:spAutoFit/>
          </a:bodyPr>
          <a:lstStyle/>
          <a:p>
            <a:pPr algn="ctr"/>
            <a:r>
              <a:rPr lang="zh-CN" altLang="en-US" sz="3200" b="1" kern="1200" dirty="0">
                <a:solidFill>
                  <a:srgbClr val="C00000"/>
                </a:solidFill>
                <a:latin typeface="黑体" panose="02010609060101010101" pitchFamily="49" charset="-122"/>
                <a:ea typeface="黑体" panose="02010609060101010101" pitchFamily="49" charset="-122"/>
                <a:cs typeface="+mn-cs"/>
              </a:rPr>
              <a:t>汇报内容</a:t>
            </a:r>
            <a:endParaRPr lang="en-US" sz="3200" b="1" kern="1200" dirty="0">
              <a:solidFill>
                <a:srgbClr val="C00000"/>
              </a:solidFill>
              <a:latin typeface="黑体" panose="02010609060101010101" pitchFamily="49" charset="-122"/>
              <a:ea typeface="黑体" panose="02010609060101010101" pitchFamily="49" charset="-122"/>
              <a:cs typeface="+mn-cs"/>
            </a:endParaRPr>
          </a:p>
        </p:txBody>
      </p:sp>
      <p:sp>
        <p:nvSpPr>
          <p:cNvPr id="9" name="文本框 8">
            <a:extLst>
              <a:ext uri="{FF2B5EF4-FFF2-40B4-BE49-F238E27FC236}">
                <a16:creationId xmlns:a16="http://schemas.microsoft.com/office/drawing/2014/main" id="{928D1081-C23A-CE3B-5F2A-1544B4D5AFF1}"/>
              </a:ext>
            </a:extLst>
          </p:cNvPr>
          <p:cNvSpPr txBox="1"/>
          <p:nvPr userDrawn="1"/>
        </p:nvSpPr>
        <p:spPr>
          <a:xfrm>
            <a:off x="5887365" y="1793337"/>
            <a:ext cx="2120900" cy="584775"/>
          </a:xfrm>
          <a:prstGeom prst="rect">
            <a:avLst/>
          </a:prstGeom>
          <a:noFill/>
        </p:spPr>
        <p:txBody>
          <a:bodyPr wrap="square" rtlCol="0">
            <a:spAutoFit/>
          </a:bodyPr>
          <a:lstStyle/>
          <a:p>
            <a:pPr marL="0" algn="l" defTabSz="914400" rtl="0" eaLnBrk="1" latinLnBrk="0" hangingPunct="1"/>
            <a:r>
              <a:rPr lang="zh-CN" altLang="en-US" sz="32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rPr>
              <a:t>研究背景</a:t>
            </a:r>
            <a:endParaRPr lang="en-US" sz="32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endParaRPr>
          </a:p>
        </p:txBody>
      </p:sp>
      <p:sp>
        <p:nvSpPr>
          <p:cNvPr id="10" name="文本框 9">
            <a:extLst>
              <a:ext uri="{FF2B5EF4-FFF2-40B4-BE49-F238E27FC236}">
                <a16:creationId xmlns:a16="http://schemas.microsoft.com/office/drawing/2014/main" id="{D99BA90C-59A7-7A91-4E8A-27D284EB6D55}"/>
              </a:ext>
            </a:extLst>
          </p:cNvPr>
          <p:cNvSpPr txBox="1"/>
          <p:nvPr userDrawn="1"/>
        </p:nvSpPr>
        <p:spPr>
          <a:xfrm>
            <a:off x="4693565" y="1793337"/>
            <a:ext cx="488950" cy="584775"/>
          </a:xfrm>
          <a:prstGeom prst="rect">
            <a:avLst/>
          </a:prstGeom>
          <a:noFill/>
        </p:spPr>
        <p:txBody>
          <a:bodyPr wrap="square" rtlCol="0">
            <a:spAutoFit/>
          </a:bodyPr>
          <a:lstStyle/>
          <a:p>
            <a:r>
              <a:rPr lang="en-US" altLang="zh-CN" sz="32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rPr>
              <a:t>1</a:t>
            </a:r>
            <a:endParaRPr lang="en-US" sz="32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endParaRPr>
          </a:p>
        </p:txBody>
      </p:sp>
      <p:sp>
        <p:nvSpPr>
          <p:cNvPr id="12" name="文本框 11">
            <a:extLst>
              <a:ext uri="{FF2B5EF4-FFF2-40B4-BE49-F238E27FC236}">
                <a16:creationId xmlns:a16="http://schemas.microsoft.com/office/drawing/2014/main" id="{88F64CBD-E1D7-1576-6AB4-EDCCAD05BD00}"/>
              </a:ext>
            </a:extLst>
          </p:cNvPr>
          <p:cNvSpPr txBox="1"/>
          <p:nvPr userDrawn="1"/>
        </p:nvSpPr>
        <p:spPr>
          <a:xfrm>
            <a:off x="4693565" y="2844225"/>
            <a:ext cx="488950" cy="584775"/>
          </a:xfrm>
          <a:prstGeom prst="rect">
            <a:avLst/>
          </a:prstGeom>
          <a:noFill/>
        </p:spPr>
        <p:txBody>
          <a:bodyPr wrap="square" rtlCol="0">
            <a:spAutoFit/>
          </a:bodyPr>
          <a:lstStyle/>
          <a:p>
            <a:r>
              <a:rPr lang="en-US" altLang="zh-CN" sz="32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rPr>
              <a:t>2</a:t>
            </a:r>
            <a:endParaRPr lang="en-US" sz="32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endParaRPr>
          </a:p>
        </p:txBody>
      </p:sp>
      <p:sp>
        <p:nvSpPr>
          <p:cNvPr id="14" name="文本框 13">
            <a:extLst>
              <a:ext uri="{FF2B5EF4-FFF2-40B4-BE49-F238E27FC236}">
                <a16:creationId xmlns:a16="http://schemas.microsoft.com/office/drawing/2014/main" id="{615B4E74-234B-D460-640E-D18D047E8D75}"/>
              </a:ext>
            </a:extLst>
          </p:cNvPr>
          <p:cNvSpPr txBox="1"/>
          <p:nvPr userDrawn="1"/>
        </p:nvSpPr>
        <p:spPr>
          <a:xfrm>
            <a:off x="4693565" y="3906591"/>
            <a:ext cx="488950" cy="584775"/>
          </a:xfrm>
          <a:prstGeom prst="rect">
            <a:avLst/>
          </a:prstGeom>
          <a:noFill/>
        </p:spPr>
        <p:txBody>
          <a:bodyPr wrap="square" rtlCol="0">
            <a:spAutoFit/>
          </a:bodyPr>
          <a:lstStyle/>
          <a:p>
            <a:r>
              <a:rPr lang="en-US" altLang="zh-CN" sz="32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rPr>
              <a:t>3</a:t>
            </a:r>
            <a:endParaRPr lang="en-US" sz="32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endParaRPr>
          </a:p>
        </p:txBody>
      </p:sp>
      <p:cxnSp>
        <p:nvCxnSpPr>
          <p:cNvPr id="16" name="直接连接符 15">
            <a:extLst>
              <a:ext uri="{FF2B5EF4-FFF2-40B4-BE49-F238E27FC236}">
                <a16:creationId xmlns:a16="http://schemas.microsoft.com/office/drawing/2014/main" id="{2CB18B84-0CC4-C1D5-CD90-10E1286E5561}"/>
              </a:ext>
            </a:extLst>
          </p:cNvPr>
          <p:cNvCxnSpPr>
            <a:cxnSpLocks/>
          </p:cNvCxnSpPr>
          <p:nvPr userDrawn="1"/>
        </p:nvCxnSpPr>
        <p:spPr>
          <a:xfrm flipV="1">
            <a:off x="5465090" y="1829065"/>
            <a:ext cx="0" cy="513319"/>
          </a:xfrm>
          <a:prstGeom prst="line">
            <a:avLst/>
          </a:prstGeom>
          <a:ln w="381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CC6F5EC0-E90C-099D-440C-8A8C39973ADA}"/>
              </a:ext>
            </a:extLst>
          </p:cNvPr>
          <p:cNvSpPr txBox="1"/>
          <p:nvPr userDrawn="1"/>
        </p:nvSpPr>
        <p:spPr>
          <a:xfrm>
            <a:off x="4693565" y="4968957"/>
            <a:ext cx="488950" cy="584775"/>
          </a:xfrm>
          <a:prstGeom prst="rect">
            <a:avLst/>
          </a:prstGeom>
          <a:noFill/>
        </p:spPr>
        <p:txBody>
          <a:bodyPr wrap="square" rtlCol="0">
            <a:spAutoFit/>
          </a:bodyPr>
          <a:lstStyle/>
          <a:p>
            <a:r>
              <a:rPr lang="en-US" altLang="zh-CN" sz="32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rPr>
              <a:t>4</a:t>
            </a:r>
            <a:endParaRPr lang="en-US" sz="32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endParaRPr>
          </a:p>
        </p:txBody>
      </p:sp>
      <p:sp>
        <p:nvSpPr>
          <p:cNvPr id="22" name="文本框 21">
            <a:extLst>
              <a:ext uri="{FF2B5EF4-FFF2-40B4-BE49-F238E27FC236}">
                <a16:creationId xmlns:a16="http://schemas.microsoft.com/office/drawing/2014/main" id="{8760BA4D-77DD-1B7F-F7DF-37EE7DA28E86}"/>
              </a:ext>
            </a:extLst>
          </p:cNvPr>
          <p:cNvSpPr txBox="1"/>
          <p:nvPr userDrawn="1"/>
        </p:nvSpPr>
        <p:spPr>
          <a:xfrm>
            <a:off x="5887365" y="2844225"/>
            <a:ext cx="2309282" cy="584775"/>
          </a:xfrm>
          <a:prstGeom prst="rect">
            <a:avLst/>
          </a:prstGeom>
          <a:noFill/>
        </p:spPr>
        <p:txBody>
          <a:bodyPr wrap="square" rtlCol="0">
            <a:spAutoFit/>
          </a:bodyPr>
          <a:lstStyle/>
          <a:p>
            <a:pPr marL="0" algn="l" defTabSz="914400" rtl="0" eaLnBrk="1" latinLnBrk="0" hangingPunct="1"/>
            <a:r>
              <a:rPr lang="zh-CN" altLang="en-US" sz="32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rPr>
              <a:t>研究内容一</a:t>
            </a:r>
            <a:endParaRPr lang="en-US" sz="32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endParaRPr>
          </a:p>
        </p:txBody>
      </p:sp>
      <p:cxnSp>
        <p:nvCxnSpPr>
          <p:cNvPr id="23" name="直接连接符 22">
            <a:extLst>
              <a:ext uri="{FF2B5EF4-FFF2-40B4-BE49-F238E27FC236}">
                <a16:creationId xmlns:a16="http://schemas.microsoft.com/office/drawing/2014/main" id="{82666F06-DF13-E50B-052C-F60669CA75F2}"/>
              </a:ext>
            </a:extLst>
          </p:cNvPr>
          <p:cNvCxnSpPr>
            <a:cxnSpLocks/>
          </p:cNvCxnSpPr>
          <p:nvPr userDrawn="1"/>
        </p:nvCxnSpPr>
        <p:spPr>
          <a:xfrm flipV="1">
            <a:off x="5465090" y="2879953"/>
            <a:ext cx="0" cy="513319"/>
          </a:xfrm>
          <a:prstGeom prst="line">
            <a:avLst/>
          </a:prstGeom>
          <a:ln w="381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4EDA7186-BB63-F49A-6396-C38F8DC480C3}"/>
              </a:ext>
            </a:extLst>
          </p:cNvPr>
          <p:cNvSpPr txBox="1"/>
          <p:nvPr userDrawn="1"/>
        </p:nvSpPr>
        <p:spPr>
          <a:xfrm>
            <a:off x="5887365" y="3906591"/>
            <a:ext cx="2474378" cy="584775"/>
          </a:xfrm>
          <a:prstGeom prst="rect">
            <a:avLst/>
          </a:prstGeom>
          <a:noFill/>
        </p:spPr>
        <p:txBody>
          <a:bodyPr wrap="square" rtlCol="0">
            <a:spAutoFit/>
          </a:bodyPr>
          <a:lstStyle/>
          <a:p>
            <a:pPr marL="0" algn="l" defTabSz="914400" rtl="0" eaLnBrk="1" latinLnBrk="0" hangingPunct="1"/>
            <a:r>
              <a:rPr lang="zh-CN" altLang="en-US" sz="32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rPr>
              <a:t>研究内容二</a:t>
            </a:r>
            <a:endParaRPr lang="en-US" sz="32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endParaRPr>
          </a:p>
        </p:txBody>
      </p:sp>
      <p:cxnSp>
        <p:nvCxnSpPr>
          <p:cNvPr id="25" name="直接连接符 24">
            <a:extLst>
              <a:ext uri="{FF2B5EF4-FFF2-40B4-BE49-F238E27FC236}">
                <a16:creationId xmlns:a16="http://schemas.microsoft.com/office/drawing/2014/main" id="{C9B937F3-8350-4D1B-0967-2F793302B055}"/>
              </a:ext>
            </a:extLst>
          </p:cNvPr>
          <p:cNvCxnSpPr>
            <a:cxnSpLocks/>
          </p:cNvCxnSpPr>
          <p:nvPr userDrawn="1"/>
        </p:nvCxnSpPr>
        <p:spPr>
          <a:xfrm flipV="1">
            <a:off x="5465090" y="3942319"/>
            <a:ext cx="0" cy="513319"/>
          </a:xfrm>
          <a:prstGeom prst="line">
            <a:avLst/>
          </a:prstGeom>
          <a:ln w="381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9AC3A2CB-94EC-DACF-51E6-85757B67B78F}"/>
              </a:ext>
            </a:extLst>
          </p:cNvPr>
          <p:cNvSpPr txBox="1"/>
          <p:nvPr userDrawn="1"/>
        </p:nvSpPr>
        <p:spPr>
          <a:xfrm>
            <a:off x="5887364" y="4968957"/>
            <a:ext cx="2474379" cy="584775"/>
          </a:xfrm>
          <a:prstGeom prst="rect">
            <a:avLst/>
          </a:prstGeom>
          <a:noFill/>
        </p:spPr>
        <p:txBody>
          <a:bodyPr wrap="square" rtlCol="0">
            <a:spAutoFit/>
          </a:bodyPr>
          <a:lstStyle/>
          <a:p>
            <a:pPr marL="0" algn="l" defTabSz="914400" rtl="0" eaLnBrk="1" latinLnBrk="0" hangingPunct="1"/>
            <a:r>
              <a:rPr lang="zh-CN" altLang="en-US" sz="32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rPr>
              <a:t>总结与展望</a:t>
            </a:r>
            <a:endParaRPr lang="en-US" sz="32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endParaRPr>
          </a:p>
        </p:txBody>
      </p:sp>
      <p:cxnSp>
        <p:nvCxnSpPr>
          <p:cNvPr id="27" name="直接连接符 26">
            <a:extLst>
              <a:ext uri="{FF2B5EF4-FFF2-40B4-BE49-F238E27FC236}">
                <a16:creationId xmlns:a16="http://schemas.microsoft.com/office/drawing/2014/main" id="{31E410BA-BE6F-9322-D7C4-EB88448C6D7A}"/>
              </a:ext>
            </a:extLst>
          </p:cNvPr>
          <p:cNvCxnSpPr>
            <a:cxnSpLocks/>
          </p:cNvCxnSpPr>
          <p:nvPr userDrawn="1"/>
        </p:nvCxnSpPr>
        <p:spPr>
          <a:xfrm flipV="1">
            <a:off x="5465090" y="5004685"/>
            <a:ext cx="0" cy="513319"/>
          </a:xfrm>
          <a:prstGeom prst="line">
            <a:avLst/>
          </a:prstGeom>
          <a:ln w="381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93353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录过渡">
    <p:spTree>
      <p:nvGrpSpPr>
        <p:cNvPr id="1" name=""/>
        <p:cNvGrpSpPr/>
        <p:nvPr/>
      </p:nvGrpSpPr>
      <p:grpSpPr>
        <a:xfrm>
          <a:off x="0" y="0"/>
          <a:ext cx="0" cy="0"/>
          <a:chOff x="0" y="0"/>
          <a:chExt cx="0" cy="0"/>
        </a:xfrm>
      </p:grpSpPr>
      <p:cxnSp>
        <p:nvCxnSpPr>
          <p:cNvPr id="7" name="直接连接符 6">
            <a:extLst>
              <a:ext uri="{FF2B5EF4-FFF2-40B4-BE49-F238E27FC236}">
                <a16:creationId xmlns:a16="http://schemas.microsoft.com/office/drawing/2014/main" id="{6F86B8C1-A4E5-0374-D431-CAB13D4E2147}"/>
              </a:ext>
            </a:extLst>
          </p:cNvPr>
          <p:cNvCxnSpPr>
            <a:cxnSpLocks/>
          </p:cNvCxnSpPr>
          <p:nvPr userDrawn="1"/>
        </p:nvCxnSpPr>
        <p:spPr>
          <a:xfrm>
            <a:off x="4796222" y="1280018"/>
            <a:ext cx="2571750" cy="0"/>
          </a:xfrm>
          <a:prstGeom prst="line">
            <a:avLst/>
          </a:prstGeom>
          <a:ln w="381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27B6E52E-5AFC-C64A-E094-D0BB2850E013}"/>
              </a:ext>
            </a:extLst>
          </p:cNvPr>
          <p:cNvSpPr txBox="1"/>
          <p:nvPr userDrawn="1"/>
        </p:nvSpPr>
        <p:spPr>
          <a:xfrm>
            <a:off x="5012122" y="474025"/>
            <a:ext cx="2139950" cy="584775"/>
          </a:xfrm>
          <a:prstGeom prst="rect">
            <a:avLst/>
          </a:prstGeom>
          <a:noFill/>
        </p:spPr>
        <p:txBody>
          <a:bodyPr wrap="square" rtlCol="0">
            <a:spAutoFit/>
          </a:bodyPr>
          <a:lstStyle/>
          <a:p>
            <a:pPr algn="ctr"/>
            <a:r>
              <a:rPr lang="zh-CN" altLang="en-US" sz="3200" b="1" kern="1200" dirty="0">
                <a:solidFill>
                  <a:srgbClr val="C00000"/>
                </a:solidFill>
                <a:latin typeface="黑体" panose="02010609060101010101" pitchFamily="49" charset="-122"/>
                <a:ea typeface="黑体" panose="02010609060101010101" pitchFamily="49" charset="-122"/>
                <a:cs typeface="+mn-cs"/>
              </a:rPr>
              <a:t>汇报内容</a:t>
            </a:r>
            <a:endParaRPr lang="en-US" sz="3200" b="1" kern="1200" dirty="0">
              <a:solidFill>
                <a:srgbClr val="C00000"/>
              </a:solidFill>
              <a:latin typeface="黑体" panose="02010609060101010101" pitchFamily="49" charset="-122"/>
              <a:ea typeface="黑体" panose="02010609060101010101" pitchFamily="49" charset="-122"/>
              <a:cs typeface="+mn-cs"/>
            </a:endParaRPr>
          </a:p>
        </p:txBody>
      </p:sp>
      <p:sp>
        <p:nvSpPr>
          <p:cNvPr id="9" name="文本框 8">
            <a:extLst>
              <a:ext uri="{FF2B5EF4-FFF2-40B4-BE49-F238E27FC236}">
                <a16:creationId xmlns:a16="http://schemas.microsoft.com/office/drawing/2014/main" id="{928D1081-C23A-CE3B-5F2A-1544B4D5AFF1}"/>
              </a:ext>
            </a:extLst>
          </p:cNvPr>
          <p:cNvSpPr txBox="1"/>
          <p:nvPr userDrawn="1"/>
        </p:nvSpPr>
        <p:spPr>
          <a:xfrm>
            <a:off x="5887365" y="1793337"/>
            <a:ext cx="2120900" cy="584775"/>
          </a:xfrm>
          <a:prstGeom prst="rect">
            <a:avLst/>
          </a:prstGeom>
          <a:noFill/>
        </p:spPr>
        <p:txBody>
          <a:bodyPr wrap="square" rtlCol="0">
            <a:spAutoFit/>
          </a:bodyPr>
          <a:lstStyle/>
          <a:p>
            <a:pPr marL="0" algn="l" defTabSz="914400" rtl="0" eaLnBrk="1" latinLnBrk="0" hangingPunct="1"/>
            <a:r>
              <a:rPr lang="zh-CN" altLang="en-US" sz="32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rPr>
              <a:t>研究背景</a:t>
            </a:r>
            <a:endParaRPr lang="en-US" sz="32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endParaRPr>
          </a:p>
        </p:txBody>
      </p:sp>
      <p:sp>
        <p:nvSpPr>
          <p:cNvPr id="10" name="文本框 9">
            <a:extLst>
              <a:ext uri="{FF2B5EF4-FFF2-40B4-BE49-F238E27FC236}">
                <a16:creationId xmlns:a16="http://schemas.microsoft.com/office/drawing/2014/main" id="{D99BA90C-59A7-7A91-4E8A-27D284EB6D55}"/>
              </a:ext>
            </a:extLst>
          </p:cNvPr>
          <p:cNvSpPr txBox="1"/>
          <p:nvPr userDrawn="1"/>
        </p:nvSpPr>
        <p:spPr>
          <a:xfrm>
            <a:off x="4693565" y="1793337"/>
            <a:ext cx="488950" cy="584775"/>
          </a:xfrm>
          <a:prstGeom prst="rect">
            <a:avLst/>
          </a:prstGeom>
          <a:noFill/>
        </p:spPr>
        <p:txBody>
          <a:bodyPr wrap="square" rtlCol="0">
            <a:spAutoFit/>
          </a:bodyPr>
          <a:lstStyle/>
          <a:p>
            <a:r>
              <a:rPr lang="en-US" altLang="zh-CN" sz="32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rPr>
              <a:t>1</a:t>
            </a:r>
            <a:endParaRPr lang="en-US" sz="32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endParaRPr>
          </a:p>
        </p:txBody>
      </p:sp>
      <p:sp>
        <p:nvSpPr>
          <p:cNvPr id="12" name="文本框 11">
            <a:extLst>
              <a:ext uri="{FF2B5EF4-FFF2-40B4-BE49-F238E27FC236}">
                <a16:creationId xmlns:a16="http://schemas.microsoft.com/office/drawing/2014/main" id="{88F64CBD-E1D7-1576-6AB4-EDCCAD05BD00}"/>
              </a:ext>
            </a:extLst>
          </p:cNvPr>
          <p:cNvSpPr txBox="1"/>
          <p:nvPr userDrawn="1"/>
        </p:nvSpPr>
        <p:spPr>
          <a:xfrm>
            <a:off x="4693565" y="2844225"/>
            <a:ext cx="488950" cy="584775"/>
          </a:xfrm>
          <a:prstGeom prst="rect">
            <a:avLst/>
          </a:prstGeom>
          <a:noFill/>
        </p:spPr>
        <p:txBody>
          <a:bodyPr wrap="square" rtlCol="0">
            <a:spAutoFit/>
          </a:bodyPr>
          <a:lstStyle/>
          <a:p>
            <a:r>
              <a:rPr lang="en-US" altLang="zh-CN" sz="3200" b="1" kern="1200" dirty="0">
                <a:solidFill>
                  <a:srgbClr val="BFBFBF"/>
                </a:solidFill>
                <a:latin typeface="黑体" panose="02010609060101010101" pitchFamily="49" charset="-122"/>
                <a:ea typeface="黑体" panose="02010609060101010101" pitchFamily="49" charset="-122"/>
                <a:cs typeface="+mn-cs"/>
              </a:rPr>
              <a:t>2</a:t>
            </a:r>
            <a:endParaRPr lang="en-US" sz="3200" b="1" kern="1200" dirty="0">
              <a:solidFill>
                <a:srgbClr val="BFBFBF"/>
              </a:solidFill>
              <a:latin typeface="黑体" panose="02010609060101010101" pitchFamily="49" charset="-122"/>
              <a:ea typeface="黑体" panose="02010609060101010101" pitchFamily="49" charset="-122"/>
              <a:cs typeface="+mn-cs"/>
            </a:endParaRPr>
          </a:p>
        </p:txBody>
      </p:sp>
      <p:sp>
        <p:nvSpPr>
          <p:cNvPr id="14" name="文本框 13">
            <a:extLst>
              <a:ext uri="{FF2B5EF4-FFF2-40B4-BE49-F238E27FC236}">
                <a16:creationId xmlns:a16="http://schemas.microsoft.com/office/drawing/2014/main" id="{615B4E74-234B-D460-640E-D18D047E8D75}"/>
              </a:ext>
            </a:extLst>
          </p:cNvPr>
          <p:cNvSpPr txBox="1"/>
          <p:nvPr userDrawn="1"/>
        </p:nvSpPr>
        <p:spPr>
          <a:xfrm>
            <a:off x="4693565" y="3906591"/>
            <a:ext cx="488950" cy="584775"/>
          </a:xfrm>
          <a:prstGeom prst="rect">
            <a:avLst/>
          </a:prstGeom>
          <a:noFill/>
        </p:spPr>
        <p:txBody>
          <a:bodyPr wrap="square" rtlCol="0">
            <a:spAutoFit/>
          </a:bodyPr>
          <a:lstStyle/>
          <a:p>
            <a:r>
              <a:rPr lang="en-US" altLang="zh-CN" sz="3200" b="1" kern="1200" dirty="0">
                <a:solidFill>
                  <a:srgbClr val="BFBFBF"/>
                </a:solidFill>
                <a:latin typeface="黑体" panose="02010609060101010101" pitchFamily="49" charset="-122"/>
                <a:ea typeface="黑体" panose="02010609060101010101" pitchFamily="49" charset="-122"/>
                <a:cs typeface="+mn-cs"/>
              </a:rPr>
              <a:t>3</a:t>
            </a:r>
            <a:endParaRPr lang="en-US" sz="3200" b="1" kern="1200" dirty="0">
              <a:solidFill>
                <a:srgbClr val="BFBFBF"/>
              </a:solidFill>
              <a:latin typeface="黑体" panose="02010609060101010101" pitchFamily="49" charset="-122"/>
              <a:ea typeface="黑体" panose="02010609060101010101" pitchFamily="49" charset="-122"/>
              <a:cs typeface="+mn-cs"/>
            </a:endParaRPr>
          </a:p>
        </p:txBody>
      </p:sp>
      <p:cxnSp>
        <p:nvCxnSpPr>
          <p:cNvPr id="16" name="直接连接符 15">
            <a:extLst>
              <a:ext uri="{FF2B5EF4-FFF2-40B4-BE49-F238E27FC236}">
                <a16:creationId xmlns:a16="http://schemas.microsoft.com/office/drawing/2014/main" id="{2CB18B84-0CC4-C1D5-CD90-10E1286E5561}"/>
              </a:ext>
            </a:extLst>
          </p:cNvPr>
          <p:cNvCxnSpPr>
            <a:cxnSpLocks/>
          </p:cNvCxnSpPr>
          <p:nvPr userDrawn="1"/>
        </p:nvCxnSpPr>
        <p:spPr>
          <a:xfrm flipV="1">
            <a:off x="5465090" y="1829065"/>
            <a:ext cx="0" cy="513319"/>
          </a:xfrm>
          <a:prstGeom prst="line">
            <a:avLst/>
          </a:prstGeom>
          <a:ln w="381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CC6F5EC0-E90C-099D-440C-8A8C39973ADA}"/>
              </a:ext>
            </a:extLst>
          </p:cNvPr>
          <p:cNvSpPr txBox="1"/>
          <p:nvPr userDrawn="1"/>
        </p:nvSpPr>
        <p:spPr>
          <a:xfrm>
            <a:off x="4693565" y="4968957"/>
            <a:ext cx="488950" cy="584775"/>
          </a:xfrm>
          <a:prstGeom prst="rect">
            <a:avLst/>
          </a:prstGeom>
          <a:noFill/>
        </p:spPr>
        <p:txBody>
          <a:bodyPr wrap="square" rtlCol="0">
            <a:spAutoFit/>
          </a:bodyPr>
          <a:lstStyle/>
          <a:p>
            <a:r>
              <a:rPr lang="en-US" altLang="zh-CN" sz="3200" b="1" kern="1200" dirty="0">
                <a:solidFill>
                  <a:srgbClr val="BFBFBF"/>
                </a:solidFill>
                <a:latin typeface="黑体" panose="02010609060101010101" pitchFamily="49" charset="-122"/>
                <a:ea typeface="黑体" panose="02010609060101010101" pitchFamily="49" charset="-122"/>
                <a:cs typeface="+mn-cs"/>
              </a:rPr>
              <a:t>4</a:t>
            </a:r>
            <a:endParaRPr lang="en-US" sz="3200" b="1" kern="1200" dirty="0">
              <a:solidFill>
                <a:srgbClr val="BFBFBF"/>
              </a:solidFill>
              <a:latin typeface="黑体" panose="02010609060101010101" pitchFamily="49" charset="-122"/>
              <a:ea typeface="黑体" panose="02010609060101010101" pitchFamily="49" charset="-122"/>
              <a:cs typeface="+mn-cs"/>
            </a:endParaRPr>
          </a:p>
        </p:txBody>
      </p:sp>
      <p:sp>
        <p:nvSpPr>
          <p:cNvPr id="22" name="文本框 21">
            <a:extLst>
              <a:ext uri="{FF2B5EF4-FFF2-40B4-BE49-F238E27FC236}">
                <a16:creationId xmlns:a16="http://schemas.microsoft.com/office/drawing/2014/main" id="{8760BA4D-77DD-1B7F-F7DF-37EE7DA28E86}"/>
              </a:ext>
            </a:extLst>
          </p:cNvPr>
          <p:cNvSpPr txBox="1"/>
          <p:nvPr userDrawn="1"/>
        </p:nvSpPr>
        <p:spPr>
          <a:xfrm>
            <a:off x="5887365" y="2844225"/>
            <a:ext cx="2309282" cy="584775"/>
          </a:xfrm>
          <a:prstGeom prst="rect">
            <a:avLst/>
          </a:prstGeom>
          <a:noFill/>
        </p:spPr>
        <p:txBody>
          <a:bodyPr wrap="square" rtlCol="0">
            <a:spAutoFit/>
          </a:bodyPr>
          <a:lstStyle/>
          <a:p>
            <a:pPr marL="0" algn="l" defTabSz="914400" rtl="0" eaLnBrk="1" latinLnBrk="0" hangingPunct="1"/>
            <a:r>
              <a:rPr lang="zh-CN" altLang="en-US" sz="3200" b="1" kern="1200" dirty="0">
                <a:solidFill>
                  <a:srgbClr val="BFBFBF"/>
                </a:solidFill>
                <a:latin typeface="黑体" panose="02010609060101010101" pitchFamily="49" charset="-122"/>
                <a:ea typeface="黑体" panose="02010609060101010101" pitchFamily="49" charset="-122"/>
                <a:cs typeface="+mn-cs"/>
              </a:rPr>
              <a:t>研究内容一</a:t>
            </a:r>
            <a:endParaRPr lang="en-US" sz="3200" b="1" kern="1200" dirty="0">
              <a:solidFill>
                <a:srgbClr val="BFBFBF"/>
              </a:solidFill>
              <a:latin typeface="黑体" panose="02010609060101010101" pitchFamily="49" charset="-122"/>
              <a:ea typeface="黑体" panose="02010609060101010101" pitchFamily="49" charset="-122"/>
              <a:cs typeface="+mn-cs"/>
            </a:endParaRPr>
          </a:p>
        </p:txBody>
      </p:sp>
      <p:cxnSp>
        <p:nvCxnSpPr>
          <p:cNvPr id="23" name="直接连接符 22">
            <a:extLst>
              <a:ext uri="{FF2B5EF4-FFF2-40B4-BE49-F238E27FC236}">
                <a16:creationId xmlns:a16="http://schemas.microsoft.com/office/drawing/2014/main" id="{82666F06-DF13-E50B-052C-F60669CA75F2}"/>
              </a:ext>
            </a:extLst>
          </p:cNvPr>
          <p:cNvCxnSpPr>
            <a:cxnSpLocks/>
          </p:cNvCxnSpPr>
          <p:nvPr userDrawn="1"/>
        </p:nvCxnSpPr>
        <p:spPr>
          <a:xfrm flipV="1">
            <a:off x="5465090" y="2879953"/>
            <a:ext cx="0" cy="513319"/>
          </a:xfrm>
          <a:prstGeom prst="line">
            <a:avLst/>
          </a:prstGeom>
          <a:ln w="381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4EDA7186-BB63-F49A-6396-C38F8DC480C3}"/>
              </a:ext>
            </a:extLst>
          </p:cNvPr>
          <p:cNvSpPr txBox="1"/>
          <p:nvPr userDrawn="1"/>
        </p:nvSpPr>
        <p:spPr>
          <a:xfrm>
            <a:off x="5887365" y="3906591"/>
            <a:ext cx="2474378" cy="584775"/>
          </a:xfrm>
          <a:prstGeom prst="rect">
            <a:avLst/>
          </a:prstGeom>
          <a:noFill/>
        </p:spPr>
        <p:txBody>
          <a:bodyPr wrap="square" rtlCol="0">
            <a:spAutoFit/>
          </a:bodyPr>
          <a:lstStyle/>
          <a:p>
            <a:pPr marL="0" algn="l" defTabSz="914400" rtl="0" eaLnBrk="1" latinLnBrk="0" hangingPunct="1"/>
            <a:r>
              <a:rPr lang="zh-CN" altLang="en-US" sz="3200" b="1" kern="1200" dirty="0">
                <a:solidFill>
                  <a:srgbClr val="BFBFBF"/>
                </a:solidFill>
                <a:latin typeface="黑体" panose="02010609060101010101" pitchFamily="49" charset="-122"/>
                <a:ea typeface="黑体" panose="02010609060101010101" pitchFamily="49" charset="-122"/>
                <a:cs typeface="+mn-cs"/>
              </a:rPr>
              <a:t>研究内容二</a:t>
            </a:r>
            <a:endParaRPr lang="en-US" sz="3200" b="1" kern="1200" dirty="0">
              <a:solidFill>
                <a:srgbClr val="BFBFBF"/>
              </a:solidFill>
              <a:latin typeface="黑体" panose="02010609060101010101" pitchFamily="49" charset="-122"/>
              <a:ea typeface="黑体" panose="02010609060101010101" pitchFamily="49" charset="-122"/>
              <a:cs typeface="+mn-cs"/>
            </a:endParaRPr>
          </a:p>
        </p:txBody>
      </p:sp>
      <p:cxnSp>
        <p:nvCxnSpPr>
          <p:cNvPr id="25" name="直接连接符 24">
            <a:extLst>
              <a:ext uri="{FF2B5EF4-FFF2-40B4-BE49-F238E27FC236}">
                <a16:creationId xmlns:a16="http://schemas.microsoft.com/office/drawing/2014/main" id="{C9B937F3-8350-4D1B-0967-2F793302B055}"/>
              </a:ext>
            </a:extLst>
          </p:cNvPr>
          <p:cNvCxnSpPr>
            <a:cxnSpLocks/>
          </p:cNvCxnSpPr>
          <p:nvPr userDrawn="1"/>
        </p:nvCxnSpPr>
        <p:spPr>
          <a:xfrm flipV="1">
            <a:off x="5465090" y="3942319"/>
            <a:ext cx="0" cy="513319"/>
          </a:xfrm>
          <a:prstGeom prst="line">
            <a:avLst/>
          </a:prstGeom>
          <a:ln w="381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9AC3A2CB-94EC-DACF-51E6-85757B67B78F}"/>
              </a:ext>
            </a:extLst>
          </p:cNvPr>
          <p:cNvSpPr txBox="1"/>
          <p:nvPr userDrawn="1"/>
        </p:nvSpPr>
        <p:spPr>
          <a:xfrm>
            <a:off x="5887364" y="4968957"/>
            <a:ext cx="2474379" cy="584775"/>
          </a:xfrm>
          <a:prstGeom prst="rect">
            <a:avLst/>
          </a:prstGeom>
          <a:noFill/>
        </p:spPr>
        <p:txBody>
          <a:bodyPr wrap="square" rtlCol="0">
            <a:spAutoFit/>
          </a:bodyPr>
          <a:lstStyle/>
          <a:p>
            <a:pPr marL="0" algn="l" defTabSz="914400" rtl="0" eaLnBrk="1" latinLnBrk="0" hangingPunct="1"/>
            <a:r>
              <a:rPr lang="zh-CN" altLang="en-US" sz="3200" b="1" kern="1200" dirty="0">
                <a:solidFill>
                  <a:srgbClr val="BFBFBF"/>
                </a:solidFill>
                <a:latin typeface="黑体" panose="02010609060101010101" pitchFamily="49" charset="-122"/>
                <a:ea typeface="黑体" panose="02010609060101010101" pitchFamily="49" charset="-122"/>
                <a:cs typeface="+mn-cs"/>
              </a:rPr>
              <a:t>总结与展望</a:t>
            </a:r>
            <a:endParaRPr lang="en-US" sz="3200" b="1" kern="1200" dirty="0">
              <a:solidFill>
                <a:srgbClr val="BFBFBF"/>
              </a:solidFill>
              <a:latin typeface="黑体" panose="02010609060101010101" pitchFamily="49" charset="-122"/>
              <a:ea typeface="黑体" panose="02010609060101010101" pitchFamily="49" charset="-122"/>
              <a:cs typeface="+mn-cs"/>
            </a:endParaRPr>
          </a:p>
        </p:txBody>
      </p:sp>
      <p:cxnSp>
        <p:nvCxnSpPr>
          <p:cNvPr id="27" name="直接连接符 26">
            <a:extLst>
              <a:ext uri="{FF2B5EF4-FFF2-40B4-BE49-F238E27FC236}">
                <a16:creationId xmlns:a16="http://schemas.microsoft.com/office/drawing/2014/main" id="{31E410BA-BE6F-9322-D7C4-EB88448C6D7A}"/>
              </a:ext>
            </a:extLst>
          </p:cNvPr>
          <p:cNvCxnSpPr>
            <a:cxnSpLocks/>
          </p:cNvCxnSpPr>
          <p:nvPr userDrawn="1"/>
        </p:nvCxnSpPr>
        <p:spPr>
          <a:xfrm flipV="1">
            <a:off x="5465090" y="5004685"/>
            <a:ext cx="0" cy="513319"/>
          </a:xfrm>
          <a:prstGeom prst="line">
            <a:avLst/>
          </a:prstGeom>
          <a:ln w="381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841412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研究背景">
    <p:spTree>
      <p:nvGrpSpPr>
        <p:cNvPr id="1" name=""/>
        <p:cNvGrpSpPr/>
        <p:nvPr/>
      </p:nvGrpSpPr>
      <p:grpSpPr>
        <a:xfrm>
          <a:off x="0" y="0"/>
          <a:ext cx="0" cy="0"/>
          <a:chOff x="0" y="0"/>
          <a:chExt cx="0" cy="0"/>
        </a:xfrm>
      </p:grpSpPr>
      <p:sp>
        <p:nvSpPr>
          <p:cNvPr id="140" name="矩形 139">
            <a:extLst>
              <a:ext uri="{FF2B5EF4-FFF2-40B4-BE49-F238E27FC236}">
                <a16:creationId xmlns:a16="http://schemas.microsoft.com/office/drawing/2014/main" id="{1CAD003B-5D0A-FE7B-C3C9-E1FD63C0767A}"/>
              </a:ext>
            </a:extLst>
          </p:cNvPr>
          <p:cNvSpPr/>
          <p:nvPr userDrawn="1"/>
        </p:nvSpPr>
        <p:spPr>
          <a:xfrm>
            <a:off x="0" y="68930"/>
            <a:ext cx="12192000" cy="584775"/>
          </a:xfrm>
          <a:prstGeom prst="rect">
            <a:avLst/>
          </a:prstGeom>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3200" b="1"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rPr>
              <a:t>1.</a:t>
            </a:r>
            <a:r>
              <a:rPr lang="zh-CN" altLang="en-US" sz="3200" b="1"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rPr>
              <a:t>研究背景：</a:t>
            </a:r>
            <a:r>
              <a:rPr lang="zh-CN" altLang="en-US" sz="3200" b="1" dirty="0">
                <a:solidFill>
                  <a:srgbClr val="C00000"/>
                </a:solidFill>
                <a:latin typeface="黑体" panose="02010609060101010101" pitchFamily="49" charset="-122"/>
                <a:ea typeface="黑体" panose="02010609060101010101" pitchFamily="49" charset="-122"/>
              </a:rPr>
              <a:t>隧道建设新需求</a:t>
            </a:r>
          </a:p>
        </p:txBody>
      </p:sp>
      <p:cxnSp>
        <p:nvCxnSpPr>
          <p:cNvPr id="155" name="直接连接符 154">
            <a:extLst>
              <a:ext uri="{FF2B5EF4-FFF2-40B4-BE49-F238E27FC236}">
                <a16:creationId xmlns:a16="http://schemas.microsoft.com/office/drawing/2014/main" id="{6C3CF1C6-ADAF-16E4-20B0-D19D5FE87DFC}"/>
              </a:ext>
            </a:extLst>
          </p:cNvPr>
          <p:cNvCxnSpPr/>
          <p:nvPr userDrawn="1"/>
        </p:nvCxnSpPr>
        <p:spPr>
          <a:xfrm>
            <a:off x="0" y="730250"/>
            <a:ext cx="12192000" cy="0"/>
          </a:xfrm>
          <a:prstGeom prst="line">
            <a:avLst/>
          </a:prstGeom>
          <a:ln w="57150">
            <a:solidFill>
              <a:schemeClr val="accent1">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156" name="灯片编号占位符 4">
            <a:extLst>
              <a:ext uri="{FF2B5EF4-FFF2-40B4-BE49-F238E27FC236}">
                <a16:creationId xmlns:a16="http://schemas.microsoft.com/office/drawing/2014/main" id="{032B407B-6E4E-D6C4-1998-36D547EA67FA}"/>
              </a:ext>
            </a:extLst>
          </p:cNvPr>
          <p:cNvSpPr txBox="1">
            <a:spLocks/>
          </p:cNvSpPr>
          <p:nvPr userDrawn="1"/>
        </p:nvSpPr>
        <p:spPr>
          <a:xfrm>
            <a:off x="9448800" y="19820"/>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ED53CC9-1E96-4DBE-916D-98A1AF8728B5}" type="slidenum">
              <a:rPr lang="zh-CN" altLang="en-US" sz="2400" baseline="0" smtClean="0">
                <a:solidFill>
                  <a:schemeClr val="tx1"/>
                </a:solidFill>
                <a:latin typeface="Arial" panose="020B0604020202020204" pitchFamily="34" charset="0"/>
                <a:ea typeface="黑体" panose="02010609060101010101" pitchFamily="49" charset="-122"/>
              </a:rPr>
              <a:pPr/>
              <a:t>‹#›</a:t>
            </a:fld>
            <a:r>
              <a:rPr lang="en-US" altLang="zh-CN" sz="2400" baseline="0" dirty="0">
                <a:solidFill>
                  <a:schemeClr val="tx1"/>
                </a:solidFill>
                <a:latin typeface="Arial" panose="020B0604020202020204" pitchFamily="34" charset="0"/>
                <a:ea typeface="黑体" panose="02010609060101010101" pitchFamily="49" charset="-122"/>
              </a:rPr>
              <a:t>/</a:t>
            </a:r>
            <a:r>
              <a:rPr lang="zh-CN" altLang="en-US" sz="2400" baseline="0" dirty="0">
                <a:solidFill>
                  <a:schemeClr val="tx1"/>
                </a:solidFill>
                <a:latin typeface="Arial" panose="020B0604020202020204" pitchFamily="34" charset="0"/>
                <a:ea typeface="黑体" panose="02010609060101010101" pitchFamily="49" charset="-122"/>
              </a:rPr>
              <a:t>总页码</a:t>
            </a:r>
          </a:p>
        </p:txBody>
      </p:sp>
      <p:sp>
        <p:nvSpPr>
          <p:cNvPr id="4" name="圆角矩形 143">
            <a:extLst>
              <a:ext uri="{FF2B5EF4-FFF2-40B4-BE49-F238E27FC236}">
                <a16:creationId xmlns:a16="http://schemas.microsoft.com/office/drawing/2014/main" id="{7AB9ED42-D1C3-B754-568F-F8D50F8916E9}"/>
              </a:ext>
            </a:extLst>
          </p:cNvPr>
          <p:cNvSpPr/>
          <p:nvPr userDrawn="1"/>
        </p:nvSpPr>
        <p:spPr>
          <a:xfrm>
            <a:off x="383223" y="861485"/>
            <a:ext cx="11438255" cy="999066"/>
          </a:xfrm>
          <a:prstGeom prst="roundRect">
            <a:avLst>
              <a:gd name="adj" fmla="val 2099"/>
            </a:avLst>
          </a:prstGeom>
          <a:solidFill>
            <a:schemeClr val="bg1"/>
          </a:solidFill>
          <a:ln w="6350">
            <a:solidFill>
              <a:schemeClr val="tx2">
                <a:lumMod val="25000"/>
                <a:lumOff val="75000"/>
              </a:schemeClr>
            </a:solidFill>
            <a:prstDash val="solid"/>
          </a:ln>
          <a:effectLst>
            <a:outerShdw blurRad="101600" sx="101000" sy="101000" algn="ctr" rotWithShape="0">
              <a:srgbClr val="194F9A">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400" b="0" i="0" u="none" strike="noStrike" kern="1200" cap="none" spc="0" normalizeH="0" baseline="0" noProof="0" dirty="0">
              <a:ln>
                <a:noFill/>
              </a:ln>
              <a:solidFill>
                <a:srgbClr val="E8E8E8">
                  <a:lumMod val="25000"/>
                </a:srgbClr>
              </a:solidFill>
              <a:effectLst/>
              <a:uLnTx/>
              <a:uFillTx/>
              <a:latin typeface="微软雅黑" panose="020B0503020204020204" pitchFamily="34" charset="-122"/>
              <a:ea typeface="微软雅黑" panose="020B0503020204020204" pitchFamily="34" charset="-122"/>
              <a:cs typeface="+mn-cs"/>
            </a:endParaRPr>
          </a:p>
        </p:txBody>
      </p:sp>
      <p:sp>
        <p:nvSpPr>
          <p:cNvPr id="2" name="文本框 1">
            <a:extLst>
              <a:ext uri="{FF2B5EF4-FFF2-40B4-BE49-F238E27FC236}">
                <a16:creationId xmlns:a16="http://schemas.microsoft.com/office/drawing/2014/main" id="{72EE1FE9-697E-3681-2889-A669A986FA1A}"/>
              </a:ext>
            </a:extLst>
          </p:cNvPr>
          <p:cNvSpPr txBox="1"/>
          <p:nvPr userDrawn="1"/>
        </p:nvSpPr>
        <p:spPr>
          <a:xfrm>
            <a:off x="383222" y="945520"/>
            <a:ext cx="11438255" cy="830997"/>
          </a:xfrm>
          <a:prstGeom prst="rect">
            <a:avLst/>
          </a:prstGeom>
          <a:noFill/>
          <a:ln w="28575">
            <a:noFill/>
          </a:ln>
        </p:spPr>
        <p:txBody>
          <a:bodyPr wrap="square" rtlCol="0">
            <a:spAutoFit/>
          </a:bodyPr>
          <a:lstStyle/>
          <a:p>
            <a:pPr marL="285750" indent="-285750">
              <a:buFont typeface="Wingdings" panose="05000000000000000000" pitchFamily="2" charset="2"/>
              <a:buChar char="q"/>
            </a:pPr>
            <a:r>
              <a:rPr lang="en-US" altLang="zh-CN" sz="24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rPr>
              <a:t>《</a:t>
            </a:r>
            <a:r>
              <a:rPr lang="zh-CN" altLang="en-US" sz="24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rPr>
              <a:t>交通强国建设纲要</a:t>
            </a:r>
            <a:r>
              <a:rPr lang="en-US" altLang="zh-CN" sz="24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rPr>
              <a:t>》</a:t>
            </a:r>
            <a:r>
              <a:rPr lang="zh-CN" altLang="en-US" sz="24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rPr>
              <a:t>指出到</a:t>
            </a:r>
            <a:r>
              <a:rPr lang="en-US" altLang="zh-CN" sz="24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rPr>
              <a:t>2035</a:t>
            </a:r>
            <a:r>
              <a:rPr lang="zh-CN" altLang="en-US" sz="24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rPr>
              <a:t>年基本形成</a:t>
            </a:r>
            <a:r>
              <a:rPr lang="zh-CN" altLang="en-US" sz="2400" b="1" kern="1200" dirty="0">
                <a:solidFill>
                  <a:srgbClr val="C00000"/>
                </a:solidFill>
                <a:latin typeface="黑体" panose="02010609060101010101" pitchFamily="49" charset="-122"/>
                <a:ea typeface="黑体" panose="02010609060101010101" pitchFamily="49" charset="-122"/>
                <a:cs typeface="+mn-cs"/>
              </a:rPr>
              <a:t>“全国</a:t>
            </a:r>
            <a:r>
              <a:rPr lang="en-US" altLang="zh-CN" sz="2400" b="1" kern="1200" dirty="0">
                <a:solidFill>
                  <a:srgbClr val="C00000"/>
                </a:solidFill>
                <a:latin typeface="黑体" panose="02010609060101010101" pitchFamily="49" charset="-122"/>
                <a:ea typeface="黑体" panose="02010609060101010101" pitchFamily="49" charset="-122"/>
                <a:cs typeface="+mn-cs"/>
              </a:rPr>
              <a:t>123</a:t>
            </a:r>
            <a:r>
              <a:rPr lang="zh-CN" altLang="en-US" sz="2400" b="1" kern="1200" dirty="0">
                <a:solidFill>
                  <a:srgbClr val="C00000"/>
                </a:solidFill>
                <a:latin typeface="黑体" panose="02010609060101010101" pitchFamily="49" charset="-122"/>
                <a:ea typeface="黑体" panose="02010609060101010101" pitchFamily="49" charset="-122"/>
                <a:cs typeface="+mn-cs"/>
              </a:rPr>
              <a:t>出行交通圈”</a:t>
            </a:r>
            <a:r>
              <a:rPr lang="zh-CN" altLang="en-US" sz="24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rPr>
              <a:t>，</a:t>
            </a:r>
            <a:r>
              <a:rPr lang="zh-CN" altLang="en-US" sz="2400" b="1" kern="1200" dirty="0">
                <a:solidFill>
                  <a:srgbClr val="C00000"/>
                </a:solidFill>
                <a:latin typeface="黑体" panose="02010609060101010101" pitchFamily="49" charset="-122"/>
                <a:ea typeface="黑体" panose="02010609060101010101" pitchFamily="49" charset="-122"/>
                <a:cs typeface="+mn-cs"/>
              </a:rPr>
              <a:t>市域城际长大隧道</a:t>
            </a:r>
            <a:r>
              <a:rPr lang="zh-CN" altLang="en-US" sz="24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rPr>
              <a:t>极大缩短了市域城际通行里程，是完成交通圈建设的关键一环</a:t>
            </a:r>
            <a:endParaRPr lang="en-US" sz="24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endParaRPr>
          </a:p>
        </p:txBody>
      </p:sp>
      <p:pic>
        <p:nvPicPr>
          <p:cNvPr id="2050" name="Picture 2" descr="贯彻“十四五”规划 加快建设交通强国 - 2021-03-30 - 中华建筑网">
            <a:extLst>
              <a:ext uri="{FF2B5EF4-FFF2-40B4-BE49-F238E27FC236}">
                <a16:creationId xmlns:a16="http://schemas.microsoft.com/office/drawing/2014/main" id="{AF90D3B0-6759-619E-02D5-F41822439E48}"/>
              </a:ext>
            </a:extLst>
          </p:cNvPr>
          <p:cNvPicPr>
            <a:picLocks noChangeAspect="1" noChangeArrowheads="1"/>
          </p:cNvPicPr>
          <p:nvPr userDrawn="1"/>
        </p:nvPicPr>
        <p:blipFill rotWithShape="1">
          <a:blip r:embed="rId2" cstate="print">
            <a:extLst>
              <a:ext uri="{28A0092B-C50C-407E-A947-70E740481C1C}">
                <a14:useLocalDpi xmlns:a14="http://schemas.microsoft.com/office/drawing/2010/main" val="0"/>
              </a:ext>
            </a:extLst>
          </a:blip>
          <a:srcRect b="16770"/>
          <a:stretch/>
        </p:blipFill>
        <p:spPr bwMode="auto">
          <a:xfrm>
            <a:off x="376872" y="2099735"/>
            <a:ext cx="3303526" cy="4333447"/>
          </a:xfrm>
          <a:prstGeom prst="rect">
            <a:avLst/>
          </a:prstGeom>
          <a:noFill/>
          <a:effectLst>
            <a:glow rad="63500">
              <a:schemeClr val="accent1">
                <a:satMod val="175000"/>
                <a:alpha val="40000"/>
              </a:schemeClr>
            </a:glow>
          </a:effectLst>
          <a:extLst>
            <a:ext uri="{909E8E84-426E-40DD-AFC4-6F175D3DCCD1}">
              <a14:hiddenFill xmlns:a14="http://schemas.microsoft.com/office/drawing/2010/main">
                <a:solidFill>
                  <a:srgbClr val="FFFFFF"/>
                </a:solidFill>
              </a14:hiddenFill>
            </a:ext>
          </a:extLst>
        </p:spPr>
      </p:pic>
      <p:pic>
        <p:nvPicPr>
          <p:cNvPr id="2052" name="Picture 4" descr="又一世界级过江通道！海太长江隧道开工-名城苏州新闻中心">
            <a:extLst>
              <a:ext uri="{FF2B5EF4-FFF2-40B4-BE49-F238E27FC236}">
                <a16:creationId xmlns:a16="http://schemas.microsoft.com/office/drawing/2014/main" id="{63DD5A44-C052-A5D8-694E-9608883A971D}"/>
              </a:ext>
            </a:extLst>
          </p:cNvPr>
          <p:cNvPicPr>
            <a:picLocks noChangeAspect="1" noChangeArrowheads="1"/>
          </p:cNvPicPr>
          <p:nvPr userDrawn="1"/>
        </p:nvPicPr>
        <p:blipFill rotWithShape="1">
          <a:blip r:embed="rId3">
            <a:extLst>
              <a:ext uri="{28A0092B-C50C-407E-A947-70E740481C1C}">
                <a14:useLocalDpi xmlns:a14="http://schemas.microsoft.com/office/drawing/2010/main" val="0"/>
              </a:ext>
            </a:extLst>
          </a:blip>
          <a:srcRect l="7613" r="13625"/>
          <a:stretch/>
        </p:blipFill>
        <p:spPr bwMode="auto">
          <a:xfrm>
            <a:off x="4062565" y="3821108"/>
            <a:ext cx="3666067" cy="2612073"/>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数智交院中标世界级海底隧道勘察设计项目">
            <a:extLst>
              <a:ext uri="{FF2B5EF4-FFF2-40B4-BE49-F238E27FC236}">
                <a16:creationId xmlns:a16="http://schemas.microsoft.com/office/drawing/2014/main" id="{77FC9721-78D8-5E76-27A6-4F98F160B024}"/>
              </a:ext>
            </a:extLst>
          </p:cNvPr>
          <p:cNvPicPr>
            <a:picLocks noChangeAspect="1" noChangeArrowheads="1"/>
          </p:cNvPicPr>
          <p:nvPr userDrawn="1"/>
        </p:nvPicPr>
        <p:blipFill rotWithShape="1">
          <a:blip r:embed="rId4">
            <a:extLst>
              <a:ext uri="{28A0092B-C50C-407E-A947-70E740481C1C}">
                <a14:useLocalDpi xmlns:a14="http://schemas.microsoft.com/office/drawing/2010/main" val="0"/>
              </a:ext>
            </a:extLst>
          </a:blip>
          <a:srcRect l="10743" r="10440"/>
          <a:stretch/>
        </p:blipFill>
        <p:spPr bwMode="auto">
          <a:xfrm>
            <a:off x="8149060" y="3821107"/>
            <a:ext cx="3666067" cy="2612073"/>
          </a:xfrm>
          <a:prstGeom prst="rect">
            <a:avLst/>
          </a:prstGeom>
          <a:noFill/>
          <a:extLst>
            <a:ext uri="{909E8E84-426E-40DD-AFC4-6F175D3DCCD1}">
              <a14:hiddenFill xmlns:a14="http://schemas.microsoft.com/office/drawing/2010/main">
                <a:solidFill>
                  <a:srgbClr val="FFFFFF"/>
                </a:solidFill>
              </a14:hiddenFill>
            </a:ext>
          </a:extLst>
        </p:spPr>
      </p:pic>
      <p:grpSp>
        <p:nvGrpSpPr>
          <p:cNvPr id="11" name="组合 10">
            <a:extLst>
              <a:ext uri="{FF2B5EF4-FFF2-40B4-BE49-F238E27FC236}">
                <a16:creationId xmlns:a16="http://schemas.microsoft.com/office/drawing/2014/main" id="{D9F01616-8783-7043-BF22-0D4FE78D4F46}"/>
              </a:ext>
            </a:extLst>
          </p:cNvPr>
          <p:cNvGrpSpPr/>
          <p:nvPr userDrawn="1"/>
        </p:nvGrpSpPr>
        <p:grpSpPr>
          <a:xfrm>
            <a:off x="3824473" y="3256465"/>
            <a:ext cx="4313703" cy="410294"/>
            <a:chOff x="3830823" y="3389815"/>
            <a:chExt cx="4313703" cy="410294"/>
          </a:xfrm>
        </p:grpSpPr>
        <p:sp>
          <p:nvSpPr>
            <p:cNvPr id="10" name="矩形 9">
              <a:extLst>
                <a:ext uri="{FF2B5EF4-FFF2-40B4-BE49-F238E27FC236}">
                  <a16:creationId xmlns:a16="http://schemas.microsoft.com/office/drawing/2014/main" id="{79DB2C59-662C-E6AE-C04A-3B2AADA48711}"/>
                </a:ext>
              </a:extLst>
            </p:cNvPr>
            <p:cNvSpPr/>
            <p:nvPr userDrawn="1"/>
          </p:nvSpPr>
          <p:spPr>
            <a:xfrm>
              <a:off x="3830823" y="3389815"/>
              <a:ext cx="4256553" cy="410294"/>
            </a:xfrm>
            <a:prstGeom prst="rect">
              <a:avLst/>
            </a:prstGeom>
            <a:solidFill>
              <a:srgbClr val="0D5DBC"/>
            </a:solidFill>
            <a:ln>
              <a:noFill/>
            </a:ln>
            <a:effectLst>
              <a:outerShdw blurRad="50800" dist="38100" dir="16200000"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文本框 5">
              <a:extLst>
                <a:ext uri="{FF2B5EF4-FFF2-40B4-BE49-F238E27FC236}">
                  <a16:creationId xmlns:a16="http://schemas.microsoft.com/office/drawing/2014/main" id="{F2F0051F-A7FF-C15C-CF5F-F1AAD4A38BAF}"/>
                </a:ext>
              </a:extLst>
            </p:cNvPr>
            <p:cNvSpPr txBox="1"/>
            <p:nvPr userDrawn="1"/>
          </p:nvSpPr>
          <p:spPr>
            <a:xfrm>
              <a:off x="3902196" y="3410296"/>
              <a:ext cx="4242330" cy="369332"/>
            </a:xfrm>
            <a:prstGeom prst="rect">
              <a:avLst/>
            </a:prstGeom>
            <a:noFill/>
          </p:spPr>
          <p:txBody>
            <a:bodyPr wrap="square" rtlCol="0">
              <a:spAutoFit/>
            </a:bodyPr>
            <a:lstStyle/>
            <a:p>
              <a:pPr algn="ctr"/>
              <a:r>
                <a:rPr lang="zh-CN" altLang="en-US" sz="1800" b="1" dirty="0">
                  <a:solidFill>
                    <a:schemeClr val="bg1"/>
                  </a:solidFill>
                  <a:latin typeface="Arabic Typesetting" panose="020F0502020204030204" pitchFamily="66" charset="-78"/>
                  <a:ea typeface="黑体" panose="02010609060101010101" pitchFamily="49" charset="-122"/>
                  <a:cs typeface="Arabic Typesetting" panose="020F0502020204030204" pitchFamily="66" charset="-78"/>
                </a:rPr>
                <a:t>海太长江隧道（</a:t>
              </a:r>
              <a:r>
                <a:rPr lang="zh-CN" altLang="en-US" sz="1800" b="1" dirty="0">
                  <a:solidFill>
                    <a:schemeClr val="bg1"/>
                  </a:solidFill>
                  <a:latin typeface="Arial" panose="020B0604020202020204" pitchFamily="34" charset="0"/>
                  <a:ea typeface="黑体" panose="02010609060101010101" pitchFamily="49" charset="-122"/>
                  <a:cs typeface="Arial" panose="020B0604020202020204" pitchFamily="34" charset="0"/>
                </a:rPr>
                <a:t>长</a:t>
              </a:r>
              <a:r>
                <a:rPr lang="en-US" altLang="zh-CN" sz="1800" b="1" dirty="0">
                  <a:solidFill>
                    <a:schemeClr val="bg1"/>
                  </a:solidFill>
                  <a:latin typeface="Arial" panose="020B0604020202020204" pitchFamily="34" charset="0"/>
                  <a:ea typeface="黑体" panose="02010609060101010101" pitchFamily="49" charset="-122"/>
                  <a:cs typeface="Arial" panose="020B0604020202020204" pitchFamily="34" charset="0"/>
                </a:rPr>
                <a:t>11.19 km</a:t>
              </a:r>
              <a:r>
                <a:rPr lang="zh-CN" altLang="en-US" sz="1800" b="1" dirty="0">
                  <a:solidFill>
                    <a:schemeClr val="bg1"/>
                  </a:solidFill>
                  <a:latin typeface="Arial" panose="020B0604020202020204" pitchFamily="34" charset="0"/>
                  <a:ea typeface="黑体" panose="02010609060101010101" pitchFamily="49" charset="-122"/>
                  <a:cs typeface="Arial" panose="020B0604020202020204" pitchFamily="34" charset="0"/>
                </a:rPr>
                <a:t>，直径</a:t>
              </a:r>
              <a:r>
                <a:rPr lang="en-US" altLang="zh-CN" sz="1800" b="1" dirty="0">
                  <a:solidFill>
                    <a:schemeClr val="bg1"/>
                  </a:solidFill>
                  <a:latin typeface="Arial" panose="020B0604020202020204" pitchFamily="34" charset="0"/>
                  <a:ea typeface="黑体" panose="02010609060101010101" pitchFamily="49" charset="-122"/>
                  <a:cs typeface="Arial" panose="020B0604020202020204" pitchFamily="34" charset="0"/>
                </a:rPr>
                <a:t>16 m</a:t>
              </a:r>
              <a:r>
                <a:rPr lang="zh-CN" altLang="en-US" sz="1800" b="1" dirty="0">
                  <a:solidFill>
                    <a:schemeClr val="bg1"/>
                  </a:solidFill>
                  <a:latin typeface="Arial" panose="020B0604020202020204" pitchFamily="34" charset="0"/>
                  <a:ea typeface="黑体" panose="02010609060101010101" pitchFamily="49" charset="-122"/>
                  <a:cs typeface="Arial" panose="020B0604020202020204" pitchFamily="34" charset="0"/>
                </a:rPr>
                <a:t>）</a:t>
              </a:r>
              <a:endParaRPr lang="en-US" sz="1800" b="1" dirty="0">
                <a:solidFill>
                  <a:schemeClr val="bg1"/>
                </a:solidFill>
                <a:latin typeface="Arial" panose="020B0604020202020204" pitchFamily="34" charset="0"/>
                <a:ea typeface="黑体" panose="02010609060101010101" pitchFamily="49" charset="-122"/>
                <a:cs typeface="Arial" panose="020B0604020202020204" pitchFamily="34" charset="0"/>
              </a:endParaRPr>
            </a:p>
          </p:txBody>
        </p:sp>
      </p:grpSp>
    </p:spTree>
    <p:extLst>
      <p:ext uri="{BB962C8B-B14F-4D97-AF65-F5344CB8AC3E}">
        <p14:creationId xmlns:p14="http://schemas.microsoft.com/office/powerpoint/2010/main" val="6309338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基本内容页_三并列">
    <p:spTree>
      <p:nvGrpSpPr>
        <p:cNvPr id="1" name=""/>
        <p:cNvGrpSpPr/>
        <p:nvPr/>
      </p:nvGrpSpPr>
      <p:grpSpPr>
        <a:xfrm>
          <a:off x="0" y="0"/>
          <a:ext cx="0" cy="0"/>
          <a:chOff x="0" y="0"/>
          <a:chExt cx="0" cy="0"/>
        </a:xfrm>
      </p:grpSpPr>
      <p:sp>
        <p:nvSpPr>
          <p:cNvPr id="145" name="圆角矩形 143">
            <a:extLst>
              <a:ext uri="{FF2B5EF4-FFF2-40B4-BE49-F238E27FC236}">
                <a16:creationId xmlns:a16="http://schemas.microsoft.com/office/drawing/2014/main" id="{E8D2142F-18AD-3708-615A-E849F8E5F039}"/>
              </a:ext>
            </a:extLst>
          </p:cNvPr>
          <p:cNvSpPr/>
          <p:nvPr userDrawn="1"/>
        </p:nvSpPr>
        <p:spPr>
          <a:xfrm>
            <a:off x="376873" y="862862"/>
            <a:ext cx="11438255" cy="1487198"/>
          </a:xfrm>
          <a:prstGeom prst="roundRect">
            <a:avLst>
              <a:gd name="adj" fmla="val 2099"/>
            </a:avLst>
          </a:prstGeom>
          <a:solidFill>
            <a:schemeClr val="bg1"/>
          </a:solidFill>
          <a:ln w="6350">
            <a:solidFill>
              <a:schemeClr val="tx2">
                <a:lumMod val="25000"/>
                <a:lumOff val="75000"/>
              </a:schemeClr>
            </a:solidFill>
            <a:prstDash val="solid"/>
          </a:ln>
          <a:effectLst>
            <a:outerShdw blurRad="101600" sx="101000" sy="101000" algn="ctr" rotWithShape="0">
              <a:srgbClr val="194F9A">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400" b="0" i="0" u="none" strike="noStrike" kern="1200" cap="none" spc="0" normalizeH="0" baseline="0" noProof="0" dirty="0">
              <a:ln>
                <a:noFill/>
              </a:ln>
              <a:solidFill>
                <a:srgbClr val="E8E8E8">
                  <a:lumMod val="25000"/>
                </a:srgbClr>
              </a:solidFill>
              <a:effectLst/>
              <a:uLnTx/>
              <a:uFillTx/>
              <a:latin typeface="微软雅黑" panose="020B0503020204020204" pitchFamily="34" charset="-122"/>
              <a:ea typeface="微软雅黑" panose="020B0503020204020204" pitchFamily="34" charset="-122"/>
              <a:cs typeface="+mn-cs"/>
            </a:endParaRPr>
          </a:p>
        </p:txBody>
      </p:sp>
      <p:sp>
        <p:nvSpPr>
          <p:cNvPr id="156" name="灯片编号占位符 4">
            <a:extLst>
              <a:ext uri="{FF2B5EF4-FFF2-40B4-BE49-F238E27FC236}">
                <a16:creationId xmlns:a16="http://schemas.microsoft.com/office/drawing/2014/main" id="{032B407B-6E4E-D6C4-1998-36D547EA67FA}"/>
              </a:ext>
            </a:extLst>
          </p:cNvPr>
          <p:cNvSpPr txBox="1">
            <a:spLocks/>
          </p:cNvSpPr>
          <p:nvPr userDrawn="1"/>
        </p:nvSpPr>
        <p:spPr>
          <a:xfrm>
            <a:off x="9448800" y="19820"/>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ED53CC9-1E96-4DBE-916D-98A1AF8728B5}" type="slidenum">
              <a:rPr lang="zh-CN" altLang="en-US" sz="2400" baseline="0" smtClean="0">
                <a:solidFill>
                  <a:schemeClr val="tx1"/>
                </a:solidFill>
                <a:latin typeface="Arial" panose="020B0604020202020204" pitchFamily="34" charset="0"/>
                <a:ea typeface="黑体" panose="02010609060101010101" pitchFamily="49" charset="-122"/>
              </a:rPr>
              <a:pPr/>
              <a:t>‹#›</a:t>
            </a:fld>
            <a:r>
              <a:rPr lang="en-US" altLang="zh-CN" sz="2400" baseline="0" dirty="0">
                <a:solidFill>
                  <a:schemeClr val="tx1"/>
                </a:solidFill>
                <a:latin typeface="Arial" panose="020B0604020202020204" pitchFamily="34" charset="0"/>
                <a:ea typeface="黑体" panose="02010609060101010101" pitchFamily="49" charset="-122"/>
              </a:rPr>
              <a:t>/</a:t>
            </a:r>
            <a:r>
              <a:rPr lang="zh-CN" altLang="en-US" sz="2400" baseline="0" dirty="0">
                <a:solidFill>
                  <a:schemeClr val="tx1"/>
                </a:solidFill>
                <a:latin typeface="Arial" panose="020B0604020202020204" pitchFamily="34" charset="0"/>
                <a:ea typeface="黑体" panose="02010609060101010101" pitchFamily="49" charset="-122"/>
              </a:rPr>
              <a:t>总页码</a:t>
            </a:r>
          </a:p>
        </p:txBody>
      </p:sp>
      <p:cxnSp>
        <p:nvCxnSpPr>
          <p:cNvPr id="157" name="直接连接符 156">
            <a:extLst>
              <a:ext uri="{FF2B5EF4-FFF2-40B4-BE49-F238E27FC236}">
                <a16:creationId xmlns:a16="http://schemas.microsoft.com/office/drawing/2014/main" id="{394AF349-7B86-FB1F-3494-D2585D28833F}"/>
              </a:ext>
            </a:extLst>
          </p:cNvPr>
          <p:cNvCxnSpPr/>
          <p:nvPr userDrawn="1"/>
        </p:nvCxnSpPr>
        <p:spPr>
          <a:xfrm>
            <a:off x="0" y="730250"/>
            <a:ext cx="12192000" cy="0"/>
          </a:xfrm>
          <a:prstGeom prst="line">
            <a:avLst/>
          </a:prstGeom>
          <a:ln w="57150">
            <a:solidFill>
              <a:schemeClr val="accent1">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158" name="矩形 157">
            <a:extLst>
              <a:ext uri="{FF2B5EF4-FFF2-40B4-BE49-F238E27FC236}">
                <a16:creationId xmlns:a16="http://schemas.microsoft.com/office/drawing/2014/main" id="{2A840D59-431C-3D95-9D0F-976C8D594C3A}"/>
              </a:ext>
            </a:extLst>
          </p:cNvPr>
          <p:cNvSpPr/>
          <p:nvPr userDrawn="1"/>
        </p:nvSpPr>
        <p:spPr>
          <a:xfrm>
            <a:off x="0" y="68930"/>
            <a:ext cx="12192000" cy="584775"/>
          </a:xfrm>
          <a:prstGeom prst="rect">
            <a:avLst/>
          </a:prstGeom>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3200" b="1"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rPr>
              <a:t>3.</a:t>
            </a:r>
            <a:r>
              <a:rPr lang="zh-CN" altLang="en-US" sz="3200" b="1"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rPr>
              <a:t>稠密视图快速重建与几何优化生成</a:t>
            </a:r>
            <a:endParaRPr lang="zh-CN" altLang="en-US" sz="3200" b="1" dirty="0">
              <a:solidFill>
                <a:srgbClr val="C00000"/>
              </a:solidFill>
              <a:latin typeface="黑体" panose="02010609060101010101" pitchFamily="49" charset="-122"/>
              <a:ea typeface="黑体" panose="02010609060101010101" pitchFamily="49" charset="-122"/>
            </a:endParaRPr>
          </a:p>
        </p:txBody>
      </p:sp>
      <p:sp>
        <p:nvSpPr>
          <p:cNvPr id="159" name="文本框 158">
            <a:extLst>
              <a:ext uri="{FF2B5EF4-FFF2-40B4-BE49-F238E27FC236}">
                <a16:creationId xmlns:a16="http://schemas.microsoft.com/office/drawing/2014/main" id="{B823B09E-1C87-848D-0AAC-7092C528EEF1}"/>
              </a:ext>
            </a:extLst>
          </p:cNvPr>
          <p:cNvSpPr txBox="1"/>
          <p:nvPr userDrawn="1"/>
        </p:nvSpPr>
        <p:spPr>
          <a:xfrm>
            <a:off x="383222" y="878114"/>
            <a:ext cx="11438255" cy="461665"/>
          </a:xfrm>
          <a:prstGeom prst="rect">
            <a:avLst/>
          </a:prstGeom>
          <a:noFill/>
          <a:ln w="28575">
            <a:noFill/>
          </a:ln>
        </p:spPr>
        <p:txBody>
          <a:bodyPr wrap="square" rtlCol="0">
            <a:spAutoFit/>
          </a:bodyPr>
          <a:lstStyle/>
          <a:p>
            <a:pPr marL="285750" indent="-285750">
              <a:buFont typeface="Wingdings" panose="05000000000000000000" pitchFamily="2" charset="2"/>
              <a:buChar char="q"/>
            </a:pPr>
            <a:r>
              <a:rPr lang="zh-CN" altLang="en-US" sz="24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rPr>
              <a:t>基于空间哈希网格编码的显隐式加速训练框架</a:t>
            </a:r>
            <a:endParaRPr lang="en-US" sz="24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endParaRPr>
          </a:p>
        </p:txBody>
      </p:sp>
      <p:sp>
        <p:nvSpPr>
          <p:cNvPr id="161" name="文本框 160">
            <a:extLst>
              <a:ext uri="{FF2B5EF4-FFF2-40B4-BE49-F238E27FC236}">
                <a16:creationId xmlns:a16="http://schemas.microsoft.com/office/drawing/2014/main" id="{39C6401E-5309-5EFD-FF99-7DD4FF153A38}"/>
              </a:ext>
            </a:extLst>
          </p:cNvPr>
          <p:cNvSpPr txBox="1"/>
          <p:nvPr userDrawn="1"/>
        </p:nvSpPr>
        <p:spPr>
          <a:xfrm>
            <a:off x="370524" y="1333358"/>
            <a:ext cx="11444604" cy="1015663"/>
          </a:xfrm>
          <a:prstGeom prst="rect">
            <a:avLst/>
          </a:prstGeom>
          <a:noFill/>
          <a:ln w="28575">
            <a:noFill/>
          </a:ln>
        </p:spPr>
        <p:txBody>
          <a:bodyPr wrap="square" rtlCol="0">
            <a:spAutoFit/>
          </a:bodyPr>
          <a:lstStyle/>
          <a:p>
            <a:pPr marL="0" indent="0">
              <a:buFont typeface="Wingdings" panose="05000000000000000000" pitchFamily="2" charset="2"/>
              <a:buNone/>
            </a:pPr>
            <a:r>
              <a:rPr lang="zh-CN" altLang="en-US" sz="2000" b="1" kern="1200" dirty="0">
                <a:solidFill>
                  <a:srgbClr val="C00000"/>
                </a:solidFill>
                <a:latin typeface="黑体" panose="02010609060101010101" pitchFamily="49" charset="-122"/>
                <a:ea typeface="黑体" panose="02010609060101010101" pitchFamily="49" charset="-122"/>
                <a:cs typeface="+mn-cs"/>
              </a:rPr>
              <a:t>针对多交变冲击载荷下</a:t>
            </a:r>
            <a:r>
              <a:rPr lang="zh-CN" altLang="en-US" sz="20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rPr>
              <a:t>连续变曲率导轨</a:t>
            </a:r>
            <a:r>
              <a:rPr lang="zh-CN" altLang="en-US" sz="2000" b="1" kern="1200" dirty="0">
                <a:solidFill>
                  <a:srgbClr val="C00000"/>
                </a:solidFill>
                <a:latin typeface="黑体" panose="02010609060101010101" pitchFamily="49" charset="-122"/>
                <a:ea typeface="黑体" panose="02010609060101010101" pitchFamily="49" charset="-122"/>
                <a:cs typeface="+mn-cs"/>
              </a:rPr>
              <a:t>表面疲劳失效机理不明晰的难题</a:t>
            </a:r>
            <a:r>
              <a:rPr lang="zh-CN" altLang="en-US" sz="20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rPr>
              <a:t>，研究连续变曲率下导轨表面宏微观失效行为，揭示不同曲率下导轨表面各部位</a:t>
            </a:r>
            <a:r>
              <a:rPr lang="zh-CN" altLang="en-US" sz="2000" b="1" kern="1200" dirty="0">
                <a:solidFill>
                  <a:srgbClr val="C00000"/>
                </a:solidFill>
                <a:latin typeface="黑体" panose="02010609060101010101" pitchFamily="49" charset="-122"/>
                <a:ea typeface="黑体" panose="02010609060101010101" pitchFamily="49" charset="-122"/>
                <a:cs typeface="+mn-cs"/>
              </a:rPr>
              <a:t>组织性能不均匀、加工残余应力显著</a:t>
            </a:r>
            <a:r>
              <a:rPr lang="zh-CN" altLang="en-US" sz="20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rPr>
              <a:t>，是造成导轨疲劳失效的主要原因</a:t>
            </a:r>
            <a:endParaRPr lang="en-US" sz="20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endParaRPr>
          </a:p>
        </p:txBody>
      </p:sp>
      <p:sp>
        <p:nvSpPr>
          <p:cNvPr id="162" name="矩形 161">
            <a:extLst>
              <a:ext uri="{FF2B5EF4-FFF2-40B4-BE49-F238E27FC236}">
                <a16:creationId xmlns:a16="http://schemas.microsoft.com/office/drawing/2014/main" id="{2E653E52-B44F-0EDE-3130-8F8F051DB8AC}"/>
              </a:ext>
            </a:extLst>
          </p:cNvPr>
          <p:cNvSpPr/>
          <p:nvPr userDrawn="1"/>
        </p:nvSpPr>
        <p:spPr>
          <a:xfrm>
            <a:off x="-1" y="6408882"/>
            <a:ext cx="12192001" cy="449117"/>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文本框 162">
            <a:extLst>
              <a:ext uri="{FF2B5EF4-FFF2-40B4-BE49-F238E27FC236}">
                <a16:creationId xmlns:a16="http://schemas.microsoft.com/office/drawing/2014/main" id="{5034BC69-D844-DC61-6697-768348473C63}"/>
              </a:ext>
            </a:extLst>
          </p:cNvPr>
          <p:cNvSpPr txBox="1"/>
          <p:nvPr userDrawn="1"/>
        </p:nvSpPr>
        <p:spPr>
          <a:xfrm>
            <a:off x="8978900" y="6456148"/>
            <a:ext cx="3213100" cy="369332"/>
          </a:xfrm>
          <a:prstGeom prst="rect">
            <a:avLst/>
          </a:prstGeom>
          <a:noFill/>
        </p:spPr>
        <p:txBody>
          <a:bodyPr wrap="square" rtlCol="0">
            <a:spAutoFit/>
          </a:bodyPr>
          <a:lstStyle/>
          <a:p>
            <a:pPr algn="r"/>
            <a:r>
              <a:rPr lang="en-US" sz="1800" b="1" dirty="0">
                <a:solidFill>
                  <a:schemeClr val="tx1"/>
                </a:solidFill>
                <a:latin typeface="Arial" panose="020B0604020202020204" pitchFamily="34" charset="0"/>
                <a:cs typeface="Arial" panose="020B0604020202020204" pitchFamily="34" charset="0"/>
              </a:rPr>
              <a:t>Nature, 2026;</a:t>
            </a:r>
            <a:r>
              <a:rPr lang="zh-CN" altLang="en-US" sz="1800" b="1" dirty="0">
                <a:solidFill>
                  <a:schemeClr val="tx1"/>
                </a:solidFill>
                <a:latin typeface="Arial" panose="020B0604020202020204" pitchFamily="34" charset="0"/>
                <a:cs typeface="Arial" panose="020B0604020202020204" pitchFamily="34" charset="0"/>
              </a:rPr>
              <a:t> </a:t>
            </a:r>
            <a:r>
              <a:rPr lang="en-US" altLang="zh-CN" sz="1800" b="1" dirty="0">
                <a:solidFill>
                  <a:schemeClr val="tx1"/>
                </a:solidFill>
                <a:latin typeface="Arial" panose="020B0604020202020204" pitchFamily="34" charset="0"/>
                <a:cs typeface="Arial" panose="020B0604020202020204" pitchFamily="34" charset="0"/>
              </a:rPr>
              <a:t>Science 2027</a:t>
            </a:r>
            <a:endParaRPr lang="en-US" sz="1800" b="1" dirty="0">
              <a:solidFill>
                <a:schemeClr val="tx1"/>
              </a:solidFill>
              <a:latin typeface="Arial" panose="020B0604020202020204" pitchFamily="34" charset="0"/>
              <a:cs typeface="Arial" panose="020B0604020202020204" pitchFamily="34" charset="0"/>
            </a:endParaRPr>
          </a:p>
        </p:txBody>
      </p:sp>
      <p:grpSp>
        <p:nvGrpSpPr>
          <p:cNvPr id="164" name="组合 163">
            <a:extLst>
              <a:ext uri="{FF2B5EF4-FFF2-40B4-BE49-F238E27FC236}">
                <a16:creationId xmlns:a16="http://schemas.microsoft.com/office/drawing/2014/main" id="{972C4DE4-4CE6-9275-E129-0EEB97FA2E1F}"/>
              </a:ext>
            </a:extLst>
          </p:cNvPr>
          <p:cNvGrpSpPr/>
          <p:nvPr userDrawn="1"/>
        </p:nvGrpSpPr>
        <p:grpSpPr>
          <a:xfrm>
            <a:off x="536995" y="2541968"/>
            <a:ext cx="3408213" cy="410294"/>
            <a:chOff x="3830823" y="3389815"/>
            <a:chExt cx="2897786" cy="410294"/>
          </a:xfrm>
        </p:grpSpPr>
        <p:sp>
          <p:nvSpPr>
            <p:cNvPr id="165" name="矩形 164">
              <a:extLst>
                <a:ext uri="{FF2B5EF4-FFF2-40B4-BE49-F238E27FC236}">
                  <a16:creationId xmlns:a16="http://schemas.microsoft.com/office/drawing/2014/main" id="{1A4E9C1F-BCD4-D0D4-1E73-6B56DD38AD84}"/>
                </a:ext>
              </a:extLst>
            </p:cNvPr>
            <p:cNvSpPr/>
            <p:nvPr userDrawn="1"/>
          </p:nvSpPr>
          <p:spPr>
            <a:xfrm>
              <a:off x="3830823" y="3389815"/>
              <a:ext cx="2897786" cy="410294"/>
            </a:xfrm>
            <a:prstGeom prst="rect">
              <a:avLst/>
            </a:prstGeom>
            <a:solidFill>
              <a:srgbClr val="0D5DBC"/>
            </a:solidFill>
            <a:ln w="19050">
              <a:solidFill>
                <a:srgbClr val="0D5DBC"/>
              </a:solidFill>
            </a:ln>
            <a:effectLst>
              <a:outerShdw blurRad="50800" dist="38100" dir="16200000"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6" name="文本框 165">
              <a:extLst>
                <a:ext uri="{FF2B5EF4-FFF2-40B4-BE49-F238E27FC236}">
                  <a16:creationId xmlns:a16="http://schemas.microsoft.com/office/drawing/2014/main" id="{61D2C94B-9B65-1CCF-A54F-7A713B42ECF6}"/>
                </a:ext>
              </a:extLst>
            </p:cNvPr>
            <p:cNvSpPr txBox="1"/>
            <p:nvPr userDrawn="1"/>
          </p:nvSpPr>
          <p:spPr>
            <a:xfrm>
              <a:off x="4720916" y="3410296"/>
              <a:ext cx="1117600" cy="369332"/>
            </a:xfrm>
            <a:prstGeom prst="rect">
              <a:avLst/>
            </a:prstGeom>
            <a:noFill/>
          </p:spPr>
          <p:txBody>
            <a:bodyPr wrap="square" rtlCol="0">
              <a:spAutoFit/>
            </a:bodyPr>
            <a:lstStyle/>
            <a:p>
              <a:pPr algn="ctr"/>
              <a:r>
                <a:rPr lang="zh-CN" altLang="en-US" sz="1800" b="1" dirty="0">
                  <a:solidFill>
                    <a:schemeClr val="bg1"/>
                  </a:solidFill>
                  <a:latin typeface="Arial" panose="020B0604020202020204" pitchFamily="34" charset="0"/>
                  <a:ea typeface="黑体" panose="02010609060101010101" pitchFamily="49" charset="-122"/>
                  <a:cs typeface="Arial" panose="020B0604020202020204" pitchFamily="34" charset="0"/>
                </a:rPr>
                <a:t>哈希编码</a:t>
              </a:r>
              <a:endParaRPr lang="en-US" sz="1800" b="1" dirty="0">
                <a:solidFill>
                  <a:schemeClr val="bg1"/>
                </a:solidFill>
                <a:latin typeface="Arial" panose="020B0604020202020204" pitchFamily="34" charset="0"/>
                <a:ea typeface="黑体" panose="02010609060101010101" pitchFamily="49" charset="-122"/>
                <a:cs typeface="Arial" panose="020B0604020202020204" pitchFamily="34" charset="0"/>
              </a:endParaRPr>
            </a:p>
          </p:txBody>
        </p:sp>
      </p:grpSp>
      <p:grpSp>
        <p:nvGrpSpPr>
          <p:cNvPr id="167" name="组合 166">
            <a:extLst>
              <a:ext uri="{FF2B5EF4-FFF2-40B4-BE49-F238E27FC236}">
                <a16:creationId xmlns:a16="http://schemas.microsoft.com/office/drawing/2014/main" id="{D64CC857-1CA1-6C4C-B9FE-6E47727B03E1}"/>
              </a:ext>
            </a:extLst>
          </p:cNvPr>
          <p:cNvGrpSpPr/>
          <p:nvPr userDrawn="1"/>
        </p:nvGrpSpPr>
        <p:grpSpPr>
          <a:xfrm>
            <a:off x="4432798" y="2541968"/>
            <a:ext cx="3408214" cy="410294"/>
            <a:chOff x="3830822" y="3389295"/>
            <a:chExt cx="2897787" cy="410294"/>
          </a:xfrm>
        </p:grpSpPr>
        <p:sp>
          <p:nvSpPr>
            <p:cNvPr id="168" name="矩形 167">
              <a:extLst>
                <a:ext uri="{FF2B5EF4-FFF2-40B4-BE49-F238E27FC236}">
                  <a16:creationId xmlns:a16="http://schemas.microsoft.com/office/drawing/2014/main" id="{B9257FDA-48DF-AA40-FD59-9F48BC8FF9EB}"/>
                </a:ext>
              </a:extLst>
            </p:cNvPr>
            <p:cNvSpPr/>
            <p:nvPr userDrawn="1"/>
          </p:nvSpPr>
          <p:spPr>
            <a:xfrm>
              <a:off x="3830822" y="3389295"/>
              <a:ext cx="2897787" cy="410294"/>
            </a:xfrm>
            <a:prstGeom prst="rect">
              <a:avLst/>
            </a:prstGeom>
            <a:solidFill>
              <a:srgbClr val="0D5DBC"/>
            </a:solidFill>
            <a:ln w="19050">
              <a:solidFill>
                <a:srgbClr val="0D5DBC"/>
              </a:solidFill>
            </a:ln>
            <a:effectLst>
              <a:outerShdw blurRad="50800" dist="38100" dir="16200000"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dirty="0"/>
            </a:p>
          </p:txBody>
        </p:sp>
        <p:sp>
          <p:nvSpPr>
            <p:cNvPr id="169" name="文本框 168">
              <a:extLst>
                <a:ext uri="{FF2B5EF4-FFF2-40B4-BE49-F238E27FC236}">
                  <a16:creationId xmlns:a16="http://schemas.microsoft.com/office/drawing/2014/main" id="{45CEBAA9-5D25-7AAA-D62B-40C14C5B4169}"/>
                </a:ext>
              </a:extLst>
            </p:cNvPr>
            <p:cNvSpPr txBox="1"/>
            <p:nvPr userDrawn="1"/>
          </p:nvSpPr>
          <p:spPr>
            <a:xfrm>
              <a:off x="4720916" y="3409776"/>
              <a:ext cx="1117600" cy="369332"/>
            </a:xfrm>
            <a:prstGeom prst="rect">
              <a:avLst/>
            </a:prstGeom>
            <a:noFill/>
          </p:spPr>
          <p:txBody>
            <a:bodyPr wrap="square" rtlCol="0">
              <a:spAutoFit/>
            </a:bodyPr>
            <a:lstStyle/>
            <a:p>
              <a:pPr algn="ctr"/>
              <a:r>
                <a:rPr lang="zh-CN" altLang="en-US" sz="1800" b="1" dirty="0">
                  <a:solidFill>
                    <a:schemeClr val="bg1"/>
                  </a:solidFill>
                  <a:latin typeface="Arial" panose="020B0604020202020204" pitchFamily="34" charset="0"/>
                  <a:ea typeface="黑体" panose="02010609060101010101" pitchFamily="49" charset="-122"/>
                  <a:cs typeface="Arial" panose="020B0604020202020204" pitchFamily="34" charset="0"/>
                </a:rPr>
                <a:t>几何编码</a:t>
              </a:r>
              <a:endParaRPr lang="en-US" sz="1800" b="1" dirty="0">
                <a:solidFill>
                  <a:schemeClr val="bg1"/>
                </a:solidFill>
                <a:latin typeface="Arial" panose="020B0604020202020204" pitchFamily="34" charset="0"/>
                <a:ea typeface="黑体" panose="02010609060101010101" pitchFamily="49" charset="-122"/>
                <a:cs typeface="Arial" panose="020B0604020202020204" pitchFamily="34" charset="0"/>
              </a:endParaRPr>
            </a:p>
          </p:txBody>
        </p:sp>
      </p:grpSp>
      <p:grpSp>
        <p:nvGrpSpPr>
          <p:cNvPr id="170" name="组合 169">
            <a:extLst>
              <a:ext uri="{FF2B5EF4-FFF2-40B4-BE49-F238E27FC236}">
                <a16:creationId xmlns:a16="http://schemas.microsoft.com/office/drawing/2014/main" id="{B491C40A-67D0-CAC7-B795-C29A8E3B2E39}"/>
              </a:ext>
            </a:extLst>
          </p:cNvPr>
          <p:cNvGrpSpPr/>
          <p:nvPr userDrawn="1"/>
        </p:nvGrpSpPr>
        <p:grpSpPr>
          <a:xfrm>
            <a:off x="8328602" y="2541968"/>
            <a:ext cx="3408214" cy="410294"/>
            <a:chOff x="3837543" y="3389295"/>
            <a:chExt cx="3408214" cy="410294"/>
          </a:xfrm>
        </p:grpSpPr>
        <p:sp>
          <p:nvSpPr>
            <p:cNvPr id="171" name="矩形 170">
              <a:extLst>
                <a:ext uri="{FF2B5EF4-FFF2-40B4-BE49-F238E27FC236}">
                  <a16:creationId xmlns:a16="http://schemas.microsoft.com/office/drawing/2014/main" id="{DF0BC768-D824-D8CB-6CD5-1D121A66CB9B}"/>
                </a:ext>
              </a:extLst>
            </p:cNvPr>
            <p:cNvSpPr/>
            <p:nvPr userDrawn="1"/>
          </p:nvSpPr>
          <p:spPr>
            <a:xfrm>
              <a:off x="3837543" y="3389295"/>
              <a:ext cx="3408214" cy="410294"/>
            </a:xfrm>
            <a:prstGeom prst="rect">
              <a:avLst/>
            </a:prstGeom>
            <a:solidFill>
              <a:srgbClr val="0D5DBC"/>
            </a:solidFill>
            <a:ln w="19050">
              <a:solidFill>
                <a:srgbClr val="0D5DBC"/>
              </a:solidFill>
            </a:ln>
            <a:effectLst>
              <a:outerShdw blurRad="50800" dist="38100" dir="16200000"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2" name="文本框 171">
              <a:extLst>
                <a:ext uri="{FF2B5EF4-FFF2-40B4-BE49-F238E27FC236}">
                  <a16:creationId xmlns:a16="http://schemas.microsoft.com/office/drawing/2014/main" id="{F2F0B7A4-50AA-635B-D86C-1740E8AD13A4}"/>
                </a:ext>
              </a:extLst>
            </p:cNvPr>
            <p:cNvSpPr txBox="1"/>
            <p:nvPr userDrawn="1"/>
          </p:nvSpPr>
          <p:spPr>
            <a:xfrm>
              <a:off x="4584880" y="3409776"/>
              <a:ext cx="1913541" cy="369332"/>
            </a:xfrm>
            <a:prstGeom prst="rect">
              <a:avLst/>
            </a:prstGeom>
            <a:noFill/>
          </p:spPr>
          <p:txBody>
            <a:bodyPr wrap="square" rtlCol="0">
              <a:spAutoFit/>
            </a:bodyPr>
            <a:lstStyle/>
            <a:p>
              <a:pPr algn="ctr"/>
              <a:r>
                <a:rPr lang="zh-CN" altLang="en-US" sz="1800" b="1" dirty="0">
                  <a:solidFill>
                    <a:schemeClr val="bg1"/>
                  </a:solidFill>
                  <a:latin typeface="Arial" panose="020B0604020202020204" pitchFamily="34" charset="0"/>
                  <a:ea typeface="黑体" panose="02010609060101010101" pitchFamily="49" charset="-122"/>
                  <a:cs typeface="Arial" panose="020B0604020202020204" pitchFamily="34" charset="0"/>
                </a:rPr>
                <a:t>实验平台搭建</a:t>
              </a:r>
              <a:endParaRPr lang="en-US" sz="1800" b="1" dirty="0">
                <a:solidFill>
                  <a:schemeClr val="bg1"/>
                </a:solidFill>
                <a:latin typeface="Arial" panose="020B0604020202020204" pitchFamily="34" charset="0"/>
                <a:ea typeface="黑体" panose="02010609060101010101" pitchFamily="49" charset="-122"/>
                <a:cs typeface="Arial" panose="020B0604020202020204" pitchFamily="34" charset="0"/>
              </a:endParaRPr>
            </a:p>
          </p:txBody>
        </p:sp>
      </p:grpSp>
      <p:sp>
        <p:nvSpPr>
          <p:cNvPr id="173" name="矩形 172">
            <a:extLst>
              <a:ext uri="{FF2B5EF4-FFF2-40B4-BE49-F238E27FC236}">
                <a16:creationId xmlns:a16="http://schemas.microsoft.com/office/drawing/2014/main" id="{7E34C3E3-5326-D7B7-D6CA-2AF72C1B720A}"/>
              </a:ext>
            </a:extLst>
          </p:cNvPr>
          <p:cNvSpPr/>
          <p:nvPr userDrawn="1"/>
        </p:nvSpPr>
        <p:spPr>
          <a:xfrm>
            <a:off x="536994" y="2931780"/>
            <a:ext cx="3408214" cy="3295383"/>
          </a:xfrm>
          <a:prstGeom prst="rect">
            <a:avLst/>
          </a:prstGeom>
          <a:noFill/>
          <a:ln w="19050">
            <a:solidFill>
              <a:srgbClr val="0D5D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 name="矩形 173">
            <a:extLst>
              <a:ext uri="{FF2B5EF4-FFF2-40B4-BE49-F238E27FC236}">
                <a16:creationId xmlns:a16="http://schemas.microsoft.com/office/drawing/2014/main" id="{7E249FCE-4969-E83E-1879-AF7A9B407FBD}"/>
              </a:ext>
            </a:extLst>
          </p:cNvPr>
          <p:cNvSpPr/>
          <p:nvPr userDrawn="1"/>
        </p:nvSpPr>
        <p:spPr>
          <a:xfrm>
            <a:off x="4432798" y="2931780"/>
            <a:ext cx="3408214" cy="3295383"/>
          </a:xfrm>
          <a:prstGeom prst="rect">
            <a:avLst/>
          </a:prstGeom>
          <a:noFill/>
          <a:ln w="19050">
            <a:solidFill>
              <a:srgbClr val="0D5D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 name="矩形 174">
            <a:extLst>
              <a:ext uri="{FF2B5EF4-FFF2-40B4-BE49-F238E27FC236}">
                <a16:creationId xmlns:a16="http://schemas.microsoft.com/office/drawing/2014/main" id="{35F88C88-CE02-01ED-13D7-6D4BB6C077ED}"/>
              </a:ext>
            </a:extLst>
          </p:cNvPr>
          <p:cNvSpPr/>
          <p:nvPr userDrawn="1"/>
        </p:nvSpPr>
        <p:spPr>
          <a:xfrm>
            <a:off x="8328602" y="2928387"/>
            <a:ext cx="3408214" cy="3294266"/>
          </a:xfrm>
          <a:prstGeom prst="rect">
            <a:avLst/>
          </a:prstGeom>
          <a:noFill/>
          <a:ln w="19050">
            <a:solidFill>
              <a:srgbClr val="0D5D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505196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D261FCEA-B1C0-45DC-84FC-2EE16B4955AF}" type="datetimeFigureOut">
              <a:rPr lang="zh-CN" altLang="en-US" smtClean="0"/>
              <a:t>2026/6/26</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DED53CC9-1E96-4DBE-916D-98A1AF8728B5}"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D261FCEA-B1C0-45DC-84FC-2EE16B4955AF}" type="datetimeFigureOut">
              <a:rPr lang="zh-CN" altLang="en-US" smtClean="0"/>
              <a:t>2026/6/26</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DED53CC9-1E96-4DBE-916D-98A1AF8728B5}"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空白+页码">
    <p:spTree>
      <p:nvGrpSpPr>
        <p:cNvPr id="1" name=""/>
        <p:cNvGrpSpPr/>
        <p:nvPr/>
      </p:nvGrpSpPr>
      <p:grpSpPr>
        <a:xfrm>
          <a:off x="0" y="0"/>
          <a:ext cx="0" cy="0"/>
          <a:chOff x="0" y="0"/>
          <a:chExt cx="0" cy="0"/>
        </a:xfrm>
      </p:grpSpPr>
      <p:sp>
        <p:nvSpPr>
          <p:cNvPr id="5" name="灯片编号占位符 4">
            <a:extLst>
              <a:ext uri="{FF2B5EF4-FFF2-40B4-BE49-F238E27FC236}">
                <a16:creationId xmlns:a16="http://schemas.microsoft.com/office/drawing/2014/main" id="{4E553A2E-FA36-7E24-CAC1-716928C08A2E}"/>
              </a:ext>
            </a:extLst>
          </p:cNvPr>
          <p:cNvSpPr txBox="1">
            <a:spLocks/>
          </p:cNvSpPr>
          <p:nvPr userDrawn="1"/>
        </p:nvSpPr>
        <p:spPr>
          <a:xfrm>
            <a:off x="9448800" y="19820"/>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ED53CC9-1E96-4DBE-916D-98A1AF8728B5}" type="slidenum">
              <a:rPr lang="zh-CN" altLang="en-US" sz="2400" baseline="0" smtClean="0">
                <a:solidFill>
                  <a:schemeClr val="tx1"/>
                </a:solidFill>
                <a:latin typeface="Arial" panose="020B0604020202020204" pitchFamily="34" charset="0"/>
                <a:ea typeface="黑体" panose="02010609060101010101" pitchFamily="49" charset="-122"/>
              </a:rPr>
              <a:pPr/>
              <a:t>‹#›</a:t>
            </a:fld>
            <a:r>
              <a:rPr lang="en-US" altLang="zh-CN" sz="2400" baseline="0" dirty="0">
                <a:solidFill>
                  <a:schemeClr val="tx1"/>
                </a:solidFill>
                <a:latin typeface="Arial" panose="020B0604020202020204" pitchFamily="34" charset="0"/>
                <a:ea typeface="黑体" panose="02010609060101010101" pitchFamily="49" charset="-122"/>
              </a:rPr>
              <a:t>/</a:t>
            </a:r>
            <a:r>
              <a:rPr lang="zh-CN" altLang="en-US" sz="2400" baseline="0" dirty="0">
                <a:solidFill>
                  <a:schemeClr val="tx1"/>
                </a:solidFill>
                <a:latin typeface="Arial" panose="020B0604020202020204" pitchFamily="34" charset="0"/>
                <a:ea typeface="黑体" panose="02010609060101010101" pitchFamily="49" charset="-122"/>
              </a:rPr>
              <a:t>总页码</a:t>
            </a:r>
          </a:p>
        </p:txBody>
      </p:sp>
    </p:spTree>
    <p:extLst>
      <p:ext uri="{BB962C8B-B14F-4D97-AF65-F5344CB8AC3E}">
        <p14:creationId xmlns:p14="http://schemas.microsoft.com/office/powerpoint/2010/main" val="15784639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261FCEA-B1C0-45DC-84FC-2EE16B4955AF}" type="datetimeFigureOut">
              <a:rPr lang="zh-CN" altLang="en-US" smtClean="0"/>
              <a:t>2026/6/26</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ED53CC9-1E96-4DBE-916D-98A1AF8728B5}" type="slidenum">
              <a:rPr lang="zh-CN" altLang="en-US" smtClean="0"/>
              <a:t>‹#›</a:t>
            </a:fld>
            <a:endParaRPr lang="zh-CN" altLang="en-US"/>
          </a:p>
        </p:txBody>
      </p:sp>
      <p:pic>
        <p:nvPicPr>
          <p:cNvPr id="19" name="图片 18"/>
          <p:cNvPicPr>
            <a:picLocks noChangeAspect="1"/>
          </p:cNvPicPr>
          <p:nvPr userDrawn="1"/>
        </p:nvPicPr>
        <p:blipFill>
          <a:blip r:embed="rId11">
            <a:alphaModFix amt="29000"/>
          </a:blip>
          <a:stretch>
            <a:fillRect/>
          </a:stretch>
        </p:blipFill>
        <p:spPr>
          <a:xfrm>
            <a:off x="-42112" y="8932"/>
            <a:ext cx="12276000" cy="6849068"/>
          </a:xfrm>
          <a:prstGeom prst="rect">
            <a:avLst/>
          </a:prstGeom>
        </p:spPr>
      </p:pic>
    </p:spTree>
  </p:cSld>
  <p:clrMap bg1="lt1" tx1="dk1" bg2="lt2" tx2="dk2" accent1="accent1" accent2="accent2" accent3="accent3" accent4="accent4" accent5="accent5" accent6="accent6" hlink="hlink" folHlink="folHlink"/>
  <p:sldLayoutIdLst>
    <p:sldLayoutId id="2147483660" r:id="rId1"/>
    <p:sldLayoutId id="2147483662" r:id="rId2"/>
    <p:sldLayoutId id="2147483664" r:id="rId3"/>
    <p:sldLayoutId id="2147483663" r:id="rId4"/>
    <p:sldLayoutId id="2147483661" r:id="rId5"/>
    <p:sldLayoutId id="2147483650" r:id="rId6"/>
    <p:sldLayoutId id="2147483654" r:id="rId7"/>
    <p:sldLayoutId id="2147483655" r:id="rId8"/>
    <p:sldLayoutId id="2147483665" r:id="rId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png"/><Relationship Id="rId1" Type="http://schemas.openxmlformats.org/officeDocument/2006/relationships/slideLayout" Target="../slideLayouts/slideLayout8.xml"/><Relationship Id="rId5" Type="http://schemas.openxmlformats.org/officeDocument/2006/relationships/image" Target="../media/image5.jpe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13" Type="http://schemas.openxmlformats.org/officeDocument/2006/relationships/tags" Target="../tags/tag13.xml"/><Relationship Id="rId18" Type="http://schemas.openxmlformats.org/officeDocument/2006/relationships/tags" Target="../tags/tag18.xml"/><Relationship Id="rId26" Type="http://schemas.openxmlformats.org/officeDocument/2006/relationships/tags" Target="../tags/tag26.xml"/><Relationship Id="rId39" Type="http://schemas.openxmlformats.org/officeDocument/2006/relationships/tags" Target="../tags/tag39.xml"/><Relationship Id="rId21" Type="http://schemas.openxmlformats.org/officeDocument/2006/relationships/tags" Target="../tags/tag21.xml"/><Relationship Id="rId34" Type="http://schemas.openxmlformats.org/officeDocument/2006/relationships/tags" Target="../tags/tag34.xml"/><Relationship Id="rId42" Type="http://schemas.openxmlformats.org/officeDocument/2006/relationships/tags" Target="../tags/tag42.xml"/><Relationship Id="rId47" Type="http://schemas.openxmlformats.org/officeDocument/2006/relationships/tags" Target="../tags/tag47.xml"/><Relationship Id="rId50" Type="http://schemas.openxmlformats.org/officeDocument/2006/relationships/tags" Target="../tags/tag50.xml"/><Relationship Id="rId55" Type="http://schemas.openxmlformats.org/officeDocument/2006/relationships/image" Target="../media/image3.jpeg"/><Relationship Id="rId7" Type="http://schemas.openxmlformats.org/officeDocument/2006/relationships/tags" Target="../tags/tag7.xml"/><Relationship Id="rId2" Type="http://schemas.openxmlformats.org/officeDocument/2006/relationships/tags" Target="../tags/tag2.xml"/><Relationship Id="rId16" Type="http://schemas.openxmlformats.org/officeDocument/2006/relationships/tags" Target="../tags/tag16.xml"/><Relationship Id="rId29" Type="http://schemas.openxmlformats.org/officeDocument/2006/relationships/tags" Target="../tags/tag29.xml"/><Relationship Id="rId11" Type="http://schemas.openxmlformats.org/officeDocument/2006/relationships/tags" Target="../tags/tag11.xml"/><Relationship Id="rId24" Type="http://schemas.openxmlformats.org/officeDocument/2006/relationships/tags" Target="../tags/tag24.xml"/><Relationship Id="rId32" Type="http://schemas.openxmlformats.org/officeDocument/2006/relationships/tags" Target="../tags/tag32.xml"/><Relationship Id="rId37" Type="http://schemas.openxmlformats.org/officeDocument/2006/relationships/tags" Target="../tags/tag37.xml"/><Relationship Id="rId40" Type="http://schemas.openxmlformats.org/officeDocument/2006/relationships/tags" Target="../tags/tag40.xml"/><Relationship Id="rId45" Type="http://schemas.openxmlformats.org/officeDocument/2006/relationships/tags" Target="../tags/tag45.xml"/><Relationship Id="rId53" Type="http://schemas.openxmlformats.org/officeDocument/2006/relationships/tags" Target="../tags/tag53.xml"/><Relationship Id="rId5" Type="http://schemas.openxmlformats.org/officeDocument/2006/relationships/tags" Target="../tags/tag5.xml"/><Relationship Id="rId10" Type="http://schemas.openxmlformats.org/officeDocument/2006/relationships/tags" Target="../tags/tag10.xml"/><Relationship Id="rId19" Type="http://schemas.openxmlformats.org/officeDocument/2006/relationships/tags" Target="../tags/tag19.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4" Type="http://schemas.openxmlformats.org/officeDocument/2006/relationships/tags" Target="../tags/tag4.xml"/><Relationship Id="rId9" Type="http://schemas.openxmlformats.org/officeDocument/2006/relationships/tags" Target="../tags/tag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8" Type="http://schemas.openxmlformats.org/officeDocument/2006/relationships/tags" Target="../tags/tag8.xml"/><Relationship Id="rId51" Type="http://schemas.openxmlformats.org/officeDocument/2006/relationships/tags" Target="../tags/tag51.xml"/><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slideLayout" Target="../slideLayouts/slideLayout6.xml"/><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3.jpeg"/><Relationship Id="rId7"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6.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 Id="rId9"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image" Target="../media/image3.jpeg"/><Relationship Id="rId1" Type="http://schemas.openxmlformats.org/officeDocument/2006/relationships/slideLayout" Target="../slideLayouts/slideLayout6.xml"/><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image" Target="../media/image3.jpe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21.jpeg"/><Relationship Id="rId5" Type="http://schemas.openxmlformats.org/officeDocument/2006/relationships/image" Target="../media/image20.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8" Type="http://schemas.openxmlformats.org/officeDocument/2006/relationships/image" Target="../media/image26.jpg"/><Relationship Id="rId3" Type="http://schemas.openxmlformats.org/officeDocument/2006/relationships/image" Target="../media/image3.jpeg"/><Relationship Id="rId7" Type="http://schemas.openxmlformats.org/officeDocument/2006/relationships/image" Target="../media/image25.jp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 Id="rId9"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3.jpeg"/><Relationship Id="rId1" Type="http://schemas.openxmlformats.org/officeDocument/2006/relationships/slideLayout" Target="../slideLayouts/slideLayout6.xml"/><Relationship Id="rId5" Type="http://schemas.openxmlformats.org/officeDocument/2006/relationships/image" Target="../media/image29.jpg"/><Relationship Id="rId4" Type="http://schemas.openxmlformats.org/officeDocument/2006/relationships/image" Target="../media/image18.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3.jpe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DEA9102A-DF5F-38FC-4E45-68A96D168A96}"/>
              </a:ext>
            </a:extLst>
          </p:cNvPr>
          <p:cNvPicPr>
            <a:picLocks noChangeAspect="1"/>
          </p:cNvPicPr>
          <p:nvPr/>
        </p:nvPicPr>
        <p:blipFill>
          <a:blip r:embed="rId2">
            <a:alphaModFix amt="5000"/>
            <a:extLst>
              <a:ext uri="{28A0092B-C50C-407E-A947-70E740481C1C}">
                <a14:useLocalDpi xmlns:a14="http://schemas.microsoft.com/office/drawing/2010/main" val="0"/>
              </a:ext>
            </a:extLst>
          </a:blip>
          <a:srcRect l="10160" r="10160"/>
          <a:stretch/>
        </p:blipFill>
        <p:spPr>
          <a:xfrm>
            <a:off x="-55879" y="-12246"/>
            <a:ext cx="12192000" cy="6870246"/>
          </a:xfrm>
          <a:prstGeom prst="rect">
            <a:avLst/>
          </a:prstGeom>
        </p:spPr>
      </p:pic>
      <p:sp>
        <p:nvSpPr>
          <p:cNvPr id="3" name="矩形 2">
            <a:extLst>
              <a:ext uri="{FF2B5EF4-FFF2-40B4-BE49-F238E27FC236}">
                <a16:creationId xmlns:a16="http://schemas.microsoft.com/office/drawing/2014/main" id="{E2487D87-D879-CBD7-72CF-3EF330A7BDFA}"/>
              </a:ext>
            </a:extLst>
          </p:cNvPr>
          <p:cNvSpPr/>
          <p:nvPr/>
        </p:nvSpPr>
        <p:spPr>
          <a:xfrm>
            <a:off x="0" y="1061979"/>
            <a:ext cx="12192000" cy="2549053"/>
          </a:xfrm>
          <a:prstGeom prst="rect">
            <a:avLst/>
          </a:prstGeom>
          <a:gradFill>
            <a:gsLst>
              <a:gs pos="0">
                <a:schemeClr val="bg1">
                  <a:alpha val="64000"/>
                </a:schemeClr>
              </a:gs>
              <a:gs pos="100000">
                <a:schemeClr val="bg1">
                  <a:lumMod val="95000"/>
                  <a:alpha val="59000"/>
                </a:schemeClr>
              </a:gs>
            </a:gsLst>
            <a:lin ang="5400000" scaled="1"/>
          </a:gradFill>
          <a:ln>
            <a:noFill/>
          </a:ln>
          <a:effectLst>
            <a:outerShdw blurRad="50800" dist="50800" dir="5400000" algn="ctr" rotWithShape="0">
              <a:schemeClr val="accent1">
                <a:lumMod val="20000"/>
                <a:lumOff val="8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9">
            <a:extLst>
              <a:ext uri="{FF2B5EF4-FFF2-40B4-BE49-F238E27FC236}">
                <a16:creationId xmlns:a16="http://schemas.microsoft.com/office/drawing/2014/main" id="{B3E86AA7-E2A5-753B-562E-E0ED1ABC0E09}"/>
              </a:ext>
            </a:extLst>
          </p:cNvPr>
          <p:cNvSpPr txBox="1"/>
          <p:nvPr/>
        </p:nvSpPr>
        <p:spPr>
          <a:xfrm>
            <a:off x="3138377" y="4495554"/>
            <a:ext cx="5961184" cy="523220"/>
          </a:xfrm>
          <a:prstGeom prst="rect">
            <a:avLst/>
          </a:prstGeom>
          <a:noFill/>
        </p:spPr>
        <p:txBody>
          <a:bodyPr wrap="square" rtlCol="0">
            <a:spAutoFit/>
          </a:bodyPr>
          <a:lstStyle>
            <a:defPPr>
              <a:defRPr lang="zh-CN"/>
            </a:defPPr>
            <a:lvl1pPr>
              <a:defRPr b="1">
                <a:gradFill>
                  <a:gsLst>
                    <a:gs pos="0">
                      <a:srgbClr val="0D5DBD"/>
                    </a:gs>
                    <a:gs pos="100000">
                      <a:srgbClr val="0D4F9D"/>
                    </a:gs>
                  </a:gsLst>
                  <a:lin ang="5400000" scaled="1"/>
                </a:gradFill>
                <a:latin typeface="+mn-ea"/>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sz="2800" b="1" dirty="0">
                <a:latin typeface="黑体" panose="02010609060101010101" pitchFamily="49" charset="-122"/>
                <a:ea typeface="黑体" panose="02010609060101010101" pitchFamily="49" charset="-122"/>
              </a:rPr>
              <a:t>徐屹寒</a:t>
            </a:r>
            <a:endParaRPr lang="en-US" altLang="zh-CN" sz="2800" b="1" dirty="0">
              <a:latin typeface="黑体" panose="02010609060101010101" pitchFamily="49" charset="-122"/>
              <a:ea typeface="黑体" panose="02010609060101010101" pitchFamily="49" charset="-122"/>
            </a:endParaRPr>
          </a:p>
        </p:txBody>
      </p:sp>
      <p:grpSp>
        <p:nvGrpSpPr>
          <p:cNvPr id="5" name="组合 4">
            <a:extLst>
              <a:ext uri="{FF2B5EF4-FFF2-40B4-BE49-F238E27FC236}">
                <a16:creationId xmlns:a16="http://schemas.microsoft.com/office/drawing/2014/main" id="{3C9D2804-33E8-66E4-F6CD-14ADB3BF66CA}"/>
              </a:ext>
            </a:extLst>
          </p:cNvPr>
          <p:cNvGrpSpPr/>
          <p:nvPr/>
        </p:nvGrpSpPr>
        <p:grpSpPr>
          <a:xfrm flipH="1">
            <a:off x="6831199" y="4585226"/>
            <a:ext cx="2193490" cy="335282"/>
            <a:chOff x="-162560" y="1991359"/>
            <a:chExt cx="2193490" cy="335282"/>
          </a:xfrm>
        </p:grpSpPr>
        <p:sp>
          <p:nvSpPr>
            <p:cNvPr id="6" name="平行四边形 5">
              <a:extLst>
                <a:ext uri="{FF2B5EF4-FFF2-40B4-BE49-F238E27FC236}">
                  <a16:creationId xmlns:a16="http://schemas.microsoft.com/office/drawing/2014/main" id="{8CA52CE3-88A2-3731-9670-6B81BB562EDF}"/>
                </a:ext>
              </a:extLst>
            </p:cNvPr>
            <p:cNvSpPr/>
            <p:nvPr/>
          </p:nvSpPr>
          <p:spPr>
            <a:xfrm>
              <a:off x="0" y="2103121"/>
              <a:ext cx="2030930" cy="223520"/>
            </a:xfrm>
            <a:prstGeom prst="parallelogram">
              <a:avLst/>
            </a:prstGeom>
            <a:gradFill flip="none" rotWithShape="1">
              <a:gsLst>
                <a:gs pos="0">
                  <a:schemeClr val="bg1">
                    <a:alpha val="0"/>
                  </a:schemeClr>
                </a:gs>
                <a:gs pos="100000">
                  <a:srgbClr val="0D5DBD"/>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gradFill>
                  <a:gsLst>
                    <a:gs pos="0">
                      <a:srgbClr val="0D5EFF"/>
                    </a:gs>
                    <a:gs pos="61000">
                      <a:srgbClr val="003AB4"/>
                    </a:gs>
                  </a:gsLst>
                  <a:lin ang="5400000" scaled="1"/>
                </a:gradFill>
                <a:effectLst/>
                <a:uLnTx/>
                <a:uFillTx/>
                <a:latin typeface="等线" panose="02010600030101010101" charset="-122"/>
                <a:ea typeface="等线" panose="02010600030101010101" charset="-122"/>
                <a:cs typeface="+mn-cs"/>
              </a:endParaRPr>
            </a:p>
          </p:txBody>
        </p:sp>
        <p:sp>
          <p:nvSpPr>
            <p:cNvPr id="7" name="平行四边形 6">
              <a:extLst>
                <a:ext uri="{FF2B5EF4-FFF2-40B4-BE49-F238E27FC236}">
                  <a16:creationId xmlns:a16="http://schemas.microsoft.com/office/drawing/2014/main" id="{45F59B16-480F-51CF-2FB2-61CF269434BD}"/>
                </a:ext>
              </a:extLst>
            </p:cNvPr>
            <p:cNvSpPr/>
            <p:nvPr/>
          </p:nvSpPr>
          <p:spPr>
            <a:xfrm>
              <a:off x="-162560" y="1991359"/>
              <a:ext cx="2030930" cy="203201"/>
            </a:xfrm>
            <a:prstGeom prst="parallelogram">
              <a:avLst/>
            </a:prstGeom>
            <a:gradFill flip="none" rotWithShape="1">
              <a:gsLst>
                <a:gs pos="0">
                  <a:schemeClr val="bg1">
                    <a:alpha val="0"/>
                  </a:schemeClr>
                </a:gs>
                <a:gs pos="100000">
                  <a:schemeClr val="accent5">
                    <a:lumMod val="20000"/>
                    <a:lumOff val="8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等线" panose="02010600030101010101" charset="-122"/>
                <a:cs typeface="+mn-cs"/>
              </a:endParaRPr>
            </a:p>
          </p:txBody>
        </p:sp>
      </p:grpSp>
      <p:grpSp>
        <p:nvGrpSpPr>
          <p:cNvPr id="8" name="组合 7">
            <a:extLst>
              <a:ext uri="{FF2B5EF4-FFF2-40B4-BE49-F238E27FC236}">
                <a16:creationId xmlns:a16="http://schemas.microsoft.com/office/drawing/2014/main" id="{AC8D77AF-C137-34C8-DB95-D7145634B8CA}"/>
              </a:ext>
            </a:extLst>
          </p:cNvPr>
          <p:cNvGrpSpPr/>
          <p:nvPr/>
        </p:nvGrpSpPr>
        <p:grpSpPr>
          <a:xfrm>
            <a:off x="3203141" y="4589523"/>
            <a:ext cx="2193490" cy="335282"/>
            <a:chOff x="-162560" y="1991359"/>
            <a:chExt cx="2193490" cy="335282"/>
          </a:xfrm>
        </p:grpSpPr>
        <p:sp>
          <p:nvSpPr>
            <p:cNvPr id="9" name="平行四边形 8">
              <a:extLst>
                <a:ext uri="{FF2B5EF4-FFF2-40B4-BE49-F238E27FC236}">
                  <a16:creationId xmlns:a16="http://schemas.microsoft.com/office/drawing/2014/main" id="{9E27AF1C-C222-194D-D71C-34F2F80310A7}"/>
                </a:ext>
              </a:extLst>
            </p:cNvPr>
            <p:cNvSpPr/>
            <p:nvPr/>
          </p:nvSpPr>
          <p:spPr>
            <a:xfrm>
              <a:off x="0" y="2103121"/>
              <a:ext cx="2030930" cy="223520"/>
            </a:xfrm>
            <a:prstGeom prst="parallelogram">
              <a:avLst/>
            </a:prstGeom>
            <a:gradFill flip="none" rotWithShape="1">
              <a:gsLst>
                <a:gs pos="0">
                  <a:schemeClr val="bg1">
                    <a:alpha val="0"/>
                  </a:schemeClr>
                </a:gs>
                <a:gs pos="100000">
                  <a:srgbClr val="0D5DBD"/>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gradFill>
                  <a:gsLst>
                    <a:gs pos="0">
                      <a:srgbClr val="0D5EFF"/>
                    </a:gs>
                    <a:gs pos="61000">
                      <a:srgbClr val="003AB4"/>
                    </a:gs>
                  </a:gsLst>
                  <a:lin ang="5400000" scaled="1"/>
                </a:gradFill>
                <a:effectLst/>
                <a:uLnTx/>
                <a:uFillTx/>
                <a:latin typeface="等线" panose="02010600030101010101" charset="-122"/>
                <a:ea typeface="等线" panose="02010600030101010101" charset="-122"/>
                <a:cs typeface="+mn-cs"/>
              </a:endParaRPr>
            </a:p>
          </p:txBody>
        </p:sp>
        <p:sp>
          <p:nvSpPr>
            <p:cNvPr id="10" name="平行四边形 9">
              <a:extLst>
                <a:ext uri="{FF2B5EF4-FFF2-40B4-BE49-F238E27FC236}">
                  <a16:creationId xmlns:a16="http://schemas.microsoft.com/office/drawing/2014/main" id="{755C4E03-EE0D-5050-D76A-12EDB525774B}"/>
                </a:ext>
              </a:extLst>
            </p:cNvPr>
            <p:cNvSpPr/>
            <p:nvPr/>
          </p:nvSpPr>
          <p:spPr>
            <a:xfrm>
              <a:off x="-162560" y="1991359"/>
              <a:ext cx="2030930" cy="203201"/>
            </a:xfrm>
            <a:prstGeom prst="parallelogram">
              <a:avLst/>
            </a:prstGeom>
            <a:gradFill flip="none" rotWithShape="1">
              <a:gsLst>
                <a:gs pos="0">
                  <a:schemeClr val="bg1">
                    <a:alpha val="0"/>
                  </a:schemeClr>
                </a:gs>
                <a:gs pos="100000">
                  <a:schemeClr val="accent5">
                    <a:lumMod val="20000"/>
                    <a:lumOff val="8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等线" panose="02010600030101010101" charset="-122"/>
                <a:cs typeface="+mn-cs"/>
              </a:endParaRPr>
            </a:p>
          </p:txBody>
        </p:sp>
      </p:grpSp>
      <p:sp>
        <p:nvSpPr>
          <p:cNvPr id="11" name="矩形 10">
            <a:extLst>
              <a:ext uri="{FF2B5EF4-FFF2-40B4-BE49-F238E27FC236}">
                <a16:creationId xmlns:a16="http://schemas.microsoft.com/office/drawing/2014/main" id="{9BCED05B-66A8-846B-B579-E8A6438793F0}"/>
              </a:ext>
            </a:extLst>
          </p:cNvPr>
          <p:cNvSpPr/>
          <p:nvPr/>
        </p:nvSpPr>
        <p:spPr>
          <a:xfrm>
            <a:off x="0" y="129761"/>
            <a:ext cx="12167745" cy="524096"/>
          </a:xfrm>
          <a:prstGeom prst="rect">
            <a:avLst/>
          </a:prstGeom>
          <a:gradFill>
            <a:gsLst>
              <a:gs pos="57800">
                <a:schemeClr val="accent5">
                  <a:lumMod val="20000"/>
                  <a:lumOff val="80000"/>
                  <a:alpha val="54000"/>
                </a:schemeClr>
              </a:gs>
              <a:gs pos="0">
                <a:schemeClr val="accent5">
                  <a:lumMod val="20000"/>
                  <a:lumOff val="80000"/>
                  <a:alpha val="0"/>
                </a:schemeClr>
              </a:gs>
              <a:gs pos="100000">
                <a:schemeClr val="accent5">
                  <a:lumMod val="20000"/>
                  <a:lumOff val="80000"/>
                  <a:alpha val="0"/>
                </a:schemeClr>
              </a:gs>
            </a:gsLst>
            <a:lin ang="0" scaled="1"/>
          </a:gradFill>
          <a:ln w="12700" cap="flat" cmpd="sng" algn="ctr">
            <a:noFill/>
            <a:prstDash val="solid"/>
            <a:miter lim="800000"/>
          </a:ln>
          <a:effectLst>
            <a:outerShdw blurRad="381000" dist="127000" dir="2700000" algn="tl" rotWithShape="0">
              <a:srgbClr val="4472C4">
                <a:lumMod val="40000"/>
                <a:lumOff val="60000"/>
                <a:alpha val="80000"/>
              </a:srgbClr>
            </a:outerShdw>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7200" b="0" i="0" u="none" strike="noStrike" kern="0" cap="none" spc="0" normalizeH="0" baseline="0" noProof="0" dirty="0">
              <a:ln>
                <a:noFill/>
              </a:ln>
              <a:solidFill>
                <a:srgbClr val="EEF2F9"/>
              </a:solidFill>
              <a:effectLst/>
              <a:uLnTx/>
              <a:uFillTx/>
              <a:latin typeface="思源黑体 CN Medium" panose="020B0600000000000000" pitchFamily="34" charset="-122"/>
              <a:ea typeface="思源黑体 CN Medium" panose="020B0600000000000000" pitchFamily="34" charset="-122"/>
              <a:sym typeface="汉仪旗黑-55简" panose="00020600040101010101" pitchFamily="18" charset="-122"/>
            </a:endParaRPr>
          </a:p>
        </p:txBody>
      </p:sp>
      <p:sp>
        <p:nvSpPr>
          <p:cNvPr id="12" name="文本框 6">
            <a:extLst>
              <a:ext uri="{FF2B5EF4-FFF2-40B4-BE49-F238E27FC236}">
                <a16:creationId xmlns:a16="http://schemas.microsoft.com/office/drawing/2014/main" id="{DC2CE025-C52F-F33D-C8F8-12330833ADA2}"/>
              </a:ext>
            </a:extLst>
          </p:cNvPr>
          <p:cNvSpPr txBox="1"/>
          <p:nvPr/>
        </p:nvSpPr>
        <p:spPr>
          <a:xfrm>
            <a:off x="1458819" y="299673"/>
            <a:ext cx="9669972" cy="523220"/>
          </a:xfrm>
          <a:prstGeom prst="rect">
            <a:avLst/>
          </a:prstGeom>
          <a:noFill/>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sz="2800" b="1" dirty="0">
                <a:gradFill>
                  <a:gsLst>
                    <a:gs pos="0">
                      <a:srgbClr val="0D5DBD"/>
                    </a:gs>
                    <a:gs pos="100000">
                      <a:srgbClr val="0D4F9D"/>
                    </a:gs>
                  </a:gsLst>
                  <a:lin ang="5400000" scaled="1"/>
                </a:gradFill>
                <a:latin typeface="黑体" panose="02010609060101010101" pitchFamily="49" charset="-122"/>
                <a:ea typeface="黑体" panose="02010609060101010101" pitchFamily="49" charset="-122"/>
                <a:sym typeface="汉仪旗黑-55简" panose="00020600040101010101" pitchFamily="18" charset="-122"/>
              </a:rPr>
              <a:t>项目设计实践结题答辩</a:t>
            </a:r>
          </a:p>
        </p:txBody>
      </p:sp>
      <p:sp>
        <p:nvSpPr>
          <p:cNvPr id="13" name="矩形 12">
            <a:extLst>
              <a:ext uri="{FF2B5EF4-FFF2-40B4-BE49-F238E27FC236}">
                <a16:creationId xmlns:a16="http://schemas.microsoft.com/office/drawing/2014/main" id="{74CFD120-07C5-FBB5-524C-A721D66B0418}"/>
              </a:ext>
            </a:extLst>
          </p:cNvPr>
          <p:cNvSpPr/>
          <p:nvPr/>
        </p:nvSpPr>
        <p:spPr>
          <a:xfrm>
            <a:off x="-55879" y="1061980"/>
            <a:ext cx="12247880" cy="2549052"/>
          </a:xfrm>
          <a:prstGeom prst="rect">
            <a:avLst/>
          </a:prstGeom>
          <a:noFill/>
          <a:ln w="25400">
            <a:gradFill flip="none" rotWithShape="1">
              <a:gsLst>
                <a:gs pos="0">
                  <a:schemeClr val="accent1">
                    <a:lumMod val="5000"/>
                    <a:lumOff val="95000"/>
                    <a:alpha val="2000"/>
                  </a:schemeClr>
                </a:gs>
                <a:gs pos="53000">
                  <a:srgbClr val="16358E">
                    <a:alpha val="70000"/>
                  </a:srgbClr>
                </a:gs>
                <a:gs pos="100000">
                  <a:schemeClr val="accent3">
                    <a:lumMod val="20000"/>
                    <a:lumOff val="80000"/>
                    <a:alpha val="0"/>
                  </a:schemeClr>
                </a:gs>
              </a:gsLst>
              <a:lin ang="0" scaled="1"/>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a:p>
        </p:txBody>
      </p:sp>
      <p:sp>
        <p:nvSpPr>
          <p:cNvPr id="14" name="文本框 13">
            <a:extLst>
              <a:ext uri="{FF2B5EF4-FFF2-40B4-BE49-F238E27FC236}">
                <a16:creationId xmlns:a16="http://schemas.microsoft.com/office/drawing/2014/main" id="{0B690372-C4AC-8E17-3CAB-5E4391FC4269}"/>
              </a:ext>
            </a:extLst>
          </p:cNvPr>
          <p:cNvSpPr txBox="1"/>
          <p:nvPr/>
        </p:nvSpPr>
        <p:spPr>
          <a:xfrm>
            <a:off x="913054" y="1706829"/>
            <a:ext cx="10566400" cy="1015663"/>
          </a:xfrm>
          <a:prstGeom prst="rect">
            <a:avLst/>
          </a:prstGeom>
          <a:noFill/>
        </p:spPr>
        <p:txBody>
          <a:bodyPr wrap="square" rtlCol="0">
            <a:spAutoFit/>
          </a:bodyPr>
          <a:lstStyle/>
          <a:p>
            <a:pPr algn="ctr"/>
            <a:r>
              <a:rPr lang="en-US" altLang="zh-CN" sz="6000" b="1" dirty="0">
                <a:gradFill flip="none" rotWithShape="1">
                  <a:gsLst>
                    <a:gs pos="0">
                      <a:srgbClr val="0D5DBD"/>
                    </a:gs>
                    <a:gs pos="100000">
                      <a:srgbClr val="0D4F9D"/>
                    </a:gs>
                  </a:gsLst>
                  <a:lin ang="5400000" scaled="1"/>
                  <a:tileRect/>
                </a:gradFill>
                <a:latin typeface="黑体" panose="02010609060101010101" pitchFamily="49" charset="-122"/>
                <a:ea typeface="黑体" panose="02010609060101010101" pitchFamily="49" charset="-122"/>
              </a:rPr>
              <a:t>ROS </a:t>
            </a:r>
            <a:r>
              <a:rPr lang="zh-CN" altLang="en-US" sz="6000" b="1" dirty="0">
                <a:gradFill flip="none" rotWithShape="1">
                  <a:gsLst>
                    <a:gs pos="0">
                      <a:srgbClr val="0D5DBD"/>
                    </a:gs>
                    <a:gs pos="100000">
                      <a:srgbClr val="0D4F9D"/>
                    </a:gs>
                  </a:gsLst>
                  <a:lin ang="5400000" scaled="1"/>
                  <a:tileRect/>
                </a:gradFill>
                <a:latin typeface="黑体" panose="02010609060101010101" pitchFamily="49" charset="-122"/>
                <a:ea typeface="黑体" panose="02010609060101010101" pitchFamily="49" charset="-122"/>
              </a:rPr>
              <a:t>机器人对弈系统</a:t>
            </a:r>
          </a:p>
        </p:txBody>
      </p:sp>
      <p:pic>
        <p:nvPicPr>
          <p:cNvPr id="18" name="Picture 2" descr="浙江大学-四川久光科技有限公司">
            <a:extLst>
              <a:ext uri="{FF2B5EF4-FFF2-40B4-BE49-F238E27FC236}">
                <a16:creationId xmlns:a16="http://schemas.microsoft.com/office/drawing/2014/main" id="{65D54A1E-1059-2734-6FC3-ED1BD0CD0E04}"/>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t="29557" b="25721"/>
          <a:stretch/>
        </p:blipFill>
        <p:spPr bwMode="auto">
          <a:xfrm>
            <a:off x="1897511" y="5701409"/>
            <a:ext cx="2228851" cy="797434"/>
          </a:xfrm>
          <a:prstGeom prst="rect">
            <a:avLst/>
          </a:prstGeom>
          <a:noFill/>
          <a:extLst>
            <a:ext uri="{909E8E84-426E-40DD-AFC4-6F175D3DCCD1}">
              <a14:hiddenFill xmlns:a14="http://schemas.microsoft.com/office/drawing/2010/main">
                <a:solidFill>
                  <a:srgbClr val="FFFFFF"/>
                </a:solidFill>
              </a14:hiddenFill>
            </a:ext>
          </a:extLst>
        </p:spPr>
      </p:pic>
      <p:grpSp>
        <p:nvGrpSpPr>
          <p:cNvPr id="19" name="组合 18">
            <a:extLst>
              <a:ext uri="{FF2B5EF4-FFF2-40B4-BE49-F238E27FC236}">
                <a16:creationId xmlns:a16="http://schemas.microsoft.com/office/drawing/2014/main" id="{660ACD27-9CC1-51B9-693C-32E35C6FC55D}"/>
              </a:ext>
            </a:extLst>
          </p:cNvPr>
          <p:cNvGrpSpPr/>
          <p:nvPr/>
        </p:nvGrpSpPr>
        <p:grpSpPr>
          <a:xfrm>
            <a:off x="5973043" y="5762411"/>
            <a:ext cx="4158605" cy="641524"/>
            <a:chOff x="2662803" y="5897880"/>
            <a:chExt cx="4158605" cy="641524"/>
          </a:xfrm>
        </p:grpSpPr>
        <p:pic>
          <p:nvPicPr>
            <p:cNvPr id="20" name="Picture 4" descr="学院简介_学院概况_浙江大学机械工程学院110周年院庆官网">
              <a:extLst>
                <a:ext uri="{FF2B5EF4-FFF2-40B4-BE49-F238E27FC236}">
                  <a16:creationId xmlns:a16="http://schemas.microsoft.com/office/drawing/2014/main" id="{64D46F24-2E26-CD57-C292-951E41D46F4E}"/>
                </a:ext>
              </a:extLst>
            </p:cNvPr>
            <p:cNvPicPr>
              <a:picLocks noChangeAspect="1" noChangeArrowheads="1"/>
            </p:cNvPicPr>
            <p:nvPr userDrawn="1"/>
          </p:nvPicPr>
          <p:blipFill rotWithShape="1">
            <a:blip r:embed="rId4">
              <a:extLst>
                <a:ext uri="{28A0092B-C50C-407E-A947-70E740481C1C}">
                  <a14:useLocalDpi xmlns:a14="http://schemas.microsoft.com/office/drawing/2010/main" val="0"/>
                </a:ext>
              </a:extLst>
            </a:blip>
            <a:srcRect l="16579"/>
            <a:stretch/>
          </p:blipFill>
          <p:spPr bwMode="auto">
            <a:xfrm>
              <a:off x="3360206" y="5897880"/>
              <a:ext cx="3461202" cy="631974"/>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6" descr="浙江大学机械工程学院图册_360百科">
              <a:extLst>
                <a:ext uri="{FF2B5EF4-FFF2-40B4-BE49-F238E27FC236}">
                  <a16:creationId xmlns:a16="http://schemas.microsoft.com/office/drawing/2014/main" id="{93DDC3FF-6836-57FF-691E-9D2764AA3994}"/>
                </a:ext>
              </a:extLst>
            </p:cNvPr>
            <p:cNvPicPr>
              <a:picLocks noChangeAspect="1" noChangeArrowheads="1"/>
            </p:cNvPicPr>
            <p:nvPr userDrawn="1"/>
          </p:nvPicPr>
          <p:blipFill>
            <a:blip r:embed="rId5"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662803" y="5897880"/>
              <a:ext cx="641524" cy="641524"/>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6209848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37B34-D503-B3F1-2A42-7607B509CB0A}"/>
            </a:ext>
          </a:extLst>
        </p:cNvPr>
        <p:cNvGrpSpPr/>
        <p:nvPr/>
      </p:nvGrpSpPr>
      <p:grpSpPr>
        <a:xfrm>
          <a:off x="0" y="0"/>
          <a:ext cx="0" cy="0"/>
          <a:chOff x="0" y="0"/>
          <a:chExt cx="0" cy="0"/>
        </a:xfrm>
      </p:grpSpPr>
      <p:cxnSp>
        <p:nvCxnSpPr>
          <p:cNvPr id="2" name="直接连接符 1">
            <a:extLst>
              <a:ext uri="{FF2B5EF4-FFF2-40B4-BE49-F238E27FC236}">
                <a16:creationId xmlns:a16="http://schemas.microsoft.com/office/drawing/2014/main" id="{549D92FC-A04C-A4CC-BBEC-FF018C8BBDF6}"/>
              </a:ext>
            </a:extLst>
          </p:cNvPr>
          <p:cNvCxnSpPr>
            <a:cxnSpLocks/>
          </p:cNvCxnSpPr>
          <p:nvPr/>
        </p:nvCxnSpPr>
        <p:spPr>
          <a:xfrm>
            <a:off x="4796222" y="1280018"/>
            <a:ext cx="2571750" cy="0"/>
          </a:xfrm>
          <a:prstGeom prst="line">
            <a:avLst/>
          </a:prstGeom>
          <a:ln w="381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a:extLst>
              <a:ext uri="{FF2B5EF4-FFF2-40B4-BE49-F238E27FC236}">
                <a16:creationId xmlns:a16="http://schemas.microsoft.com/office/drawing/2014/main" id="{6486CE27-AE02-FFD9-3617-8105C530BCBC}"/>
              </a:ext>
            </a:extLst>
          </p:cNvPr>
          <p:cNvSpPr txBox="1"/>
          <p:nvPr/>
        </p:nvSpPr>
        <p:spPr>
          <a:xfrm>
            <a:off x="5012122" y="474025"/>
            <a:ext cx="2139950" cy="584775"/>
          </a:xfrm>
          <a:prstGeom prst="rect">
            <a:avLst/>
          </a:prstGeom>
          <a:noFill/>
        </p:spPr>
        <p:txBody>
          <a:bodyPr wrap="square" rtlCol="0">
            <a:spAutoFit/>
          </a:bodyPr>
          <a:lstStyle/>
          <a:p>
            <a:pPr algn="ctr"/>
            <a:r>
              <a:rPr lang="zh-CN" altLang="en-US" sz="3200" b="1" kern="1200" dirty="0">
                <a:solidFill>
                  <a:srgbClr val="C00000"/>
                </a:solidFill>
                <a:latin typeface="黑体" panose="02010609060101010101" pitchFamily="49" charset="-122"/>
                <a:ea typeface="黑体" panose="02010609060101010101" pitchFamily="49" charset="-122"/>
                <a:cs typeface="+mn-cs"/>
              </a:rPr>
              <a:t>汇报内容</a:t>
            </a:r>
            <a:endParaRPr lang="en-US" sz="3200" b="1" kern="1200" dirty="0">
              <a:solidFill>
                <a:srgbClr val="C00000"/>
              </a:solidFill>
              <a:latin typeface="黑体" panose="02010609060101010101" pitchFamily="49" charset="-122"/>
              <a:ea typeface="黑体" panose="02010609060101010101" pitchFamily="49" charset="-122"/>
              <a:cs typeface="+mn-cs"/>
            </a:endParaRPr>
          </a:p>
        </p:txBody>
      </p:sp>
      <p:sp>
        <p:nvSpPr>
          <p:cNvPr id="4" name="文本框 3">
            <a:extLst>
              <a:ext uri="{FF2B5EF4-FFF2-40B4-BE49-F238E27FC236}">
                <a16:creationId xmlns:a16="http://schemas.microsoft.com/office/drawing/2014/main" id="{07CB6C42-2D20-6189-318D-089BE1072E5F}"/>
              </a:ext>
            </a:extLst>
          </p:cNvPr>
          <p:cNvSpPr txBox="1"/>
          <p:nvPr/>
        </p:nvSpPr>
        <p:spPr>
          <a:xfrm>
            <a:off x="5887364" y="1793337"/>
            <a:ext cx="2633783" cy="584775"/>
          </a:xfrm>
          <a:prstGeom prst="rect">
            <a:avLst/>
          </a:prstGeom>
          <a:noFill/>
        </p:spPr>
        <p:txBody>
          <a:bodyPr wrap="square" rtlCol="0">
            <a:spAutoFit/>
          </a:bodyPr>
          <a:lstStyle/>
          <a:p>
            <a:pPr marL="0" algn="l" defTabSz="914400" rtl="0" eaLnBrk="1" latinLnBrk="0" hangingPunct="1"/>
            <a:r>
              <a:rPr lang="zh-CN" altLang="en-US" sz="32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rPr>
              <a:t>项目总架构</a:t>
            </a:r>
          </a:p>
        </p:txBody>
      </p:sp>
      <p:sp>
        <p:nvSpPr>
          <p:cNvPr id="5" name="文本框 4">
            <a:extLst>
              <a:ext uri="{FF2B5EF4-FFF2-40B4-BE49-F238E27FC236}">
                <a16:creationId xmlns:a16="http://schemas.microsoft.com/office/drawing/2014/main" id="{424FF123-8CCB-A318-425A-E4B3347634E8}"/>
              </a:ext>
            </a:extLst>
          </p:cNvPr>
          <p:cNvSpPr txBox="1"/>
          <p:nvPr/>
        </p:nvSpPr>
        <p:spPr>
          <a:xfrm>
            <a:off x="4693565" y="1793337"/>
            <a:ext cx="488950" cy="584775"/>
          </a:xfrm>
          <a:prstGeom prst="rect">
            <a:avLst/>
          </a:prstGeom>
          <a:noFill/>
        </p:spPr>
        <p:txBody>
          <a:bodyPr wrap="square" rtlCol="0">
            <a:spAutoFit/>
          </a:bodyPr>
          <a:lstStyle/>
          <a:p>
            <a:r>
              <a:rPr lang="en-US" altLang="zh-CN" sz="3200" b="1" kern="1200" dirty="0">
                <a:gradFill>
                  <a:gsLst>
                    <a:gs pos="100000">
                      <a:srgbClr val="0D4F9D"/>
                    </a:gs>
                    <a:gs pos="2000">
                      <a:srgbClr val="0D5DBD"/>
                    </a:gs>
                  </a:gsLst>
                  <a:path path="circle">
                    <a:fillToRect r="100000" b="100000"/>
                  </a:path>
                </a:gradFill>
                <a:latin typeface="Arial" panose="020B0604020202020204" pitchFamily="34" charset="0"/>
                <a:ea typeface="黑体" panose="02010609060101010101" pitchFamily="49" charset="-122"/>
                <a:cs typeface="Arial" panose="020B0604020202020204" pitchFamily="34" charset="0"/>
              </a:rPr>
              <a:t>1</a:t>
            </a:r>
            <a:endParaRPr lang="en-US" sz="3200" b="1" kern="1200" dirty="0">
              <a:gradFill>
                <a:gsLst>
                  <a:gs pos="100000">
                    <a:srgbClr val="0D4F9D"/>
                  </a:gs>
                  <a:gs pos="2000">
                    <a:srgbClr val="0D5DBD"/>
                  </a:gs>
                </a:gsLst>
                <a:path path="circle">
                  <a:fillToRect r="100000" b="100000"/>
                </a:path>
              </a:gradFill>
              <a:latin typeface="Arial" panose="020B0604020202020204" pitchFamily="34" charset="0"/>
              <a:ea typeface="黑体" panose="02010609060101010101" pitchFamily="49" charset="-122"/>
              <a:cs typeface="Arial" panose="020B0604020202020204" pitchFamily="34" charset="0"/>
            </a:endParaRPr>
          </a:p>
        </p:txBody>
      </p:sp>
      <p:sp>
        <p:nvSpPr>
          <p:cNvPr id="6" name="文本框 5">
            <a:extLst>
              <a:ext uri="{FF2B5EF4-FFF2-40B4-BE49-F238E27FC236}">
                <a16:creationId xmlns:a16="http://schemas.microsoft.com/office/drawing/2014/main" id="{C5F3174E-5253-0F51-756A-10926D9664D2}"/>
              </a:ext>
            </a:extLst>
          </p:cNvPr>
          <p:cNvSpPr txBox="1"/>
          <p:nvPr/>
        </p:nvSpPr>
        <p:spPr>
          <a:xfrm>
            <a:off x="4693565" y="2844225"/>
            <a:ext cx="488950" cy="584775"/>
          </a:xfrm>
          <a:prstGeom prst="rect">
            <a:avLst/>
          </a:prstGeom>
          <a:noFill/>
        </p:spPr>
        <p:txBody>
          <a:bodyPr wrap="square" rtlCol="0">
            <a:spAutoFit/>
          </a:bodyPr>
          <a:lstStyle/>
          <a:p>
            <a:r>
              <a:rPr lang="en-US" altLang="zh-CN" sz="3200" b="1" dirty="0">
                <a:solidFill>
                  <a:srgbClr val="BFBFBF"/>
                </a:solidFill>
                <a:latin typeface="黑体" panose="02010609060101010101" pitchFamily="49" charset="-122"/>
                <a:ea typeface="黑体" panose="02010609060101010101" pitchFamily="49" charset="-122"/>
              </a:rPr>
              <a:t>2</a:t>
            </a:r>
            <a:endParaRPr lang="en-US" sz="3200" b="1" dirty="0">
              <a:solidFill>
                <a:srgbClr val="BFBFBF"/>
              </a:solidFill>
              <a:latin typeface="黑体" panose="02010609060101010101" pitchFamily="49" charset="-122"/>
              <a:ea typeface="黑体" panose="02010609060101010101" pitchFamily="49" charset="-122"/>
            </a:endParaRPr>
          </a:p>
        </p:txBody>
      </p:sp>
      <p:sp>
        <p:nvSpPr>
          <p:cNvPr id="7" name="文本框 6">
            <a:extLst>
              <a:ext uri="{FF2B5EF4-FFF2-40B4-BE49-F238E27FC236}">
                <a16:creationId xmlns:a16="http://schemas.microsoft.com/office/drawing/2014/main" id="{0B88C481-88EB-CC8B-DB70-8628DB68BB40}"/>
              </a:ext>
            </a:extLst>
          </p:cNvPr>
          <p:cNvSpPr txBox="1"/>
          <p:nvPr/>
        </p:nvSpPr>
        <p:spPr>
          <a:xfrm>
            <a:off x="4693565" y="3906591"/>
            <a:ext cx="488950" cy="584775"/>
          </a:xfrm>
          <a:prstGeom prst="rect">
            <a:avLst/>
          </a:prstGeom>
          <a:noFill/>
        </p:spPr>
        <p:txBody>
          <a:bodyPr wrap="square" rtlCol="0">
            <a:spAutoFit/>
          </a:bodyPr>
          <a:lstStyle/>
          <a:p>
            <a:r>
              <a:rPr lang="en-US" altLang="zh-CN" sz="3200" b="1" dirty="0">
                <a:solidFill>
                  <a:srgbClr val="BFBFBF"/>
                </a:solidFill>
                <a:latin typeface="黑体" panose="02010609060101010101" pitchFamily="49" charset="-122"/>
                <a:ea typeface="黑体" panose="02010609060101010101" pitchFamily="49" charset="-122"/>
              </a:rPr>
              <a:t>3</a:t>
            </a:r>
            <a:endParaRPr lang="en-US" sz="3200" b="1" dirty="0">
              <a:solidFill>
                <a:srgbClr val="BFBFBF"/>
              </a:solidFill>
              <a:latin typeface="黑体" panose="02010609060101010101" pitchFamily="49" charset="-122"/>
              <a:ea typeface="黑体" panose="02010609060101010101" pitchFamily="49" charset="-122"/>
            </a:endParaRPr>
          </a:p>
        </p:txBody>
      </p:sp>
      <p:cxnSp>
        <p:nvCxnSpPr>
          <p:cNvPr id="8" name="直接连接符 7">
            <a:extLst>
              <a:ext uri="{FF2B5EF4-FFF2-40B4-BE49-F238E27FC236}">
                <a16:creationId xmlns:a16="http://schemas.microsoft.com/office/drawing/2014/main" id="{AA24E8FE-7967-2523-D7ED-021D782879F2}"/>
              </a:ext>
            </a:extLst>
          </p:cNvPr>
          <p:cNvCxnSpPr>
            <a:cxnSpLocks/>
          </p:cNvCxnSpPr>
          <p:nvPr/>
        </p:nvCxnSpPr>
        <p:spPr>
          <a:xfrm flipV="1">
            <a:off x="5465090" y="1829065"/>
            <a:ext cx="0" cy="513319"/>
          </a:xfrm>
          <a:prstGeom prst="line">
            <a:avLst/>
          </a:prstGeom>
          <a:ln w="381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 name="文本框 8">
            <a:extLst>
              <a:ext uri="{FF2B5EF4-FFF2-40B4-BE49-F238E27FC236}">
                <a16:creationId xmlns:a16="http://schemas.microsoft.com/office/drawing/2014/main" id="{F6C40349-718D-9D97-0CA3-76CFE45C8A42}"/>
              </a:ext>
            </a:extLst>
          </p:cNvPr>
          <p:cNvSpPr txBox="1"/>
          <p:nvPr/>
        </p:nvSpPr>
        <p:spPr>
          <a:xfrm>
            <a:off x="4693565" y="4968957"/>
            <a:ext cx="488950" cy="584775"/>
          </a:xfrm>
          <a:prstGeom prst="rect">
            <a:avLst/>
          </a:prstGeom>
          <a:noFill/>
        </p:spPr>
        <p:txBody>
          <a:bodyPr wrap="square" rtlCol="0">
            <a:spAutoFit/>
          </a:bodyPr>
          <a:lstStyle/>
          <a:p>
            <a:r>
              <a:rPr lang="en-US" altLang="zh-CN" sz="3200" b="1" dirty="0">
                <a:solidFill>
                  <a:srgbClr val="BFBFBF"/>
                </a:solidFill>
                <a:latin typeface="黑体" panose="02010609060101010101" pitchFamily="49" charset="-122"/>
                <a:ea typeface="黑体" panose="02010609060101010101" pitchFamily="49" charset="-122"/>
              </a:rPr>
              <a:t>4</a:t>
            </a:r>
            <a:endParaRPr lang="en-US" sz="3200" b="1" dirty="0">
              <a:solidFill>
                <a:srgbClr val="BFBFBF"/>
              </a:solidFill>
              <a:latin typeface="黑体" panose="02010609060101010101" pitchFamily="49" charset="-122"/>
              <a:ea typeface="黑体" panose="02010609060101010101" pitchFamily="49" charset="-122"/>
            </a:endParaRPr>
          </a:p>
        </p:txBody>
      </p:sp>
      <p:sp>
        <p:nvSpPr>
          <p:cNvPr id="10" name="文本框 9">
            <a:extLst>
              <a:ext uri="{FF2B5EF4-FFF2-40B4-BE49-F238E27FC236}">
                <a16:creationId xmlns:a16="http://schemas.microsoft.com/office/drawing/2014/main" id="{ED788337-8F8B-1533-2245-B114AACD10B7}"/>
              </a:ext>
            </a:extLst>
          </p:cNvPr>
          <p:cNvSpPr txBox="1"/>
          <p:nvPr/>
        </p:nvSpPr>
        <p:spPr>
          <a:xfrm>
            <a:off x="5887364" y="2844225"/>
            <a:ext cx="4963515" cy="584775"/>
          </a:xfrm>
          <a:prstGeom prst="rect">
            <a:avLst/>
          </a:prstGeom>
          <a:noFill/>
        </p:spPr>
        <p:txBody>
          <a:bodyPr wrap="square" rtlCol="0">
            <a:spAutoFit/>
          </a:bodyPr>
          <a:lstStyle/>
          <a:p>
            <a:pPr marL="0" algn="l" defTabSz="914400" rtl="0" eaLnBrk="1" latinLnBrk="0" hangingPunct="1"/>
            <a:r>
              <a:rPr lang="zh-CN" altLang="en-US" sz="3200" b="1" dirty="0">
                <a:solidFill>
                  <a:srgbClr val="BFBFBF"/>
                </a:solidFill>
                <a:latin typeface="黑体" panose="02010609060101010101" pitchFamily="49" charset="-122"/>
                <a:ea typeface="黑体" panose="02010609060101010101" pitchFamily="49" charset="-122"/>
              </a:rPr>
              <a:t>各模块具体内容</a:t>
            </a:r>
            <a:endParaRPr lang="en-US" altLang="zh-CN" sz="3200" b="1" dirty="0">
              <a:solidFill>
                <a:srgbClr val="BFBFBF"/>
              </a:solidFill>
              <a:latin typeface="黑体" panose="02010609060101010101" pitchFamily="49" charset="-122"/>
              <a:ea typeface="黑体" panose="02010609060101010101" pitchFamily="49" charset="-122"/>
            </a:endParaRPr>
          </a:p>
        </p:txBody>
      </p:sp>
      <p:cxnSp>
        <p:nvCxnSpPr>
          <p:cNvPr id="11" name="直接连接符 10">
            <a:extLst>
              <a:ext uri="{FF2B5EF4-FFF2-40B4-BE49-F238E27FC236}">
                <a16:creationId xmlns:a16="http://schemas.microsoft.com/office/drawing/2014/main" id="{074DCA8F-6566-78FE-3061-C9B2065405A7}"/>
              </a:ext>
            </a:extLst>
          </p:cNvPr>
          <p:cNvCxnSpPr>
            <a:cxnSpLocks/>
          </p:cNvCxnSpPr>
          <p:nvPr/>
        </p:nvCxnSpPr>
        <p:spPr>
          <a:xfrm flipV="1">
            <a:off x="5465090" y="2879953"/>
            <a:ext cx="0" cy="513319"/>
          </a:xfrm>
          <a:prstGeom prst="line">
            <a:avLst/>
          </a:prstGeom>
          <a:ln w="381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4EBA6A23-CF0F-1FF3-C12D-3A2BD19BD8F5}"/>
              </a:ext>
            </a:extLst>
          </p:cNvPr>
          <p:cNvSpPr txBox="1"/>
          <p:nvPr/>
        </p:nvSpPr>
        <p:spPr>
          <a:xfrm>
            <a:off x="5887364" y="3906591"/>
            <a:ext cx="4963516" cy="584775"/>
          </a:xfrm>
          <a:prstGeom prst="rect">
            <a:avLst/>
          </a:prstGeom>
          <a:noFill/>
        </p:spPr>
        <p:txBody>
          <a:bodyPr wrap="square" rtlCol="0">
            <a:spAutoFit/>
          </a:bodyPr>
          <a:lstStyle/>
          <a:p>
            <a:pPr marL="0" algn="l" defTabSz="914400" rtl="0" eaLnBrk="1" latinLnBrk="0" hangingPunct="1"/>
            <a:r>
              <a:rPr lang="zh-CN" altLang="en-US" sz="3200" b="1" dirty="0">
                <a:solidFill>
                  <a:srgbClr val="BFBFBF"/>
                </a:solidFill>
                <a:latin typeface="黑体" panose="02010609060101010101" pitchFamily="49" charset="-122"/>
                <a:ea typeface="黑体" panose="02010609060101010101" pitchFamily="49" charset="-122"/>
              </a:rPr>
              <a:t>创新点</a:t>
            </a:r>
          </a:p>
        </p:txBody>
      </p:sp>
      <p:cxnSp>
        <p:nvCxnSpPr>
          <p:cNvPr id="13" name="直接连接符 12">
            <a:extLst>
              <a:ext uri="{FF2B5EF4-FFF2-40B4-BE49-F238E27FC236}">
                <a16:creationId xmlns:a16="http://schemas.microsoft.com/office/drawing/2014/main" id="{26D574FD-F5C8-B2DD-C0F1-18A5A35D7930}"/>
              </a:ext>
            </a:extLst>
          </p:cNvPr>
          <p:cNvCxnSpPr>
            <a:cxnSpLocks/>
          </p:cNvCxnSpPr>
          <p:nvPr/>
        </p:nvCxnSpPr>
        <p:spPr>
          <a:xfrm flipV="1">
            <a:off x="5465090" y="3942319"/>
            <a:ext cx="0" cy="513319"/>
          </a:xfrm>
          <a:prstGeom prst="line">
            <a:avLst/>
          </a:prstGeom>
          <a:ln w="381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7EF7A000-137B-8D0A-3DDD-512D6E5A3C9E}"/>
              </a:ext>
            </a:extLst>
          </p:cNvPr>
          <p:cNvSpPr txBox="1"/>
          <p:nvPr/>
        </p:nvSpPr>
        <p:spPr>
          <a:xfrm>
            <a:off x="5887364" y="4968957"/>
            <a:ext cx="3226154" cy="584775"/>
          </a:xfrm>
          <a:prstGeom prst="rect">
            <a:avLst/>
          </a:prstGeom>
          <a:noFill/>
        </p:spPr>
        <p:txBody>
          <a:bodyPr wrap="square" rtlCol="0">
            <a:spAutoFit/>
          </a:bodyPr>
          <a:lstStyle/>
          <a:p>
            <a:pPr marL="0" algn="l" defTabSz="914400" rtl="0" eaLnBrk="1" latinLnBrk="0" hangingPunct="1"/>
            <a:r>
              <a:rPr lang="zh-CN" altLang="en-US" sz="3200" b="1" dirty="0">
                <a:solidFill>
                  <a:srgbClr val="BFBFBF"/>
                </a:solidFill>
                <a:latin typeface="黑体" panose="02010609060101010101" pitchFamily="49" charset="-122"/>
                <a:ea typeface="黑体" panose="02010609060101010101" pitchFamily="49" charset="-122"/>
              </a:rPr>
              <a:t>总结视频</a:t>
            </a:r>
          </a:p>
        </p:txBody>
      </p:sp>
      <p:cxnSp>
        <p:nvCxnSpPr>
          <p:cNvPr id="15" name="直接连接符 14">
            <a:extLst>
              <a:ext uri="{FF2B5EF4-FFF2-40B4-BE49-F238E27FC236}">
                <a16:creationId xmlns:a16="http://schemas.microsoft.com/office/drawing/2014/main" id="{834307D0-F766-9540-9D4C-D5BCF16CCF40}"/>
              </a:ext>
            </a:extLst>
          </p:cNvPr>
          <p:cNvCxnSpPr>
            <a:cxnSpLocks/>
          </p:cNvCxnSpPr>
          <p:nvPr/>
        </p:nvCxnSpPr>
        <p:spPr>
          <a:xfrm flipV="1">
            <a:off x="5465090" y="5004685"/>
            <a:ext cx="0" cy="513319"/>
          </a:xfrm>
          <a:prstGeom prst="line">
            <a:avLst/>
          </a:prstGeom>
          <a:ln w="381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34802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B25BE4-12B3-7D38-4DF3-A87E8100EEF5}"/>
            </a:ext>
          </a:extLst>
        </p:cNvPr>
        <p:cNvGrpSpPr/>
        <p:nvPr/>
      </p:nvGrpSpPr>
      <p:grpSpPr>
        <a:xfrm>
          <a:off x="0" y="0"/>
          <a:ext cx="0" cy="0"/>
          <a:chOff x="0" y="0"/>
          <a:chExt cx="0" cy="0"/>
        </a:xfrm>
      </p:grpSpPr>
      <p:sp>
        <p:nvSpPr>
          <p:cNvPr id="4" name="公众号：康帅PPT5-2">
            <a:extLst>
              <a:ext uri="{FF2B5EF4-FFF2-40B4-BE49-F238E27FC236}">
                <a16:creationId xmlns:a16="http://schemas.microsoft.com/office/drawing/2014/main" id="{A12D9925-3841-8336-8779-A14351FC7269}"/>
              </a:ext>
            </a:extLst>
          </p:cNvPr>
          <p:cNvSpPr/>
          <p:nvPr/>
        </p:nvSpPr>
        <p:spPr>
          <a:xfrm>
            <a:off x="0" y="609930"/>
            <a:ext cx="12276000" cy="36000"/>
          </a:xfrm>
          <a:prstGeom prst="rect">
            <a:avLst/>
          </a:prstGeom>
          <a:gradFill flip="none" rotWithShape="1">
            <a:gsLst>
              <a:gs pos="100000">
                <a:srgbClr val="0D4F9D"/>
              </a:gs>
              <a:gs pos="2000">
                <a:srgbClr val="0D5DBD"/>
              </a:gs>
            </a:gsLst>
            <a:path path="circle">
              <a:fillToRect r="100000" b="100000"/>
            </a:path>
            <a:tileRect l="-100000" t="-100000"/>
          </a:gradFill>
          <a:ln w="12700" cap="flat" cmpd="sng" algn="ctr">
            <a:noFill/>
            <a:prstDash val="solid"/>
            <a:miter lim="800000"/>
          </a:ln>
          <a:effectLst>
            <a:outerShdw blurRad="50800" dist="38100" dir="2700000" algn="tl" rotWithShape="0">
              <a:schemeClr val="accent5">
                <a:lumMod val="20000"/>
                <a:lumOff val="80000"/>
                <a:alpha val="40000"/>
              </a:schemeClr>
            </a:outerShdw>
          </a:effectLst>
          <a:scene3d>
            <a:camera prst="orthographicFront"/>
            <a:lightRig rig="contrasting" dir="t"/>
          </a:scene3d>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sz="2000" kern="0">
              <a:solidFill>
                <a:prstClr val="white"/>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5" name="矩形 4">
            <a:extLst>
              <a:ext uri="{FF2B5EF4-FFF2-40B4-BE49-F238E27FC236}">
                <a16:creationId xmlns:a16="http://schemas.microsoft.com/office/drawing/2014/main" id="{2F42560C-3B56-4BD6-892F-2A4F182F88E9}"/>
              </a:ext>
            </a:extLst>
          </p:cNvPr>
          <p:cNvSpPr/>
          <p:nvPr/>
        </p:nvSpPr>
        <p:spPr>
          <a:xfrm>
            <a:off x="1340952" y="108508"/>
            <a:ext cx="9501505" cy="521970"/>
          </a:xfrm>
          <a:prstGeom prst="rect">
            <a:avLst/>
          </a:prstGeom>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800" b="1" dirty="0">
                <a:gradFill>
                  <a:gsLst>
                    <a:gs pos="100000">
                      <a:srgbClr val="0D4F9D"/>
                    </a:gs>
                    <a:gs pos="2000">
                      <a:srgbClr val="0D5DBD"/>
                    </a:gs>
                  </a:gsLst>
                  <a:path path="circle">
                    <a:fillToRect r="100000" b="100000"/>
                  </a:path>
                </a:gradFill>
                <a:latin typeface="思源黑体 CN Bold" panose="020B0800000000000000" pitchFamily="34" charset="-122"/>
                <a:ea typeface="思源黑体 CN Bold" panose="020B0800000000000000" pitchFamily="34" charset="-122"/>
              </a:rPr>
              <a:t>项目</a:t>
            </a:r>
            <a:r>
              <a:rPr lang="zh-CN" altLang="en-US" sz="2800" b="1">
                <a:gradFill>
                  <a:gsLst>
                    <a:gs pos="100000">
                      <a:srgbClr val="0D4F9D"/>
                    </a:gs>
                    <a:gs pos="2000">
                      <a:srgbClr val="0D5DBD"/>
                    </a:gs>
                  </a:gsLst>
                  <a:path path="circle">
                    <a:fillToRect r="100000" b="100000"/>
                  </a:path>
                </a:gradFill>
                <a:latin typeface="思源黑体 CN Bold" panose="020B0800000000000000" pitchFamily="34" charset="-122"/>
                <a:ea typeface="思源黑体 CN Bold" panose="020B0800000000000000" pitchFamily="34" charset="-122"/>
              </a:rPr>
              <a:t>总架构</a:t>
            </a:r>
            <a:endParaRPr lang="zh-CN" altLang="en-US" sz="2800" b="1" dirty="0">
              <a:gradFill>
                <a:gsLst>
                  <a:gs pos="100000">
                    <a:srgbClr val="0D4F9D"/>
                  </a:gs>
                  <a:gs pos="2000">
                    <a:srgbClr val="0D5DBD"/>
                  </a:gs>
                </a:gsLst>
                <a:path path="circle">
                  <a:fillToRect r="100000" b="100000"/>
                </a:path>
              </a:gradFill>
              <a:latin typeface="思源黑体 CN Bold" panose="020B0800000000000000" pitchFamily="34" charset="-122"/>
              <a:ea typeface="思源黑体 CN Bold" panose="020B0800000000000000" pitchFamily="34" charset="-122"/>
            </a:endParaRPr>
          </a:p>
        </p:txBody>
      </p:sp>
      <p:grpSp>
        <p:nvGrpSpPr>
          <p:cNvPr id="6" name="组合 5">
            <a:extLst>
              <a:ext uri="{FF2B5EF4-FFF2-40B4-BE49-F238E27FC236}">
                <a16:creationId xmlns:a16="http://schemas.microsoft.com/office/drawing/2014/main" id="{95036954-1C93-3815-C752-05BC93F2438A}"/>
              </a:ext>
            </a:extLst>
          </p:cNvPr>
          <p:cNvGrpSpPr/>
          <p:nvPr/>
        </p:nvGrpSpPr>
        <p:grpSpPr>
          <a:xfrm>
            <a:off x="0" y="69215"/>
            <a:ext cx="995681" cy="611505"/>
            <a:chOff x="-124969" y="77016"/>
            <a:chExt cx="1333093" cy="818840"/>
          </a:xfrm>
        </p:grpSpPr>
        <p:sp>
          <p:nvSpPr>
            <p:cNvPr id="7" name="矩形 6">
              <a:extLst>
                <a:ext uri="{FF2B5EF4-FFF2-40B4-BE49-F238E27FC236}">
                  <a16:creationId xmlns:a16="http://schemas.microsoft.com/office/drawing/2014/main" id="{921E14B1-E593-E9E4-B4D7-4734153932AA}"/>
                </a:ext>
              </a:extLst>
            </p:cNvPr>
            <p:cNvSpPr/>
            <p:nvPr/>
          </p:nvSpPr>
          <p:spPr>
            <a:xfrm>
              <a:off x="-124969" y="175286"/>
              <a:ext cx="952293" cy="675088"/>
            </a:xfrm>
            <a:prstGeom prst="rect">
              <a:avLst/>
            </a:prstGeom>
            <a:gradFill flip="none" rotWithShape="1">
              <a:gsLst>
                <a:gs pos="0">
                  <a:srgbClr val="0D5DBD"/>
                </a:gs>
                <a:gs pos="100000">
                  <a:srgbClr val="0D4F9D"/>
                </a:gs>
              </a:gsLst>
              <a:lin ang="5400000" scaled="1"/>
              <a:tileRect/>
            </a:gra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srgbClr val="FFFFFF"/>
                </a:solidFill>
                <a:effectLst/>
                <a:uLnTx/>
                <a:uFillTx/>
                <a:latin typeface="Arial" panose="020B0604020202020204"/>
                <a:ea typeface="宋体" panose="02010600030101010101" pitchFamily="2" charset="-122"/>
                <a:cs typeface="+mn-cs"/>
              </a:endParaRPr>
            </a:p>
          </p:txBody>
        </p:sp>
        <p:sp>
          <p:nvSpPr>
            <p:cNvPr id="8" name="椭圆 7">
              <a:extLst>
                <a:ext uri="{FF2B5EF4-FFF2-40B4-BE49-F238E27FC236}">
                  <a16:creationId xmlns:a16="http://schemas.microsoft.com/office/drawing/2014/main" id="{AEEF5C36-42A3-0996-126A-384E0C58CABB}"/>
                </a:ext>
              </a:extLst>
            </p:cNvPr>
            <p:cNvSpPr/>
            <p:nvPr/>
          </p:nvSpPr>
          <p:spPr>
            <a:xfrm>
              <a:off x="389284" y="77016"/>
              <a:ext cx="818840" cy="818840"/>
            </a:xfrm>
            <a:prstGeom prst="ellipse">
              <a:avLst/>
            </a:prstGeom>
            <a:solidFill>
              <a:srgbClr val="FFFFFF"/>
            </a:solidFill>
            <a:ln w="12700" cap="flat" cmpd="sng" algn="ctr">
              <a:solidFill>
                <a:srgbClr val="FFFFFF"/>
              </a:solid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solidFill>
                    <a:srgbClr val="FFFFFF"/>
                  </a:solidFill>
                </a:ln>
                <a:solidFill>
                  <a:srgbClr val="FFFFFF"/>
                </a:solidFill>
                <a:effectLst/>
                <a:uLnTx/>
                <a:uFillTx/>
                <a:latin typeface="Arial" panose="020B0604020202020204"/>
                <a:ea typeface="宋体" panose="02010600030101010101" pitchFamily="2" charset="-122"/>
                <a:cs typeface="+mn-cs"/>
              </a:endParaRPr>
            </a:p>
          </p:txBody>
        </p:sp>
      </p:grpSp>
      <p:grpSp>
        <p:nvGrpSpPr>
          <p:cNvPr id="31" name="组合 30">
            <a:extLst>
              <a:ext uri="{FF2B5EF4-FFF2-40B4-BE49-F238E27FC236}">
                <a16:creationId xmlns:a16="http://schemas.microsoft.com/office/drawing/2014/main" id="{9A02DF1D-DE2E-827D-230A-BE0279714A44}"/>
              </a:ext>
            </a:extLst>
          </p:cNvPr>
          <p:cNvGrpSpPr/>
          <p:nvPr/>
        </p:nvGrpSpPr>
        <p:grpSpPr>
          <a:xfrm>
            <a:off x="109536" y="1262015"/>
            <a:ext cx="2885610" cy="3946250"/>
            <a:chOff x="404334" y="1273539"/>
            <a:chExt cx="3642884" cy="3946250"/>
          </a:xfrm>
        </p:grpSpPr>
        <p:sp>
          <p:nvSpPr>
            <p:cNvPr id="11" name="圆角矩形 119">
              <a:extLst>
                <a:ext uri="{FF2B5EF4-FFF2-40B4-BE49-F238E27FC236}">
                  <a16:creationId xmlns:a16="http://schemas.microsoft.com/office/drawing/2014/main" id="{D51E2646-2670-D8B5-3C67-45B791717944}"/>
                </a:ext>
              </a:extLst>
            </p:cNvPr>
            <p:cNvSpPr/>
            <p:nvPr/>
          </p:nvSpPr>
          <p:spPr>
            <a:xfrm>
              <a:off x="404334" y="1273539"/>
              <a:ext cx="3642884" cy="3946250"/>
            </a:xfrm>
            <a:prstGeom prst="roundRect">
              <a:avLst>
                <a:gd name="adj" fmla="val 0"/>
              </a:avLst>
            </a:prstGeom>
            <a:solidFill>
              <a:sysClr val="window" lastClr="FFFFFF"/>
            </a:solidFill>
            <a:ln w="6350" cap="flat" cmpd="sng" algn="ctr">
              <a:solidFill>
                <a:schemeClr val="tx2">
                  <a:lumMod val="50000"/>
                  <a:lumOff val="50000"/>
                </a:schemeClr>
              </a:solidFill>
              <a:prstDash val="solid"/>
              <a:miter lim="800000"/>
            </a:ln>
            <a:effectLst>
              <a:outerShdw blurRad="101600" sx="101000" sy="101000" algn="ctr" rotWithShape="0">
                <a:srgbClr val="194F9A">
                  <a:alpha val="25000"/>
                </a:srgbClr>
              </a:outerShdw>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1400" b="0" i="0" u="none" strike="noStrike" kern="0" cap="none" spc="0" normalizeH="0" baseline="0" noProof="0" dirty="0">
                <a:ln>
                  <a:noFill/>
                </a:ln>
                <a:solidFill>
                  <a:srgbClr val="E7E6E6">
                    <a:lumMod val="25000"/>
                  </a:srgbClr>
                </a:solidFill>
                <a:effectLst/>
                <a:uLnTx/>
                <a:uFillTx/>
                <a:latin typeface="微软雅黑" panose="020B0503020204020204" pitchFamily="34" charset="-122"/>
                <a:cs typeface="+mn-cs"/>
              </a:endParaRPr>
            </a:p>
          </p:txBody>
        </p:sp>
        <p:sp>
          <p:nvSpPr>
            <p:cNvPr id="13" name="矩形 12">
              <a:extLst>
                <a:ext uri="{FF2B5EF4-FFF2-40B4-BE49-F238E27FC236}">
                  <a16:creationId xmlns:a16="http://schemas.microsoft.com/office/drawing/2014/main" id="{4B42A4C4-4C2A-9FD3-8FB2-CE8A237FCEC4}"/>
                </a:ext>
              </a:extLst>
            </p:cNvPr>
            <p:cNvSpPr/>
            <p:nvPr/>
          </p:nvSpPr>
          <p:spPr>
            <a:xfrm>
              <a:off x="551671" y="2056389"/>
              <a:ext cx="3382838" cy="3026191"/>
            </a:xfrm>
            <a:prstGeom prst="rect">
              <a:avLst/>
            </a:prstGeom>
            <a:solidFill>
              <a:schemeClr val="accent5">
                <a:lumMod val="20000"/>
                <a:lumOff val="80000"/>
                <a:alpha val="41000"/>
              </a:schemeClr>
            </a:solidFill>
            <a:ln w="1905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2400" b="0" i="0" u="none" strike="noStrike" kern="0" cap="none" spc="0" normalizeH="0" baseline="0" noProof="0">
                <a:ln>
                  <a:noFill/>
                </a:ln>
                <a:solidFill>
                  <a:prstClr val="white"/>
                </a:solidFill>
                <a:effectLst/>
                <a:uLnTx/>
                <a:uFillTx/>
                <a:latin typeface="微软雅黑" panose="020B0503020204020204" pitchFamily="34" charset="-122"/>
                <a:cs typeface="+mn-cs"/>
              </a:endParaRPr>
            </a:p>
          </p:txBody>
        </p:sp>
        <p:sp>
          <p:nvSpPr>
            <p:cNvPr id="49" name="矩形: 圆角 48">
              <a:extLst>
                <a:ext uri="{FF2B5EF4-FFF2-40B4-BE49-F238E27FC236}">
                  <a16:creationId xmlns:a16="http://schemas.microsoft.com/office/drawing/2014/main" id="{2479559C-9BAA-7064-F253-2EDF65F524AB}"/>
                </a:ext>
              </a:extLst>
            </p:cNvPr>
            <p:cNvSpPr/>
            <p:nvPr/>
          </p:nvSpPr>
          <p:spPr>
            <a:xfrm>
              <a:off x="567295" y="1369807"/>
              <a:ext cx="3341641" cy="579583"/>
            </a:xfrm>
            <a:prstGeom prst="roundRect">
              <a:avLst>
                <a:gd name="adj" fmla="val 0"/>
              </a:avLst>
            </a:prstGeom>
            <a:gradFill>
              <a:gsLst>
                <a:gs pos="0">
                  <a:srgbClr val="194DB2"/>
                </a:gs>
                <a:gs pos="100000">
                  <a:srgbClr val="0D5DBD"/>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400" b="0"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58" name="文本框 57">
              <a:extLst>
                <a:ext uri="{FF2B5EF4-FFF2-40B4-BE49-F238E27FC236}">
                  <a16:creationId xmlns:a16="http://schemas.microsoft.com/office/drawing/2014/main" id="{F678BD0A-6C4D-39DE-EE22-A894886F544B}"/>
                </a:ext>
              </a:extLst>
            </p:cNvPr>
            <p:cNvSpPr txBox="1"/>
            <p:nvPr/>
          </p:nvSpPr>
          <p:spPr>
            <a:xfrm>
              <a:off x="567295" y="1465410"/>
              <a:ext cx="3341641" cy="338554"/>
            </a:xfrm>
            <a:prstGeom prst="rect">
              <a:avLst/>
            </a:prstGeom>
            <a:noFill/>
          </p:spPr>
          <p:txBody>
            <a:bodyPr wrap="square">
              <a:spAutoFit/>
            </a:bodyPr>
            <a:lstStyle/>
            <a:p>
              <a:pPr algn="ctr">
                <a:buNone/>
                <a:defRPr sz="1725" b="1">
                  <a:solidFill>
                    <a:srgbClr val="2E7D62"/>
                  </a:solidFill>
                </a:defRPr>
              </a:pPr>
              <a:r>
                <a:rPr lang="zh-CN" altLang="en-US" sz="1600" b="1" dirty="0">
                  <a:solidFill>
                    <a:schemeClr val="bg1"/>
                  </a:solidFill>
                  <a:ea typeface="思源黑体 CN Bold" panose="020B0800000000000000" pitchFamily="34" charset="-122"/>
                </a:rPr>
                <a:t>视觉识别</a:t>
              </a:r>
            </a:p>
          </p:txBody>
        </p:sp>
        <p:sp>
          <p:nvSpPr>
            <p:cNvPr id="62" name="文本框 61">
              <a:extLst>
                <a:ext uri="{FF2B5EF4-FFF2-40B4-BE49-F238E27FC236}">
                  <a16:creationId xmlns:a16="http://schemas.microsoft.com/office/drawing/2014/main" id="{1ACBDFC5-CEFB-DEBC-A66A-FF3FCD84C870}"/>
                </a:ext>
              </a:extLst>
            </p:cNvPr>
            <p:cNvSpPr txBox="1"/>
            <p:nvPr/>
          </p:nvSpPr>
          <p:spPr>
            <a:xfrm>
              <a:off x="655320" y="2159109"/>
              <a:ext cx="3165589" cy="2962734"/>
            </a:xfrm>
            <a:prstGeom prst="rect">
              <a:avLst/>
            </a:prstGeom>
            <a:noFill/>
          </p:spPr>
          <p:txBody>
            <a:bodyPr wrap="square">
              <a:spAutoFit/>
            </a:bodyPr>
            <a:lstStyle/>
            <a:p>
              <a:pPr>
                <a:lnSpc>
                  <a:spcPct val="150000"/>
                </a:lnSpc>
              </a:pPr>
              <a:r>
                <a:rPr lang="zh-CN" altLang="en-US" sz="1400" dirty="0">
                  <a:latin typeface="思源黑体 CN Medium" panose="020B0600000000000000" pitchFamily="34" charset="-122"/>
                  <a:ea typeface="思源黑体 CN Medium" panose="020B0600000000000000" pitchFamily="34" charset="-122"/>
                </a:rPr>
                <a:t>视觉部分承担整套系统的环境感知职责，它通过相机获取棋盘画面，完成标定、棋盘区域确定、交点坐标建立、空棋盘基准保存以及新增棋子的检测，从而持续判断当前棋局发生了什么变化，并把这些变化整理成系统内部可用的棋盘状态和坐标信息；</a:t>
              </a:r>
            </a:p>
          </p:txBody>
        </p:sp>
      </p:grpSp>
      <p:sp>
        <p:nvSpPr>
          <p:cNvPr id="2" name="文本框 1">
            <a:extLst>
              <a:ext uri="{FF2B5EF4-FFF2-40B4-BE49-F238E27FC236}">
                <a16:creationId xmlns:a16="http://schemas.microsoft.com/office/drawing/2014/main" id="{78ABCDBF-FC0E-CA2C-D0C8-8E4E43D2EC5B}"/>
              </a:ext>
            </a:extLst>
          </p:cNvPr>
          <p:cNvSpPr txBox="1"/>
          <p:nvPr/>
        </p:nvSpPr>
        <p:spPr>
          <a:xfrm>
            <a:off x="8534401" y="1483577"/>
            <a:ext cx="3222170" cy="338554"/>
          </a:xfrm>
          <a:prstGeom prst="rect">
            <a:avLst/>
          </a:prstGeom>
          <a:noFill/>
        </p:spPr>
        <p:txBody>
          <a:bodyPr wrap="square">
            <a:spAutoFit/>
          </a:bodyPr>
          <a:lstStyle/>
          <a:p>
            <a:pPr algn="ctr"/>
            <a:r>
              <a:rPr lang="zh-CN" altLang="en-US" sz="1600" b="1" dirty="0">
                <a:solidFill>
                  <a:schemeClr val="bg1"/>
                </a:solidFill>
                <a:ea typeface="思源黑体 CN Bold" panose="020B0800000000000000" pitchFamily="34" charset="-122"/>
              </a:rPr>
              <a:t>项目</a:t>
            </a:r>
            <a:r>
              <a:rPr lang="en-US" altLang="zh-CN" sz="1600" b="1" dirty="0">
                <a:solidFill>
                  <a:schemeClr val="bg1"/>
                </a:solidFill>
                <a:ea typeface="思源黑体 CN Bold" panose="020B0800000000000000" pitchFamily="34" charset="-122"/>
              </a:rPr>
              <a:t>3</a:t>
            </a:r>
            <a:r>
              <a:rPr lang="zh-CN" altLang="en-US" sz="1600" b="1" dirty="0">
                <a:solidFill>
                  <a:schemeClr val="bg1"/>
                </a:solidFill>
                <a:ea typeface="思源黑体 CN Bold" panose="020B0800000000000000" pitchFamily="34" charset="-122"/>
              </a:rPr>
              <a:t>：异形无人机设计</a:t>
            </a:r>
          </a:p>
        </p:txBody>
      </p:sp>
      <p:grpSp>
        <p:nvGrpSpPr>
          <p:cNvPr id="37" name="组合 36">
            <a:extLst>
              <a:ext uri="{FF2B5EF4-FFF2-40B4-BE49-F238E27FC236}">
                <a16:creationId xmlns:a16="http://schemas.microsoft.com/office/drawing/2014/main" id="{4783B4B6-C03A-C6BD-D203-AD1C229DEF0E}"/>
              </a:ext>
            </a:extLst>
          </p:cNvPr>
          <p:cNvGrpSpPr/>
          <p:nvPr/>
        </p:nvGrpSpPr>
        <p:grpSpPr>
          <a:xfrm>
            <a:off x="-58057" y="5485148"/>
            <a:ext cx="12322628" cy="1118852"/>
            <a:chOff x="385099" y="1049852"/>
            <a:chExt cx="11362067" cy="1190266"/>
          </a:xfrm>
        </p:grpSpPr>
        <p:sp>
          <p:nvSpPr>
            <p:cNvPr id="38" name="Rectangle 10+">
              <a:extLst>
                <a:ext uri="{FF2B5EF4-FFF2-40B4-BE49-F238E27FC236}">
                  <a16:creationId xmlns:a16="http://schemas.microsoft.com/office/drawing/2014/main" id="{8D8CFEB3-3244-4413-6F17-51618CC5359E}"/>
                </a:ext>
              </a:extLst>
            </p:cNvPr>
            <p:cNvSpPr/>
            <p:nvPr/>
          </p:nvSpPr>
          <p:spPr>
            <a:xfrm rot="21593656">
              <a:off x="385111" y="1049852"/>
              <a:ext cx="11362055" cy="1170728"/>
            </a:xfrm>
            <a:prstGeom prst="roundRect">
              <a:avLst>
                <a:gd name="adj" fmla="val 11442"/>
              </a:avLst>
            </a:prstGeom>
            <a:gradFill>
              <a:gsLst>
                <a:gs pos="6000">
                  <a:srgbClr val="176EC8"/>
                </a:gs>
                <a:gs pos="92000">
                  <a:srgbClr val="1757C9"/>
                </a:gs>
              </a:gsLst>
              <a:lin ang="8100000" scaled="0"/>
            </a:gradFill>
            <a:ln>
              <a:noFill/>
            </a:ln>
            <a:effectLst>
              <a:outerShdw blurRad="32715" dist="32715" dir="5400000" algn="ctr" rotWithShape="0">
                <a:schemeClr val="tx2">
                  <a:alpha val="20000"/>
                </a:schemeClr>
              </a:outerShdw>
            </a:effectLst>
          </p:spPr>
          <p:txBody>
            <a:bodyPr rot="0" spcFirstLastPara="0" vert="horz" wrap="square" lIns="84125" tIns="42062" rIns="84125" bIns="42062" numCol="1" spcCol="0" rtlCol="0" fromWordArt="0" anchor="t"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spcBef>
                  <a:spcPts val="600"/>
                </a:spcBef>
              </a:pPr>
              <a:endParaRPr lang="zh-CN" altLang="en-US" sz="12980" spc="-300">
                <a:gradFill>
                  <a:gsLst>
                    <a:gs pos="6000">
                      <a:schemeClr val="accent2"/>
                    </a:gs>
                    <a:gs pos="92000">
                      <a:schemeClr val="tx2"/>
                    </a:gs>
                  </a:gsLst>
                  <a:lin ang="8100000" scaled="0"/>
                </a:gradFill>
                <a:effectLst>
                  <a:outerShdw blurRad="32715" dist="32715" dir="5400000" algn="ctr" rotWithShape="0">
                    <a:schemeClr val="tx2">
                      <a:alpha val="20000"/>
                    </a:schemeClr>
                  </a:outerShdw>
                </a:effectLst>
                <a:latin typeface="汉仪心海行楷W" panose="00020600040101010101" pitchFamily="18" charset="-122"/>
                <a:ea typeface="汉仪心海行楷W" panose="00020600040101010101" pitchFamily="18" charset="-122"/>
                <a:cs typeface="演示流云楷" panose="02000600000000000000" pitchFamily="2" charset="-122"/>
              </a:endParaRPr>
            </a:p>
          </p:txBody>
        </p:sp>
        <p:sp>
          <p:nvSpPr>
            <p:cNvPr id="39" name="Rectangle 10+">
              <a:extLst>
                <a:ext uri="{FF2B5EF4-FFF2-40B4-BE49-F238E27FC236}">
                  <a16:creationId xmlns:a16="http://schemas.microsoft.com/office/drawing/2014/main" id="{673E9075-BFD3-70B0-7FC9-21E567DFFAC7}"/>
                </a:ext>
              </a:extLst>
            </p:cNvPr>
            <p:cNvSpPr/>
            <p:nvPr/>
          </p:nvSpPr>
          <p:spPr>
            <a:xfrm rot="21593656">
              <a:off x="385099" y="1139028"/>
              <a:ext cx="11362055" cy="1101090"/>
            </a:xfrm>
            <a:prstGeom prst="roundRect">
              <a:avLst>
                <a:gd name="adj" fmla="val 11442"/>
              </a:avLst>
            </a:prstGeom>
            <a:pattFill prst="pct20">
              <a:fgClr>
                <a:sysClr val="window" lastClr="FFFFFF">
                  <a:lumMod val="95000"/>
                </a:sysClr>
              </a:fgClr>
              <a:bgClr>
                <a:sysClr val="window" lastClr="FFFFFF"/>
              </a:bgClr>
            </a:pattFill>
            <a:ln w="5651" cap="flat" cmpd="sng" algn="ctr">
              <a:gradFill flip="none" rotWithShape="1">
                <a:gsLst>
                  <a:gs pos="0">
                    <a:schemeClr val="accent1">
                      <a:alpha val="0"/>
                    </a:schemeClr>
                  </a:gs>
                  <a:gs pos="100000">
                    <a:srgbClr val="176EC8"/>
                  </a:gs>
                </a:gsLst>
                <a:lin ang="5400000" scaled="1"/>
                <a:tileRect/>
              </a:gradFill>
              <a:prstDash val="solid"/>
              <a:miter lim="800000"/>
            </a:ln>
            <a:effectLst>
              <a:outerShdw blurRad="165100" dist="63500" dir="5400000" algn="t" rotWithShape="0">
                <a:prstClr val="black">
                  <a:alpha val="23000"/>
                </a:prstClr>
              </a:outerShdw>
            </a:effectLst>
          </p:spPr>
          <p:txBody>
            <a:bodyPr lIns="81382" tIns="40691" rIns="81382" bIns="40691"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sz="1600" kern="0">
                <a:solidFill>
                  <a:prstClr val="white"/>
                </a:solidFill>
                <a:latin typeface="HarmonyOS Sans SC Light"/>
              </a:endParaRPr>
            </a:p>
          </p:txBody>
        </p:sp>
      </p:grpSp>
      <p:sp>
        <p:nvSpPr>
          <p:cNvPr id="48" name="文本框 47">
            <a:extLst>
              <a:ext uri="{FF2B5EF4-FFF2-40B4-BE49-F238E27FC236}">
                <a16:creationId xmlns:a16="http://schemas.microsoft.com/office/drawing/2014/main" id="{B9539567-D2BC-3F67-5860-2C8DAA3A001E}"/>
              </a:ext>
            </a:extLst>
          </p:cNvPr>
          <p:cNvSpPr txBox="1"/>
          <p:nvPr/>
        </p:nvSpPr>
        <p:spPr>
          <a:xfrm>
            <a:off x="1770980" y="5695611"/>
            <a:ext cx="9137374" cy="781752"/>
          </a:xfrm>
          <a:prstGeom prst="rect">
            <a:avLst/>
          </a:prstGeom>
          <a:noFill/>
        </p:spPr>
        <p:txBody>
          <a:bodyPr wrap="square">
            <a:spAutoFit/>
          </a:bodyPr>
          <a:lstStyle/>
          <a:p>
            <a:pPr algn="ctr">
              <a:lnSpc>
                <a:spcPts val="2800"/>
              </a:lnSpc>
            </a:pPr>
            <a:r>
              <a:rPr lang="zh-CN" altLang="en-US" sz="2000" dirty="0">
                <a:gradFill>
                  <a:gsLst>
                    <a:gs pos="100000">
                      <a:srgbClr val="0D4F9D"/>
                    </a:gs>
                    <a:gs pos="2000">
                      <a:srgbClr val="0D5DBD"/>
                    </a:gs>
                  </a:gsLst>
                  <a:path path="circle">
                    <a:fillToRect r="100000" b="100000"/>
                  </a:path>
                </a:gradFill>
                <a:latin typeface="思源黑体 CN Bold" panose="020B0800000000000000" pitchFamily="34" charset="-122"/>
                <a:ea typeface="思源黑体 CN Bold" panose="020B0800000000000000" pitchFamily="34" charset="-122"/>
              </a:rPr>
              <a:t>将系统架构进行模块化</a:t>
            </a:r>
            <a:r>
              <a:rPr lang="zh-CN" altLang="en-US" sz="2000" b="1" dirty="0">
                <a:gradFill>
                  <a:gsLst>
                    <a:gs pos="100000">
                      <a:srgbClr val="0D4F9D"/>
                    </a:gs>
                    <a:gs pos="2000">
                      <a:srgbClr val="0D5DBD"/>
                    </a:gs>
                  </a:gsLst>
                  <a:path path="circle">
                    <a:fillToRect r="100000" b="100000"/>
                  </a:path>
                </a:gradFill>
                <a:latin typeface="思源黑体 CN Bold" panose="020B0800000000000000" pitchFamily="34" charset="-122"/>
                <a:ea typeface="思源黑体 CN Bold" panose="020B0800000000000000" pitchFamily="34" charset="-122"/>
              </a:rPr>
              <a:t>解耦设计</a:t>
            </a:r>
            <a:r>
              <a:rPr lang="zh-CN" altLang="en-US" sz="2000" dirty="0">
                <a:gradFill>
                  <a:gsLst>
                    <a:gs pos="100000">
                      <a:srgbClr val="0D4F9D"/>
                    </a:gs>
                    <a:gs pos="2000">
                      <a:srgbClr val="0D5DBD"/>
                    </a:gs>
                  </a:gsLst>
                  <a:path path="circle">
                    <a:fillToRect r="100000" b="100000"/>
                  </a:path>
                </a:gradFill>
                <a:latin typeface="思源黑体 CN Bold" panose="020B0800000000000000" pitchFamily="34" charset="-122"/>
                <a:ea typeface="思源黑体 CN Bold" panose="020B0800000000000000" pitchFamily="34" charset="-122"/>
              </a:rPr>
              <a:t>，有助于实现各功能单元的独立调试与验证，从而有效降低系统各组件之间的耦合度。</a:t>
            </a:r>
          </a:p>
        </p:txBody>
      </p:sp>
      <p:sp>
        <p:nvSpPr>
          <p:cNvPr id="3" name="矩形 2">
            <a:extLst>
              <a:ext uri="{FF2B5EF4-FFF2-40B4-BE49-F238E27FC236}">
                <a16:creationId xmlns:a16="http://schemas.microsoft.com/office/drawing/2014/main" id="{97DF3243-DC7F-8F5F-9EA4-717E183BB265}"/>
              </a:ext>
            </a:extLst>
          </p:cNvPr>
          <p:cNvSpPr/>
          <p:nvPr/>
        </p:nvSpPr>
        <p:spPr>
          <a:xfrm>
            <a:off x="0" y="6693896"/>
            <a:ext cx="12192000" cy="164104"/>
          </a:xfrm>
          <a:prstGeom prst="rect">
            <a:avLst/>
          </a:prstGeom>
          <a:gradFill>
            <a:gsLst>
              <a:gs pos="0">
                <a:srgbClr val="0D5DBD"/>
              </a:gs>
              <a:gs pos="100000">
                <a:srgbClr val="0D4F9D"/>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9" name="Picture 2" descr="浙江大学-四川久光科技有限公司">
            <a:extLst>
              <a:ext uri="{FF2B5EF4-FFF2-40B4-BE49-F238E27FC236}">
                <a16:creationId xmlns:a16="http://schemas.microsoft.com/office/drawing/2014/main" id="{929FA70F-B2E3-849C-F9D0-E189A92A4188}"/>
              </a:ext>
            </a:extLst>
          </p:cNvPr>
          <p:cNvPicPr>
            <a:picLocks noChangeAspect="1" noChangeArrowheads="1"/>
          </p:cNvPicPr>
          <p:nvPr/>
        </p:nvPicPr>
        <p:blipFill rotWithShape="1">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t="29557" r="68065" b="28547"/>
          <a:stretch/>
        </p:blipFill>
        <p:spPr bwMode="auto">
          <a:xfrm>
            <a:off x="348256" y="24795"/>
            <a:ext cx="647425" cy="679492"/>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组合 9">
            <a:extLst>
              <a:ext uri="{FF2B5EF4-FFF2-40B4-BE49-F238E27FC236}">
                <a16:creationId xmlns:a16="http://schemas.microsoft.com/office/drawing/2014/main" id="{B876DA95-BD47-A9DD-3E25-8313184DC5EB}"/>
              </a:ext>
            </a:extLst>
          </p:cNvPr>
          <p:cNvGrpSpPr/>
          <p:nvPr/>
        </p:nvGrpSpPr>
        <p:grpSpPr>
          <a:xfrm>
            <a:off x="3124231" y="1262015"/>
            <a:ext cx="2885610" cy="3946250"/>
            <a:chOff x="404334" y="1273539"/>
            <a:chExt cx="3642884" cy="3946250"/>
          </a:xfrm>
        </p:grpSpPr>
        <p:sp>
          <p:nvSpPr>
            <p:cNvPr id="12" name="圆角矩形 119">
              <a:extLst>
                <a:ext uri="{FF2B5EF4-FFF2-40B4-BE49-F238E27FC236}">
                  <a16:creationId xmlns:a16="http://schemas.microsoft.com/office/drawing/2014/main" id="{1089B584-452B-A374-1889-3B2B4EA2F25D}"/>
                </a:ext>
              </a:extLst>
            </p:cNvPr>
            <p:cNvSpPr/>
            <p:nvPr/>
          </p:nvSpPr>
          <p:spPr>
            <a:xfrm>
              <a:off x="404334" y="1273539"/>
              <a:ext cx="3642884" cy="3946250"/>
            </a:xfrm>
            <a:prstGeom prst="roundRect">
              <a:avLst>
                <a:gd name="adj" fmla="val 0"/>
              </a:avLst>
            </a:prstGeom>
            <a:solidFill>
              <a:sysClr val="window" lastClr="FFFFFF"/>
            </a:solidFill>
            <a:ln w="6350" cap="flat" cmpd="sng" algn="ctr">
              <a:solidFill>
                <a:schemeClr val="tx2">
                  <a:lumMod val="50000"/>
                  <a:lumOff val="50000"/>
                </a:schemeClr>
              </a:solidFill>
              <a:prstDash val="solid"/>
              <a:miter lim="800000"/>
            </a:ln>
            <a:effectLst>
              <a:outerShdw blurRad="101600" sx="101000" sy="101000" algn="ctr" rotWithShape="0">
                <a:srgbClr val="194F9A">
                  <a:alpha val="25000"/>
                </a:srgbClr>
              </a:outerShdw>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1400" b="0" i="0" u="none" strike="noStrike" kern="0" cap="none" spc="0" normalizeH="0" baseline="0" noProof="0" dirty="0">
                <a:ln>
                  <a:noFill/>
                </a:ln>
                <a:solidFill>
                  <a:srgbClr val="E7E6E6">
                    <a:lumMod val="25000"/>
                  </a:srgbClr>
                </a:solidFill>
                <a:effectLst/>
                <a:uLnTx/>
                <a:uFillTx/>
                <a:latin typeface="微软雅黑" panose="020B0503020204020204" pitchFamily="34" charset="-122"/>
                <a:cs typeface="+mn-cs"/>
              </a:endParaRPr>
            </a:p>
          </p:txBody>
        </p:sp>
        <p:sp>
          <p:nvSpPr>
            <p:cNvPr id="14" name="矩形 13">
              <a:extLst>
                <a:ext uri="{FF2B5EF4-FFF2-40B4-BE49-F238E27FC236}">
                  <a16:creationId xmlns:a16="http://schemas.microsoft.com/office/drawing/2014/main" id="{A9A864AF-6802-CFC8-27AA-30B5B2B0F88D}"/>
                </a:ext>
              </a:extLst>
            </p:cNvPr>
            <p:cNvSpPr/>
            <p:nvPr/>
          </p:nvSpPr>
          <p:spPr>
            <a:xfrm>
              <a:off x="551671" y="2056389"/>
              <a:ext cx="3382838" cy="3026191"/>
            </a:xfrm>
            <a:prstGeom prst="rect">
              <a:avLst/>
            </a:prstGeom>
            <a:solidFill>
              <a:schemeClr val="accent5">
                <a:lumMod val="20000"/>
                <a:lumOff val="80000"/>
                <a:alpha val="41000"/>
              </a:schemeClr>
            </a:solidFill>
            <a:ln w="1905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2400" b="0" i="0" u="none" strike="noStrike" kern="0" cap="none" spc="0" normalizeH="0" baseline="0" noProof="0">
                <a:ln>
                  <a:noFill/>
                </a:ln>
                <a:solidFill>
                  <a:prstClr val="white"/>
                </a:solidFill>
                <a:effectLst/>
                <a:uLnTx/>
                <a:uFillTx/>
                <a:latin typeface="微软雅黑" panose="020B0503020204020204" pitchFamily="34" charset="-122"/>
                <a:cs typeface="+mn-cs"/>
              </a:endParaRPr>
            </a:p>
          </p:txBody>
        </p:sp>
        <p:sp>
          <p:nvSpPr>
            <p:cNvPr id="15" name="矩形: 圆角 14">
              <a:extLst>
                <a:ext uri="{FF2B5EF4-FFF2-40B4-BE49-F238E27FC236}">
                  <a16:creationId xmlns:a16="http://schemas.microsoft.com/office/drawing/2014/main" id="{70A675EA-895C-79D8-FB84-8CCF05018543}"/>
                </a:ext>
              </a:extLst>
            </p:cNvPr>
            <p:cNvSpPr/>
            <p:nvPr/>
          </p:nvSpPr>
          <p:spPr>
            <a:xfrm>
              <a:off x="567295" y="1369807"/>
              <a:ext cx="3341641" cy="579583"/>
            </a:xfrm>
            <a:prstGeom prst="roundRect">
              <a:avLst>
                <a:gd name="adj" fmla="val 0"/>
              </a:avLst>
            </a:prstGeom>
            <a:gradFill>
              <a:gsLst>
                <a:gs pos="0">
                  <a:srgbClr val="194DB2"/>
                </a:gs>
                <a:gs pos="100000">
                  <a:srgbClr val="0D5DBD"/>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400" b="0"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16" name="文本框 15">
              <a:extLst>
                <a:ext uri="{FF2B5EF4-FFF2-40B4-BE49-F238E27FC236}">
                  <a16:creationId xmlns:a16="http://schemas.microsoft.com/office/drawing/2014/main" id="{C7EFC1AF-805A-EDEC-2BFA-DB7E0E53D495}"/>
                </a:ext>
              </a:extLst>
            </p:cNvPr>
            <p:cNvSpPr txBox="1"/>
            <p:nvPr/>
          </p:nvSpPr>
          <p:spPr>
            <a:xfrm>
              <a:off x="567295" y="1465410"/>
              <a:ext cx="3341641" cy="338554"/>
            </a:xfrm>
            <a:prstGeom prst="rect">
              <a:avLst/>
            </a:prstGeom>
            <a:noFill/>
          </p:spPr>
          <p:txBody>
            <a:bodyPr wrap="square">
              <a:spAutoFit/>
            </a:bodyPr>
            <a:lstStyle/>
            <a:p>
              <a:pPr algn="ctr">
                <a:buNone/>
                <a:defRPr sz="1725" b="1">
                  <a:solidFill>
                    <a:srgbClr val="2E7D62"/>
                  </a:solidFill>
                </a:defRPr>
              </a:pPr>
              <a:r>
                <a:rPr lang="zh-CN" altLang="en-US" sz="1600" b="1" dirty="0">
                  <a:solidFill>
                    <a:schemeClr val="bg1"/>
                  </a:solidFill>
                  <a:ea typeface="思源黑体 CN Bold" panose="020B0800000000000000" pitchFamily="34" charset="-122"/>
                </a:rPr>
                <a:t>机械臂执行</a:t>
              </a:r>
            </a:p>
          </p:txBody>
        </p:sp>
        <p:sp>
          <p:nvSpPr>
            <p:cNvPr id="17" name="文本框 16">
              <a:extLst>
                <a:ext uri="{FF2B5EF4-FFF2-40B4-BE49-F238E27FC236}">
                  <a16:creationId xmlns:a16="http://schemas.microsoft.com/office/drawing/2014/main" id="{CE5D4B39-6414-A61F-AEB5-E1D763B4A80C}"/>
                </a:ext>
              </a:extLst>
            </p:cNvPr>
            <p:cNvSpPr txBox="1"/>
            <p:nvPr/>
          </p:nvSpPr>
          <p:spPr>
            <a:xfrm>
              <a:off x="642981" y="2282322"/>
              <a:ext cx="3165589" cy="2316403"/>
            </a:xfrm>
            <a:prstGeom prst="rect">
              <a:avLst/>
            </a:prstGeom>
            <a:noFill/>
          </p:spPr>
          <p:txBody>
            <a:bodyPr wrap="square">
              <a:spAutoFit/>
            </a:bodyPr>
            <a:lstStyle/>
            <a:p>
              <a:pPr>
                <a:lnSpc>
                  <a:spcPct val="150000"/>
                </a:lnSpc>
              </a:pPr>
              <a:r>
                <a:rPr lang="zh-CN" altLang="en-US" sz="1400" dirty="0">
                  <a:latin typeface="思源黑体 CN Medium" panose="020B0600000000000000" pitchFamily="34" charset="-122"/>
                  <a:ea typeface="思源黑体 CN Medium" panose="020B0600000000000000" pitchFamily="34" charset="-122"/>
                </a:rPr>
                <a:t>机械臂操控部分承担的是物理执行职责，它根据流程给出的目标位置完成坐标转换、抓取棋子、移动到指定落点、执行放置以及回到识别位等动作，确保系统的决策能够真正落到实体棋盘上。</a:t>
              </a:r>
            </a:p>
          </p:txBody>
        </p:sp>
      </p:grpSp>
      <p:grpSp>
        <p:nvGrpSpPr>
          <p:cNvPr id="45" name="组合 44">
            <a:extLst>
              <a:ext uri="{FF2B5EF4-FFF2-40B4-BE49-F238E27FC236}">
                <a16:creationId xmlns:a16="http://schemas.microsoft.com/office/drawing/2014/main" id="{F1DA4ACA-34D7-D14A-541E-0652CC1EB83E}"/>
              </a:ext>
            </a:extLst>
          </p:cNvPr>
          <p:cNvGrpSpPr/>
          <p:nvPr/>
        </p:nvGrpSpPr>
        <p:grpSpPr>
          <a:xfrm>
            <a:off x="6138000" y="1262015"/>
            <a:ext cx="2885610" cy="3946250"/>
            <a:chOff x="404334" y="1273539"/>
            <a:chExt cx="3642884" cy="3946250"/>
          </a:xfrm>
        </p:grpSpPr>
        <p:sp>
          <p:nvSpPr>
            <p:cNvPr id="46" name="圆角矩形 119">
              <a:extLst>
                <a:ext uri="{FF2B5EF4-FFF2-40B4-BE49-F238E27FC236}">
                  <a16:creationId xmlns:a16="http://schemas.microsoft.com/office/drawing/2014/main" id="{8072FE56-390B-D943-A883-33A80EE9B47E}"/>
                </a:ext>
              </a:extLst>
            </p:cNvPr>
            <p:cNvSpPr/>
            <p:nvPr/>
          </p:nvSpPr>
          <p:spPr>
            <a:xfrm>
              <a:off x="404334" y="1273539"/>
              <a:ext cx="3642884" cy="3946250"/>
            </a:xfrm>
            <a:prstGeom prst="roundRect">
              <a:avLst>
                <a:gd name="adj" fmla="val 0"/>
              </a:avLst>
            </a:prstGeom>
            <a:solidFill>
              <a:sysClr val="window" lastClr="FFFFFF"/>
            </a:solidFill>
            <a:ln w="6350" cap="flat" cmpd="sng" algn="ctr">
              <a:solidFill>
                <a:schemeClr val="tx2">
                  <a:lumMod val="50000"/>
                  <a:lumOff val="50000"/>
                </a:schemeClr>
              </a:solidFill>
              <a:prstDash val="solid"/>
              <a:miter lim="800000"/>
            </a:ln>
            <a:effectLst>
              <a:outerShdw blurRad="101600" sx="101000" sy="101000" algn="ctr" rotWithShape="0">
                <a:srgbClr val="194F9A">
                  <a:alpha val="25000"/>
                </a:srgbClr>
              </a:outerShdw>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1400" b="0" i="0" u="none" strike="noStrike" kern="0" cap="none" spc="0" normalizeH="0" baseline="0" noProof="0" dirty="0">
                <a:ln>
                  <a:noFill/>
                </a:ln>
                <a:solidFill>
                  <a:srgbClr val="E7E6E6">
                    <a:lumMod val="25000"/>
                  </a:srgbClr>
                </a:solidFill>
                <a:effectLst/>
                <a:uLnTx/>
                <a:uFillTx/>
                <a:latin typeface="微软雅黑" panose="020B0503020204020204" pitchFamily="34" charset="-122"/>
                <a:cs typeface="+mn-cs"/>
              </a:endParaRPr>
            </a:p>
          </p:txBody>
        </p:sp>
        <p:sp>
          <p:nvSpPr>
            <p:cNvPr id="47" name="矩形 46">
              <a:extLst>
                <a:ext uri="{FF2B5EF4-FFF2-40B4-BE49-F238E27FC236}">
                  <a16:creationId xmlns:a16="http://schemas.microsoft.com/office/drawing/2014/main" id="{5B27C3FB-80B9-E1F0-5CA6-4473A9AEA103}"/>
                </a:ext>
              </a:extLst>
            </p:cNvPr>
            <p:cNvSpPr/>
            <p:nvPr/>
          </p:nvSpPr>
          <p:spPr>
            <a:xfrm>
              <a:off x="551671" y="2056389"/>
              <a:ext cx="3382838" cy="3026191"/>
            </a:xfrm>
            <a:prstGeom prst="rect">
              <a:avLst/>
            </a:prstGeom>
            <a:solidFill>
              <a:schemeClr val="accent5">
                <a:lumMod val="20000"/>
                <a:lumOff val="80000"/>
                <a:alpha val="41000"/>
              </a:schemeClr>
            </a:solidFill>
            <a:ln w="1905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2400" b="0" i="0" u="none" strike="noStrike" kern="0" cap="none" spc="0" normalizeH="0" baseline="0" noProof="0">
                <a:ln>
                  <a:noFill/>
                </a:ln>
                <a:solidFill>
                  <a:prstClr val="white"/>
                </a:solidFill>
                <a:effectLst/>
                <a:uLnTx/>
                <a:uFillTx/>
                <a:latin typeface="微软雅黑" panose="020B0503020204020204" pitchFamily="34" charset="-122"/>
                <a:cs typeface="+mn-cs"/>
              </a:endParaRPr>
            </a:p>
          </p:txBody>
        </p:sp>
        <p:sp>
          <p:nvSpPr>
            <p:cNvPr id="56" name="矩形: 圆角 55">
              <a:extLst>
                <a:ext uri="{FF2B5EF4-FFF2-40B4-BE49-F238E27FC236}">
                  <a16:creationId xmlns:a16="http://schemas.microsoft.com/office/drawing/2014/main" id="{DA3B35E0-0864-6579-8AC2-EBA4E6E7255A}"/>
                </a:ext>
              </a:extLst>
            </p:cNvPr>
            <p:cNvSpPr/>
            <p:nvPr/>
          </p:nvSpPr>
          <p:spPr>
            <a:xfrm>
              <a:off x="567295" y="1369807"/>
              <a:ext cx="3341641" cy="579583"/>
            </a:xfrm>
            <a:prstGeom prst="roundRect">
              <a:avLst>
                <a:gd name="adj" fmla="val 0"/>
              </a:avLst>
            </a:prstGeom>
            <a:gradFill>
              <a:gsLst>
                <a:gs pos="0">
                  <a:srgbClr val="194DB2"/>
                </a:gs>
                <a:gs pos="100000">
                  <a:srgbClr val="0D5DBD"/>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400" b="0"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57" name="文本框 56">
              <a:extLst>
                <a:ext uri="{FF2B5EF4-FFF2-40B4-BE49-F238E27FC236}">
                  <a16:creationId xmlns:a16="http://schemas.microsoft.com/office/drawing/2014/main" id="{CCAC0B09-112D-E33E-7E6D-50A173E786B7}"/>
                </a:ext>
              </a:extLst>
            </p:cNvPr>
            <p:cNvSpPr txBox="1"/>
            <p:nvPr/>
          </p:nvSpPr>
          <p:spPr>
            <a:xfrm>
              <a:off x="567295" y="1465410"/>
              <a:ext cx="3341641" cy="338554"/>
            </a:xfrm>
            <a:prstGeom prst="rect">
              <a:avLst/>
            </a:prstGeom>
            <a:noFill/>
          </p:spPr>
          <p:txBody>
            <a:bodyPr wrap="square">
              <a:spAutoFit/>
            </a:bodyPr>
            <a:lstStyle/>
            <a:p>
              <a:pPr algn="ctr">
                <a:buNone/>
                <a:defRPr sz="1725" b="1">
                  <a:solidFill>
                    <a:srgbClr val="2E7D62"/>
                  </a:solidFill>
                </a:defRPr>
              </a:pPr>
              <a:r>
                <a:rPr lang="zh-CN" altLang="en-US" sz="1600" b="1" dirty="0">
                  <a:solidFill>
                    <a:schemeClr val="bg1"/>
                  </a:solidFill>
                  <a:ea typeface="思源黑体 CN Bold" panose="020B0800000000000000" pitchFamily="34" charset="-122"/>
                </a:rPr>
                <a:t>流程编排</a:t>
              </a:r>
            </a:p>
          </p:txBody>
        </p:sp>
        <p:sp>
          <p:nvSpPr>
            <p:cNvPr id="59" name="文本框 58">
              <a:extLst>
                <a:ext uri="{FF2B5EF4-FFF2-40B4-BE49-F238E27FC236}">
                  <a16:creationId xmlns:a16="http://schemas.microsoft.com/office/drawing/2014/main" id="{5FE335D0-5E21-E0C0-17EF-A7EE81D4A9A3}"/>
                </a:ext>
              </a:extLst>
            </p:cNvPr>
            <p:cNvSpPr txBox="1"/>
            <p:nvPr/>
          </p:nvSpPr>
          <p:spPr>
            <a:xfrm>
              <a:off x="658925" y="2086080"/>
              <a:ext cx="3165589" cy="2962734"/>
            </a:xfrm>
            <a:prstGeom prst="rect">
              <a:avLst/>
            </a:prstGeom>
            <a:noFill/>
          </p:spPr>
          <p:txBody>
            <a:bodyPr wrap="square">
              <a:spAutoFit/>
            </a:bodyPr>
            <a:lstStyle/>
            <a:p>
              <a:pPr>
                <a:lnSpc>
                  <a:spcPct val="150000"/>
                </a:lnSpc>
              </a:pPr>
              <a:r>
                <a:rPr lang="zh-CN" altLang="en-US" sz="1400" dirty="0">
                  <a:latin typeface="思源黑体 CN Medium" panose="020B0600000000000000" pitchFamily="34" charset="-122"/>
                  <a:ea typeface="思源黑体 CN Medium" panose="020B0600000000000000" pitchFamily="34" charset="-122"/>
                </a:rPr>
                <a:t>流程编排部分承担的是整体协同与状态管理职责，它按照对弈步骤推进每个阶段，控制什么时候检测人类落子、什么时候计算或输入机械臂落子、什么时候触发执行以及什么时候进入下一回合，从而保证整套系统能够稳定、有序地完成一局人机对弈。</a:t>
              </a:r>
            </a:p>
          </p:txBody>
        </p:sp>
      </p:grpSp>
      <p:grpSp>
        <p:nvGrpSpPr>
          <p:cNvPr id="1024" name="组合 1023">
            <a:extLst>
              <a:ext uri="{FF2B5EF4-FFF2-40B4-BE49-F238E27FC236}">
                <a16:creationId xmlns:a16="http://schemas.microsoft.com/office/drawing/2014/main" id="{9961B514-F6BC-F078-3BD9-D3E6ADC9F4B2}"/>
              </a:ext>
            </a:extLst>
          </p:cNvPr>
          <p:cNvGrpSpPr/>
          <p:nvPr/>
        </p:nvGrpSpPr>
        <p:grpSpPr>
          <a:xfrm>
            <a:off x="9151769" y="1262015"/>
            <a:ext cx="2885610" cy="3946250"/>
            <a:chOff x="404334" y="1273539"/>
            <a:chExt cx="3642884" cy="3946250"/>
          </a:xfrm>
        </p:grpSpPr>
        <p:sp>
          <p:nvSpPr>
            <p:cNvPr id="1025" name="圆角矩形 119">
              <a:extLst>
                <a:ext uri="{FF2B5EF4-FFF2-40B4-BE49-F238E27FC236}">
                  <a16:creationId xmlns:a16="http://schemas.microsoft.com/office/drawing/2014/main" id="{64933229-1AAD-17DC-5F08-43951904B8B2}"/>
                </a:ext>
              </a:extLst>
            </p:cNvPr>
            <p:cNvSpPr/>
            <p:nvPr/>
          </p:nvSpPr>
          <p:spPr>
            <a:xfrm>
              <a:off x="404334" y="1273539"/>
              <a:ext cx="3642884" cy="3946250"/>
            </a:xfrm>
            <a:prstGeom prst="roundRect">
              <a:avLst>
                <a:gd name="adj" fmla="val 0"/>
              </a:avLst>
            </a:prstGeom>
            <a:solidFill>
              <a:sysClr val="window" lastClr="FFFFFF"/>
            </a:solidFill>
            <a:ln w="6350" cap="flat" cmpd="sng" algn="ctr">
              <a:solidFill>
                <a:schemeClr val="tx2">
                  <a:lumMod val="50000"/>
                  <a:lumOff val="50000"/>
                </a:schemeClr>
              </a:solidFill>
              <a:prstDash val="solid"/>
              <a:miter lim="800000"/>
            </a:ln>
            <a:effectLst>
              <a:outerShdw blurRad="101600" sx="101000" sy="101000" algn="ctr" rotWithShape="0">
                <a:srgbClr val="194F9A">
                  <a:alpha val="25000"/>
                </a:srgbClr>
              </a:outerShdw>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1400" b="0" i="0" u="none" strike="noStrike" kern="0" cap="none" spc="0" normalizeH="0" baseline="0" noProof="0" dirty="0">
                <a:ln>
                  <a:noFill/>
                </a:ln>
                <a:solidFill>
                  <a:srgbClr val="E7E6E6">
                    <a:lumMod val="25000"/>
                  </a:srgbClr>
                </a:solidFill>
                <a:effectLst/>
                <a:uLnTx/>
                <a:uFillTx/>
                <a:latin typeface="微软雅黑" panose="020B0503020204020204" pitchFamily="34" charset="-122"/>
                <a:cs typeface="+mn-cs"/>
              </a:endParaRPr>
            </a:p>
          </p:txBody>
        </p:sp>
        <p:sp>
          <p:nvSpPr>
            <p:cNvPr id="1027" name="矩形 1026">
              <a:extLst>
                <a:ext uri="{FF2B5EF4-FFF2-40B4-BE49-F238E27FC236}">
                  <a16:creationId xmlns:a16="http://schemas.microsoft.com/office/drawing/2014/main" id="{802D7729-40A3-44EB-99FE-5596B6ABAD9D}"/>
                </a:ext>
              </a:extLst>
            </p:cNvPr>
            <p:cNvSpPr/>
            <p:nvPr/>
          </p:nvSpPr>
          <p:spPr>
            <a:xfrm>
              <a:off x="551671" y="2056389"/>
              <a:ext cx="3382838" cy="3026191"/>
            </a:xfrm>
            <a:prstGeom prst="rect">
              <a:avLst/>
            </a:prstGeom>
            <a:solidFill>
              <a:schemeClr val="accent5">
                <a:lumMod val="20000"/>
                <a:lumOff val="80000"/>
                <a:alpha val="41000"/>
              </a:schemeClr>
            </a:solidFill>
            <a:ln w="1905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2400" b="0" i="0" u="none" strike="noStrike" kern="0" cap="none" spc="0" normalizeH="0" baseline="0" noProof="0">
                <a:ln>
                  <a:noFill/>
                </a:ln>
                <a:solidFill>
                  <a:prstClr val="white"/>
                </a:solidFill>
                <a:effectLst/>
                <a:uLnTx/>
                <a:uFillTx/>
                <a:latin typeface="微软雅黑" panose="020B0503020204020204" pitchFamily="34" charset="-122"/>
                <a:cs typeface="+mn-cs"/>
              </a:endParaRPr>
            </a:p>
          </p:txBody>
        </p:sp>
        <p:sp>
          <p:nvSpPr>
            <p:cNvPr id="1028" name="矩形: 圆角 1027">
              <a:extLst>
                <a:ext uri="{FF2B5EF4-FFF2-40B4-BE49-F238E27FC236}">
                  <a16:creationId xmlns:a16="http://schemas.microsoft.com/office/drawing/2014/main" id="{2FC60F01-2679-6D10-7364-437295F3B9F5}"/>
                </a:ext>
              </a:extLst>
            </p:cNvPr>
            <p:cNvSpPr/>
            <p:nvPr/>
          </p:nvSpPr>
          <p:spPr>
            <a:xfrm>
              <a:off x="567295" y="1369807"/>
              <a:ext cx="3341641" cy="579583"/>
            </a:xfrm>
            <a:prstGeom prst="roundRect">
              <a:avLst>
                <a:gd name="adj" fmla="val 0"/>
              </a:avLst>
            </a:prstGeom>
            <a:gradFill>
              <a:gsLst>
                <a:gs pos="0">
                  <a:srgbClr val="194DB2"/>
                </a:gs>
                <a:gs pos="100000">
                  <a:srgbClr val="0D5DBD"/>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400" b="0"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1029" name="文本框 1028">
              <a:extLst>
                <a:ext uri="{FF2B5EF4-FFF2-40B4-BE49-F238E27FC236}">
                  <a16:creationId xmlns:a16="http://schemas.microsoft.com/office/drawing/2014/main" id="{14D9BD01-B3C2-A02A-BDBD-CFB88BCE039E}"/>
                </a:ext>
              </a:extLst>
            </p:cNvPr>
            <p:cNvSpPr txBox="1"/>
            <p:nvPr/>
          </p:nvSpPr>
          <p:spPr>
            <a:xfrm>
              <a:off x="636436" y="1479555"/>
              <a:ext cx="3341641" cy="338554"/>
            </a:xfrm>
            <a:prstGeom prst="rect">
              <a:avLst/>
            </a:prstGeom>
            <a:noFill/>
          </p:spPr>
          <p:txBody>
            <a:bodyPr wrap="square">
              <a:spAutoFit/>
            </a:bodyPr>
            <a:lstStyle/>
            <a:p>
              <a:pPr algn="ctr">
                <a:buNone/>
                <a:defRPr sz="1725" b="1">
                  <a:solidFill>
                    <a:srgbClr val="2E7D62"/>
                  </a:solidFill>
                </a:defRPr>
              </a:pPr>
              <a:r>
                <a:rPr lang="zh-CN" altLang="en-US" sz="1600" b="1" dirty="0">
                  <a:solidFill>
                    <a:schemeClr val="bg1"/>
                  </a:solidFill>
                  <a:ea typeface="思源黑体 CN Bold" panose="020B0800000000000000" pitchFamily="34" charset="-122"/>
                </a:rPr>
                <a:t>硬件设计与制造</a:t>
              </a:r>
            </a:p>
          </p:txBody>
        </p:sp>
        <p:sp>
          <p:nvSpPr>
            <p:cNvPr id="1030" name="文本框 1029">
              <a:extLst>
                <a:ext uri="{FF2B5EF4-FFF2-40B4-BE49-F238E27FC236}">
                  <a16:creationId xmlns:a16="http://schemas.microsoft.com/office/drawing/2014/main" id="{4444CECC-F980-FDD8-4D2E-6B124B259033}"/>
                </a:ext>
              </a:extLst>
            </p:cNvPr>
            <p:cNvSpPr txBox="1"/>
            <p:nvPr/>
          </p:nvSpPr>
          <p:spPr>
            <a:xfrm>
              <a:off x="687559" y="2510292"/>
              <a:ext cx="3165589" cy="1674176"/>
            </a:xfrm>
            <a:prstGeom prst="rect">
              <a:avLst/>
            </a:prstGeom>
            <a:noFill/>
          </p:spPr>
          <p:txBody>
            <a:bodyPr wrap="square">
              <a:spAutoFit/>
            </a:bodyPr>
            <a:lstStyle/>
            <a:p>
              <a:pPr>
                <a:lnSpc>
                  <a:spcPct val="150000"/>
                </a:lnSpc>
              </a:pPr>
              <a:r>
                <a:rPr lang="zh-CN" altLang="en-US" sz="1400" dirty="0">
                  <a:latin typeface="思源黑体 CN Medium" panose="020B0600000000000000" pitchFamily="34" charset="-122"/>
                  <a:ea typeface="思源黑体 CN Medium" panose="020B0600000000000000" pitchFamily="34" charset="-122"/>
                </a:rPr>
                <a:t>棋盘采用激光切割工艺进行高精度加工。</a:t>
              </a:r>
              <a:endParaRPr lang="en-US" altLang="zh-CN" sz="1400" dirty="0">
                <a:latin typeface="思源黑体 CN Medium" panose="020B0600000000000000" pitchFamily="34" charset="-122"/>
                <a:ea typeface="思源黑体 CN Medium" panose="020B0600000000000000" pitchFamily="34" charset="-122"/>
              </a:endParaRPr>
            </a:p>
            <a:p>
              <a:pPr>
                <a:lnSpc>
                  <a:spcPct val="150000"/>
                </a:lnSpc>
              </a:pPr>
              <a:r>
                <a:rPr lang="zh-CN" altLang="en-US" sz="1400" dirty="0">
                  <a:latin typeface="思源黑体 CN Medium" panose="020B0600000000000000" pitchFamily="34" charset="-122"/>
                  <a:ea typeface="思源黑体 CN Medium" panose="020B0600000000000000" pitchFamily="34" charset="-122"/>
                </a:rPr>
                <a:t>使用</a:t>
              </a:r>
              <a:r>
                <a:rPr lang="en-US" altLang="zh-CN" sz="1400" dirty="0">
                  <a:latin typeface="思源黑体 CN Medium" panose="020B0600000000000000" pitchFamily="34" charset="-122"/>
                  <a:ea typeface="思源黑体 CN Medium" panose="020B0600000000000000" pitchFamily="34" charset="-122"/>
                </a:rPr>
                <a:t>3D</a:t>
              </a:r>
              <a:r>
                <a:rPr lang="zh-CN" altLang="en-US" sz="1400" dirty="0">
                  <a:latin typeface="思源黑体 CN Medium" panose="020B0600000000000000" pitchFamily="34" charset="-122"/>
                  <a:ea typeface="思源黑体 CN Medium" panose="020B0600000000000000" pitchFamily="34" charset="-122"/>
                </a:rPr>
                <a:t>打印</a:t>
              </a:r>
              <a:r>
                <a:rPr lang="zh-CN" altLang="en-US" sz="1400" dirty="0">
                  <a:ea typeface="思源黑体 CN Medium" panose="020B0600000000000000" pitchFamily="34" charset="-122"/>
                </a:rPr>
                <a:t>技术</a:t>
              </a:r>
              <a:r>
                <a:rPr lang="zh-CN" altLang="zh-CN" sz="1400" dirty="0">
                  <a:ea typeface="思源黑体 CN Medium" panose="020B0600000000000000" pitchFamily="34" charset="-122"/>
                </a:rPr>
                <a:t>打印定制化的相机支架</a:t>
              </a:r>
              <a:r>
                <a:rPr lang="zh-CN" altLang="en-US" sz="1400" dirty="0">
                  <a:ea typeface="思源黑体 CN Medium" panose="020B0600000000000000" pitchFamily="34" charset="-122"/>
                </a:rPr>
                <a:t>、机械臂末端执行器连接件和棋子。</a:t>
              </a:r>
            </a:p>
          </p:txBody>
        </p:sp>
      </p:grpSp>
    </p:spTree>
    <p:extLst>
      <p:ext uri="{BB962C8B-B14F-4D97-AF65-F5344CB8AC3E}">
        <p14:creationId xmlns:p14="http://schemas.microsoft.com/office/powerpoint/2010/main" val="32577989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2113B-8B31-69A1-612A-47141C53FF1D}"/>
            </a:ext>
          </a:extLst>
        </p:cNvPr>
        <p:cNvGrpSpPr/>
        <p:nvPr/>
      </p:nvGrpSpPr>
      <p:grpSpPr>
        <a:xfrm>
          <a:off x="0" y="0"/>
          <a:ext cx="0" cy="0"/>
          <a:chOff x="0" y="0"/>
          <a:chExt cx="0" cy="0"/>
        </a:xfrm>
      </p:grpSpPr>
      <p:cxnSp>
        <p:nvCxnSpPr>
          <p:cNvPr id="2" name="直接连接符 1">
            <a:extLst>
              <a:ext uri="{FF2B5EF4-FFF2-40B4-BE49-F238E27FC236}">
                <a16:creationId xmlns:a16="http://schemas.microsoft.com/office/drawing/2014/main" id="{F8180C1F-523F-4DEC-9040-719E254C5937}"/>
              </a:ext>
            </a:extLst>
          </p:cNvPr>
          <p:cNvCxnSpPr>
            <a:cxnSpLocks/>
          </p:cNvCxnSpPr>
          <p:nvPr/>
        </p:nvCxnSpPr>
        <p:spPr>
          <a:xfrm>
            <a:off x="4796222" y="1280018"/>
            <a:ext cx="2571750" cy="0"/>
          </a:xfrm>
          <a:prstGeom prst="line">
            <a:avLst/>
          </a:prstGeom>
          <a:ln w="381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a:extLst>
              <a:ext uri="{FF2B5EF4-FFF2-40B4-BE49-F238E27FC236}">
                <a16:creationId xmlns:a16="http://schemas.microsoft.com/office/drawing/2014/main" id="{0CD74CCA-BC7C-B760-7197-1024B5FFD6AA}"/>
              </a:ext>
            </a:extLst>
          </p:cNvPr>
          <p:cNvSpPr txBox="1"/>
          <p:nvPr/>
        </p:nvSpPr>
        <p:spPr>
          <a:xfrm>
            <a:off x="5012122" y="474025"/>
            <a:ext cx="2139950" cy="584775"/>
          </a:xfrm>
          <a:prstGeom prst="rect">
            <a:avLst/>
          </a:prstGeom>
          <a:noFill/>
        </p:spPr>
        <p:txBody>
          <a:bodyPr wrap="square" rtlCol="0">
            <a:spAutoFit/>
          </a:bodyPr>
          <a:lstStyle/>
          <a:p>
            <a:pPr algn="ctr"/>
            <a:r>
              <a:rPr lang="zh-CN" altLang="en-US" sz="3200" b="1" kern="1200" dirty="0">
                <a:solidFill>
                  <a:srgbClr val="C00000"/>
                </a:solidFill>
                <a:latin typeface="黑体" panose="02010609060101010101" pitchFamily="49" charset="-122"/>
                <a:ea typeface="黑体" panose="02010609060101010101" pitchFamily="49" charset="-122"/>
                <a:cs typeface="+mn-cs"/>
              </a:rPr>
              <a:t>汇报内容</a:t>
            </a:r>
            <a:endParaRPr lang="en-US" sz="3200" b="1" kern="1200" dirty="0">
              <a:solidFill>
                <a:srgbClr val="C00000"/>
              </a:solidFill>
              <a:latin typeface="黑体" panose="02010609060101010101" pitchFamily="49" charset="-122"/>
              <a:ea typeface="黑体" panose="02010609060101010101" pitchFamily="49" charset="-122"/>
              <a:cs typeface="+mn-cs"/>
            </a:endParaRPr>
          </a:p>
        </p:txBody>
      </p:sp>
      <p:sp>
        <p:nvSpPr>
          <p:cNvPr id="4" name="文本框 3">
            <a:extLst>
              <a:ext uri="{FF2B5EF4-FFF2-40B4-BE49-F238E27FC236}">
                <a16:creationId xmlns:a16="http://schemas.microsoft.com/office/drawing/2014/main" id="{5D8AE8F8-17D9-9E71-5887-032B93FF25EE}"/>
              </a:ext>
            </a:extLst>
          </p:cNvPr>
          <p:cNvSpPr txBox="1"/>
          <p:nvPr/>
        </p:nvSpPr>
        <p:spPr>
          <a:xfrm>
            <a:off x="5887364" y="1793337"/>
            <a:ext cx="2315731" cy="584775"/>
          </a:xfrm>
          <a:prstGeom prst="rect">
            <a:avLst/>
          </a:prstGeom>
          <a:noFill/>
        </p:spPr>
        <p:txBody>
          <a:bodyPr wrap="square" rtlCol="0">
            <a:spAutoFit/>
          </a:bodyPr>
          <a:lstStyle/>
          <a:p>
            <a:pPr marL="0" algn="l" defTabSz="914400" rtl="0" eaLnBrk="1" latinLnBrk="0" hangingPunct="1"/>
            <a:r>
              <a:rPr lang="zh-CN" altLang="en-US" sz="3200" b="1" dirty="0">
                <a:solidFill>
                  <a:srgbClr val="BFBFBF"/>
                </a:solidFill>
                <a:latin typeface="黑体" panose="02010609060101010101" pitchFamily="49" charset="-122"/>
                <a:ea typeface="黑体" panose="02010609060101010101" pitchFamily="49" charset="-122"/>
              </a:rPr>
              <a:t>项目总架构</a:t>
            </a:r>
          </a:p>
        </p:txBody>
      </p:sp>
      <p:sp>
        <p:nvSpPr>
          <p:cNvPr id="5" name="文本框 4">
            <a:extLst>
              <a:ext uri="{FF2B5EF4-FFF2-40B4-BE49-F238E27FC236}">
                <a16:creationId xmlns:a16="http://schemas.microsoft.com/office/drawing/2014/main" id="{CEF9F5AA-412A-D19A-2CA9-09440205D7BE}"/>
              </a:ext>
            </a:extLst>
          </p:cNvPr>
          <p:cNvSpPr txBox="1"/>
          <p:nvPr/>
        </p:nvSpPr>
        <p:spPr>
          <a:xfrm>
            <a:off x="4693565" y="1793337"/>
            <a:ext cx="488950" cy="584775"/>
          </a:xfrm>
          <a:prstGeom prst="rect">
            <a:avLst/>
          </a:prstGeom>
          <a:noFill/>
        </p:spPr>
        <p:txBody>
          <a:bodyPr wrap="square" rtlCol="0">
            <a:spAutoFit/>
          </a:bodyPr>
          <a:lstStyle/>
          <a:p>
            <a:r>
              <a:rPr lang="en-US" altLang="zh-CN" sz="3200" b="1" dirty="0">
                <a:solidFill>
                  <a:srgbClr val="BFBFBF"/>
                </a:solidFill>
                <a:latin typeface="黑体" panose="02010609060101010101" pitchFamily="49" charset="-122"/>
                <a:ea typeface="黑体" panose="02010609060101010101" pitchFamily="49" charset="-122"/>
              </a:rPr>
              <a:t>1</a:t>
            </a:r>
            <a:endParaRPr lang="en-US" sz="3200" b="1" dirty="0">
              <a:solidFill>
                <a:srgbClr val="BFBFBF"/>
              </a:solidFill>
              <a:latin typeface="黑体" panose="02010609060101010101" pitchFamily="49" charset="-122"/>
              <a:ea typeface="黑体" panose="02010609060101010101" pitchFamily="49" charset="-122"/>
            </a:endParaRPr>
          </a:p>
        </p:txBody>
      </p:sp>
      <p:sp>
        <p:nvSpPr>
          <p:cNvPr id="6" name="文本框 5">
            <a:extLst>
              <a:ext uri="{FF2B5EF4-FFF2-40B4-BE49-F238E27FC236}">
                <a16:creationId xmlns:a16="http://schemas.microsoft.com/office/drawing/2014/main" id="{C2EA1EBF-4656-A65C-9736-AFA80EA18731}"/>
              </a:ext>
            </a:extLst>
          </p:cNvPr>
          <p:cNvSpPr txBox="1"/>
          <p:nvPr/>
        </p:nvSpPr>
        <p:spPr>
          <a:xfrm>
            <a:off x="4693565" y="2844225"/>
            <a:ext cx="488950" cy="584775"/>
          </a:xfrm>
          <a:prstGeom prst="rect">
            <a:avLst/>
          </a:prstGeom>
          <a:noFill/>
        </p:spPr>
        <p:txBody>
          <a:bodyPr wrap="square" rtlCol="0">
            <a:spAutoFit/>
          </a:bodyPr>
          <a:lstStyle/>
          <a:p>
            <a:r>
              <a:rPr lang="en-US" altLang="zh-CN" sz="3200" b="1"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rPr>
              <a:t>2</a:t>
            </a:r>
            <a:endParaRPr lang="en-US" sz="3200" b="1"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endParaRPr>
          </a:p>
        </p:txBody>
      </p:sp>
      <p:sp>
        <p:nvSpPr>
          <p:cNvPr id="7" name="文本框 6">
            <a:extLst>
              <a:ext uri="{FF2B5EF4-FFF2-40B4-BE49-F238E27FC236}">
                <a16:creationId xmlns:a16="http://schemas.microsoft.com/office/drawing/2014/main" id="{DC00A560-A029-173D-341B-3B91C006EC6E}"/>
              </a:ext>
            </a:extLst>
          </p:cNvPr>
          <p:cNvSpPr txBox="1"/>
          <p:nvPr/>
        </p:nvSpPr>
        <p:spPr>
          <a:xfrm>
            <a:off x="4693565" y="3906591"/>
            <a:ext cx="488950" cy="584775"/>
          </a:xfrm>
          <a:prstGeom prst="rect">
            <a:avLst/>
          </a:prstGeom>
          <a:noFill/>
        </p:spPr>
        <p:txBody>
          <a:bodyPr wrap="square" rtlCol="0">
            <a:spAutoFit/>
          </a:bodyPr>
          <a:lstStyle/>
          <a:p>
            <a:r>
              <a:rPr lang="en-US" altLang="zh-CN" sz="3200" b="1" kern="1200" dirty="0">
                <a:solidFill>
                  <a:srgbClr val="BFBFBF"/>
                </a:solidFill>
                <a:latin typeface="黑体" panose="02010609060101010101" pitchFamily="49" charset="-122"/>
                <a:ea typeface="黑体" panose="02010609060101010101" pitchFamily="49" charset="-122"/>
                <a:cs typeface="+mn-cs"/>
              </a:rPr>
              <a:t>3</a:t>
            </a:r>
            <a:endParaRPr lang="en-US" sz="3200" b="1" kern="1200" dirty="0">
              <a:solidFill>
                <a:srgbClr val="BFBFBF"/>
              </a:solidFill>
              <a:latin typeface="黑体" panose="02010609060101010101" pitchFamily="49" charset="-122"/>
              <a:ea typeface="黑体" panose="02010609060101010101" pitchFamily="49" charset="-122"/>
              <a:cs typeface="+mn-cs"/>
            </a:endParaRPr>
          </a:p>
        </p:txBody>
      </p:sp>
      <p:cxnSp>
        <p:nvCxnSpPr>
          <p:cNvPr id="8" name="直接连接符 7">
            <a:extLst>
              <a:ext uri="{FF2B5EF4-FFF2-40B4-BE49-F238E27FC236}">
                <a16:creationId xmlns:a16="http://schemas.microsoft.com/office/drawing/2014/main" id="{10C3ECCD-DC77-80A7-1F76-689E2A68B558}"/>
              </a:ext>
            </a:extLst>
          </p:cNvPr>
          <p:cNvCxnSpPr>
            <a:cxnSpLocks/>
          </p:cNvCxnSpPr>
          <p:nvPr/>
        </p:nvCxnSpPr>
        <p:spPr>
          <a:xfrm flipV="1">
            <a:off x="5465090" y="1829065"/>
            <a:ext cx="0" cy="513319"/>
          </a:xfrm>
          <a:prstGeom prst="line">
            <a:avLst/>
          </a:prstGeom>
          <a:ln w="381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 name="文本框 8">
            <a:extLst>
              <a:ext uri="{FF2B5EF4-FFF2-40B4-BE49-F238E27FC236}">
                <a16:creationId xmlns:a16="http://schemas.microsoft.com/office/drawing/2014/main" id="{C61E5A11-AFAD-0916-85B5-EC18B3AB2320}"/>
              </a:ext>
            </a:extLst>
          </p:cNvPr>
          <p:cNvSpPr txBox="1"/>
          <p:nvPr/>
        </p:nvSpPr>
        <p:spPr>
          <a:xfrm>
            <a:off x="4693565" y="4968957"/>
            <a:ext cx="488950" cy="584775"/>
          </a:xfrm>
          <a:prstGeom prst="rect">
            <a:avLst/>
          </a:prstGeom>
          <a:noFill/>
        </p:spPr>
        <p:txBody>
          <a:bodyPr wrap="square" rtlCol="0">
            <a:spAutoFit/>
          </a:bodyPr>
          <a:lstStyle/>
          <a:p>
            <a:r>
              <a:rPr lang="en-US" altLang="zh-CN" sz="3200" b="1" kern="1200" dirty="0">
                <a:solidFill>
                  <a:srgbClr val="BFBFBF"/>
                </a:solidFill>
                <a:latin typeface="黑体" panose="02010609060101010101" pitchFamily="49" charset="-122"/>
                <a:ea typeface="黑体" panose="02010609060101010101" pitchFamily="49" charset="-122"/>
                <a:cs typeface="+mn-cs"/>
              </a:rPr>
              <a:t>4</a:t>
            </a:r>
            <a:endParaRPr lang="en-US" sz="3200" b="1" kern="1200" dirty="0">
              <a:solidFill>
                <a:srgbClr val="BFBFBF"/>
              </a:solidFill>
              <a:latin typeface="黑体" panose="02010609060101010101" pitchFamily="49" charset="-122"/>
              <a:ea typeface="黑体" panose="02010609060101010101" pitchFamily="49" charset="-122"/>
              <a:cs typeface="+mn-cs"/>
            </a:endParaRPr>
          </a:p>
        </p:txBody>
      </p:sp>
      <p:sp>
        <p:nvSpPr>
          <p:cNvPr id="10" name="文本框 9">
            <a:extLst>
              <a:ext uri="{FF2B5EF4-FFF2-40B4-BE49-F238E27FC236}">
                <a16:creationId xmlns:a16="http://schemas.microsoft.com/office/drawing/2014/main" id="{8FFBD769-F80C-98DD-FED7-5C14E0B36DE5}"/>
              </a:ext>
            </a:extLst>
          </p:cNvPr>
          <p:cNvSpPr txBox="1"/>
          <p:nvPr/>
        </p:nvSpPr>
        <p:spPr>
          <a:xfrm>
            <a:off x="5887364" y="2844225"/>
            <a:ext cx="5004155" cy="584775"/>
          </a:xfrm>
          <a:prstGeom prst="rect">
            <a:avLst/>
          </a:prstGeom>
          <a:noFill/>
        </p:spPr>
        <p:txBody>
          <a:bodyPr wrap="square" rtlCol="0">
            <a:spAutoFit/>
          </a:bodyPr>
          <a:lstStyle/>
          <a:p>
            <a:pPr marL="0" algn="l" defTabSz="914400" rtl="0" eaLnBrk="1" latinLnBrk="0" hangingPunct="1"/>
            <a:r>
              <a:rPr lang="zh-CN" altLang="en-US" sz="3200" b="1" kern="1200"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cs typeface="+mn-cs"/>
              </a:rPr>
              <a:t>各模块具体内容</a:t>
            </a:r>
          </a:p>
        </p:txBody>
      </p:sp>
      <p:cxnSp>
        <p:nvCxnSpPr>
          <p:cNvPr id="11" name="直接连接符 10">
            <a:extLst>
              <a:ext uri="{FF2B5EF4-FFF2-40B4-BE49-F238E27FC236}">
                <a16:creationId xmlns:a16="http://schemas.microsoft.com/office/drawing/2014/main" id="{CCFDF077-35E1-4B8C-CE3D-9EEF8E7AFFF9}"/>
              </a:ext>
            </a:extLst>
          </p:cNvPr>
          <p:cNvCxnSpPr>
            <a:cxnSpLocks/>
          </p:cNvCxnSpPr>
          <p:nvPr/>
        </p:nvCxnSpPr>
        <p:spPr>
          <a:xfrm flipV="1">
            <a:off x="5465090" y="2879953"/>
            <a:ext cx="0" cy="513319"/>
          </a:xfrm>
          <a:prstGeom prst="line">
            <a:avLst/>
          </a:prstGeom>
          <a:ln w="381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15A553E1-D997-E5DE-D9A4-9E03DC34DB82}"/>
              </a:ext>
            </a:extLst>
          </p:cNvPr>
          <p:cNvSpPr txBox="1"/>
          <p:nvPr/>
        </p:nvSpPr>
        <p:spPr>
          <a:xfrm>
            <a:off x="5887364" y="3906591"/>
            <a:ext cx="3179227" cy="584775"/>
          </a:xfrm>
          <a:prstGeom prst="rect">
            <a:avLst/>
          </a:prstGeom>
          <a:noFill/>
        </p:spPr>
        <p:txBody>
          <a:bodyPr wrap="square" rtlCol="0">
            <a:spAutoFit/>
          </a:bodyPr>
          <a:lstStyle/>
          <a:p>
            <a:pPr marL="0" algn="l" defTabSz="914400" rtl="0" eaLnBrk="1" latinLnBrk="0" hangingPunct="1"/>
            <a:r>
              <a:rPr lang="zh-CN" altLang="en-US" sz="3200" b="1" dirty="0">
                <a:solidFill>
                  <a:srgbClr val="BFBFBF"/>
                </a:solidFill>
                <a:latin typeface="黑体" panose="02010609060101010101" pitchFamily="49" charset="-122"/>
                <a:ea typeface="黑体" panose="02010609060101010101" pitchFamily="49" charset="-122"/>
              </a:rPr>
              <a:t>创新点</a:t>
            </a:r>
          </a:p>
        </p:txBody>
      </p:sp>
      <p:cxnSp>
        <p:nvCxnSpPr>
          <p:cNvPr id="13" name="直接连接符 12">
            <a:extLst>
              <a:ext uri="{FF2B5EF4-FFF2-40B4-BE49-F238E27FC236}">
                <a16:creationId xmlns:a16="http://schemas.microsoft.com/office/drawing/2014/main" id="{F264D477-DE33-1757-8518-2DF432EDCB42}"/>
              </a:ext>
            </a:extLst>
          </p:cNvPr>
          <p:cNvCxnSpPr>
            <a:cxnSpLocks/>
          </p:cNvCxnSpPr>
          <p:nvPr/>
        </p:nvCxnSpPr>
        <p:spPr>
          <a:xfrm flipV="1">
            <a:off x="5465090" y="3942319"/>
            <a:ext cx="0" cy="513319"/>
          </a:xfrm>
          <a:prstGeom prst="line">
            <a:avLst/>
          </a:prstGeom>
          <a:ln w="381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81C25D1C-7FF6-AF21-0DDE-7F5956613E05}"/>
              </a:ext>
            </a:extLst>
          </p:cNvPr>
          <p:cNvSpPr txBox="1"/>
          <p:nvPr/>
        </p:nvSpPr>
        <p:spPr>
          <a:xfrm>
            <a:off x="5887364" y="4968957"/>
            <a:ext cx="2474379" cy="584775"/>
          </a:xfrm>
          <a:prstGeom prst="rect">
            <a:avLst/>
          </a:prstGeom>
          <a:noFill/>
        </p:spPr>
        <p:txBody>
          <a:bodyPr wrap="square" rtlCol="0">
            <a:spAutoFit/>
          </a:bodyPr>
          <a:lstStyle/>
          <a:p>
            <a:pPr marL="0" algn="l" defTabSz="914400" rtl="0" eaLnBrk="1" latinLnBrk="0" hangingPunct="1"/>
            <a:r>
              <a:rPr lang="zh-CN" altLang="en-US" sz="3200" b="1" kern="1200" dirty="0">
                <a:solidFill>
                  <a:srgbClr val="BFBFBF"/>
                </a:solidFill>
                <a:latin typeface="黑体" panose="02010609060101010101" pitchFamily="49" charset="-122"/>
                <a:ea typeface="黑体" panose="02010609060101010101" pitchFamily="49" charset="-122"/>
                <a:cs typeface="+mn-cs"/>
              </a:rPr>
              <a:t>总结视频</a:t>
            </a:r>
            <a:endParaRPr lang="en-US" sz="3200" b="1" kern="1200" dirty="0">
              <a:solidFill>
                <a:srgbClr val="BFBFBF"/>
              </a:solidFill>
              <a:latin typeface="黑体" panose="02010609060101010101" pitchFamily="49" charset="-122"/>
              <a:ea typeface="黑体" panose="02010609060101010101" pitchFamily="49" charset="-122"/>
              <a:cs typeface="+mn-cs"/>
            </a:endParaRPr>
          </a:p>
        </p:txBody>
      </p:sp>
      <p:cxnSp>
        <p:nvCxnSpPr>
          <p:cNvPr id="15" name="直接连接符 14">
            <a:extLst>
              <a:ext uri="{FF2B5EF4-FFF2-40B4-BE49-F238E27FC236}">
                <a16:creationId xmlns:a16="http://schemas.microsoft.com/office/drawing/2014/main" id="{87C8B13E-7391-3A93-84F5-33C58978E753}"/>
              </a:ext>
            </a:extLst>
          </p:cNvPr>
          <p:cNvCxnSpPr>
            <a:cxnSpLocks/>
          </p:cNvCxnSpPr>
          <p:nvPr/>
        </p:nvCxnSpPr>
        <p:spPr>
          <a:xfrm flipV="1">
            <a:off x="5465090" y="5004685"/>
            <a:ext cx="0" cy="513319"/>
          </a:xfrm>
          <a:prstGeom prst="line">
            <a:avLst/>
          </a:prstGeom>
          <a:ln w="381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179394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0605DC-F695-DF7A-37EF-9F8C921410B0}"/>
            </a:ext>
          </a:extLst>
        </p:cNvPr>
        <p:cNvGrpSpPr/>
        <p:nvPr/>
      </p:nvGrpSpPr>
      <p:grpSpPr>
        <a:xfrm>
          <a:off x="0" y="0"/>
          <a:ext cx="0" cy="0"/>
          <a:chOff x="0" y="0"/>
          <a:chExt cx="0" cy="0"/>
        </a:xfrm>
      </p:grpSpPr>
      <p:sp>
        <p:nvSpPr>
          <p:cNvPr id="13" name="矩形: 圆角 12">
            <a:extLst>
              <a:ext uri="{FF2B5EF4-FFF2-40B4-BE49-F238E27FC236}">
                <a16:creationId xmlns:a16="http://schemas.microsoft.com/office/drawing/2014/main" id="{39612B9D-7995-B17B-B163-337AA14C9401}"/>
              </a:ext>
            </a:extLst>
          </p:cNvPr>
          <p:cNvSpPr/>
          <p:nvPr>
            <p:custDataLst>
              <p:tags r:id="rId1"/>
            </p:custDataLst>
          </p:nvPr>
        </p:nvSpPr>
        <p:spPr>
          <a:xfrm>
            <a:off x="141845" y="1965710"/>
            <a:ext cx="3517686" cy="1515218"/>
          </a:xfrm>
          <a:prstGeom prst="roundRect">
            <a:avLst>
              <a:gd name="adj" fmla="val 3523"/>
            </a:avLst>
          </a:prstGeom>
          <a:solidFill>
            <a:schemeClr val="bg1"/>
          </a:solidFill>
          <a:ln>
            <a:noFill/>
          </a:ln>
          <a:effectLst>
            <a:outerShdw blurRad="279400" dist="139700" dir="5400000" algn="t" rotWithShape="0">
              <a:srgbClr val="004EC1">
                <a:alpha val="23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dirty="0">
              <a:solidFill>
                <a:schemeClr val="bg1"/>
              </a:solidFill>
              <a:latin typeface="思源黑体 CN Light" panose="020B0300000000000000" pitchFamily="34" charset="-122"/>
              <a:ea typeface="思源黑体 CN Light" panose="020B0300000000000000" pitchFamily="34" charset="-122"/>
            </a:endParaRPr>
          </a:p>
        </p:txBody>
      </p:sp>
      <p:sp>
        <p:nvSpPr>
          <p:cNvPr id="16" name="椭圆 15">
            <a:extLst>
              <a:ext uri="{FF2B5EF4-FFF2-40B4-BE49-F238E27FC236}">
                <a16:creationId xmlns:a16="http://schemas.microsoft.com/office/drawing/2014/main" id="{7D88B5C6-D3B8-C8BA-2853-5303566CBC5D}"/>
              </a:ext>
            </a:extLst>
          </p:cNvPr>
          <p:cNvSpPr/>
          <p:nvPr>
            <p:custDataLst>
              <p:tags r:id="rId2"/>
            </p:custDataLst>
          </p:nvPr>
        </p:nvSpPr>
        <p:spPr>
          <a:xfrm>
            <a:off x="1435193" y="720141"/>
            <a:ext cx="940296" cy="940296"/>
          </a:xfrm>
          <a:prstGeom prst="ellipse">
            <a:avLst/>
          </a:prstGeom>
          <a:gradFill>
            <a:gsLst>
              <a:gs pos="0">
                <a:srgbClr val="0074DC"/>
              </a:gs>
              <a:gs pos="98000">
                <a:srgbClr val="194F9A"/>
              </a:gs>
            </a:gsLst>
            <a:lin ang="5400000" scaled="1"/>
          </a:gradFill>
          <a:ln w="38100">
            <a:solidFill>
              <a:schemeClr val="bg1"/>
            </a:solidFill>
          </a:ln>
          <a:effectLst>
            <a:outerShdw blurRad="279400" dist="139700" dir="5400000" algn="t" rotWithShape="0">
              <a:srgbClr val="004EC1">
                <a:alpha val="23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dirty="0">
              <a:solidFill>
                <a:schemeClr val="bg1"/>
              </a:solidFill>
              <a:latin typeface="+mn-ea"/>
            </a:endParaRPr>
          </a:p>
        </p:txBody>
      </p:sp>
      <p:grpSp>
        <p:nvGrpSpPr>
          <p:cNvPr id="17" name="组合 16">
            <a:extLst>
              <a:ext uri="{FF2B5EF4-FFF2-40B4-BE49-F238E27FC236}">
                <a16:creationId xmlns:a16="http://schemas.microsoft.com/office/drawing/2014/main" id="{44F8CAD1-CD67-0A18-861E-551898B3F8F9}"/>
              </a:ext>
            </a:extLst>
          </p:cNvPr>
          <p:cNvGrpSpPr/>
          <p:nvPr>
            <p:custDataLst>
              <p:tags r:id="rId3"/>
            </p:custDataLst>
          </p:nvPr>
        </p:nvGrpSpPr>
        <p:grpSpPr>
          <a:xfrm>
            <a:off x="390893" y="1319379"/>
            <a:ext cx="3019590" cy="518502"/>
            <a:chOff x="3754576" y="4267312"/>
            <a:chExt cx="3019590" cy="518502"/>
          </a:xfrm>
        </p:grpSpPr>
        <p:sp>
          <p:nvSpPr>
            <p:cNvPr id="46" name="矩形 45">
              <a:extLst>
                <a:ext uri="{FF2B5EF4-FFF2-40B4-BE49-F238E27FC236}">
                  <a16:creationId xmlns:a16="http://schemas.microsoft.com/office/drawing/2014/main" id="{17178F3A-C195-BBE2-A1A7-748861FAE254}"/>
                </a:ext>
              </a:extLst>
            </p:cNvPr>
            <p:cNvSpPr/>
            <p:nvPr/>
          </p:nvSpPr>
          <p:spPr>
            <a:xfrm>
              <a:off x="3754576" y="4267312"/>
              <a:ext cx="3019590" cy="461665"/>
            </a:xfrm>
            <a:prstGeom prst="rect">
              <a:avLst/>
            </a:prstGeom>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sz="2400" b="1" dirty="0">
                <a:solidFill>
                  <a:srgbClr val="194F9A"/>
                </a:solidFill>
                <a:latin typeface="+mn-ea"/>
              </a:endParaRPr>
            </a:p>
          </p:txBody>
        </p:sp>
        <p:grpSp>
          <p:nvGrpSpPr>
            <p:cNvPr id="47" name="组合 46">
              <a:extLst>
                <a:ext uri="{FF2B5EF4-FFF2-40B4-BE49-F238E27FC236}">
                  <a16:creationId xmlns:a16="http://schemas.microsoft.com/office/drawing/2014/main" id="{F9B4105C-1B22-CEBE-A80B-A066BC02B4FD}"/>
                </a:ext>
              </a:extLst>
            </p:cNvPr>
            <p:cNvGrpSpPr/>
            <p:nvPr/>
          </p:nvGrpSpPr>
          <p:grpSpPr>
            <a:xfrm>
              <a:off x="4252014" y="4740095"/>
              <a:ext cx="2034577" cy="45719"/>
              <a:chOff x="4252014" y="4739187"/>
              <a:chExt cx="2034577" cy="45719"/>
            </a:xfrm>
          </p:grpSpPr>
          <p:cxnSp>
            <p:nvCxnSpPr>
              <p:cNvPr id="48" name="直接连接符 47">
                <a:extLst>
                  <a:ext uri="{FF2B5EF4-FFF2-40B4-BE49-F238E27FC236}">
                    <a16:creationId xmlns:a16="http://schemas.microsoft.com/office/drawing/2014/main" id="{D23C935D-5046-A7E7-7CEE-D4A5B314B343}"/>
                  </a:ext>
                </a:extLst>
              </p:cNvPr>
              <p:cNvCxnSpPr/>
              <p:nvPr>
                <p:custDataLst>
                  <p:tags r:id="rId52"/>
                </p:custDataLst>
              </p:nvPr>
            </p:nvCxnSpPr>
            <p:spPr>
              <a:xfrm>
                <a:off x="4252014" y="4760324"/>
                <a:ext cx="203457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9" name="矩形 48">
                <a:extLst>
                  <a:ext uri="{FF2B5EF4-FFF2-40B4-BE49-F238E27FC236}">
                    <a16:creationId xmlns:a16="http://schemas.microsoft.com/office/drawing/2014/main" id="{90DA6A0E-5E70-F5F7-FE9D-52D0EB14B166}"/>
                  </a:ext>
                </a:extLst>
              </p:cNvPr>
              <p:cNvSpPr/>
              <p:nvPr>
                <p:custDataLst>
                  <p:tags r:id="rId53"/>
                </p:custDataLst>
              </p:nvPr>
            </p:nvSpPr>
            <p:spPr>
              <a:xfrm>
                <a:off x="4997013" y="4739187"/>
                <a:ext cx="514415" cy="45719"/>
              </a:xfrm>
              <a:prstGeom prst="rect">
                <a:avLst/>
              </a:prstGeom>
              <a:gradFill>
                <a:gsLst>
                  <a:gs pos="0">
                    <a:srgbClr val="0074DC"/>
                  </a:gs>
                  <a:gs pos="98000">
                    <a:srgbClr val="004EC1"/>
                  </a:gs>
                </a:gsLst>
                <a:lin ang="5400000" scaled="1"/>
              </a:gradFill>
              <a:ln>
                <a:noFill/>
              </a:ln>
              <a:effectLst>
                <a:outerShdw blurRad="279400" dist="139700" dir="5400000" algn="t" rotWithShape="0">
                  <a:srgbClr val="004EC1">
                    <a:alpha val="23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dirty="0">
                  <a:solidFill>
                    <a:schemeClr val="bg1"/>
                  </a:solidFill>
                  <a:latin typeface="思源黑体 CN Light" panose="020B0300000000000000" pitchFamily="34" charset="-122"/>
                  <a:ea typeface="思源黑体 CN Light" panose="020B0300000000000000" pitchFamily="34" charset="-122"/>
                </a:endParaRPr>
              </a:p>
            </p:txBody>
          </p:sp>
        </p:grpSp>
      </p:grpSp>
      <p:sp>
        <p:nvSpPr>
          <p:cNvPr id="20" name="文本框 50">
            <a:extLst>
              <a:ext uri="{FF2B5EF4-FFF2-40B4-BE49-F238E27FC236}">
                <a16:creationId xmlns:a16="http://schemas.microsoft.com/office/drawing/2014/main" id="{F5E629AE-D850-9F4A-1E3E-B85FA1B4F3D1}"/>
              </a:ext>
            </a:extLst>
          </p:cNvPr>
          <p:cNvSpPr txBox="1"/>
          <p:nvPr>
            <p:custDataLst>
              <p:tags r:id="rId4"/>
            </p:custDataLst>
          </p:nvPr>
        </p:nvSpPr>
        <p:spPr>
          <a:xfrm>
            <a:off x="1388081" y="862767"/>
            <a:ext cx="1025214" cy="646331"/>
          </a:xfrm>
          <a:prstGeom prst="rect">
            <a:avLst/>
          </a:prstGeom>
          <a:noFill/>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b="1" dirty="0">
                <a:solidFill>
                  <a:schemeClr val="bg1"/>
                </a:solidFill>
                <a:latin typeface="思源黑体 CN Medium" panose="020B0600000000000000" pitchFamily="34" charset="-122"/>
                <a:ea typeface="思源黑体 CN Medium" panose="020B0600000000000000" pitchFamily="34" charset="-122"/>
              </a:rPr>
              <a:t>图像</a:t>
            </a:r>
            <a:endParaRPr lang="en-US" altLang="zh-CN" b="1" dirty="0">
              <a:solidFill>
                <a:schemeClr val="bg1"/>
              </a:solidFill>
              <a:latin typeface="思源黑体 CN Medium" panose="020B0600000000000000" pitchFamily="34" charset="-122"/>
              <a:ea typeface="思源黑体 CN Medium" panose="020B0600000000000000" pitchFamily="34" charset="-122"/>
            </a:endParaRPr>
          </a:p>
          <a:p>
            <a:pPr algn="ctr"/>
            <a:r>
              <a:rPr lang="zh-CN" altLang="en-US" b="1" dirty="0">
                <a:solidFill>
                  <a:schemeClr val="bg1"/>
                </a:solidFill>
                <a:latin typeface="思源黑体 CN Medium" panose="020B0600000000000000" pitchFamily="34" charset="-122"/>
                <a:ea typeface="思源黑体 CN Medium" panose="020B0600000000000000" pitchFamily="34" charset="-122"/>
              </a:rPr>
              <a:t>采集</a:t>
            </a:r>
          </a:p>
        </p:txBody>
      </p:sp>
      <p:sp>
        <p:nvSpPr>
          <p:cNvPr id="26" name="文本框 73">
            <a:extLst>
              <a:ext uri="{FF2B5EF4-FFF2-40B4-BE49-F238E27FC236}">
                <a16:creationId xmlns:a16="http://schemas.microsoft.com/office/drawing/2014/main" id="{2404D853-F684-2040-7A59-22D6BAB64797}"/>
              </a:ext>
            </a:extLst>
          </p:cNvPr>
          <p:cNvSpPr txBox="1"/>
          <p:nvPr>
            <p:custDataLst>
              <p:tags r:id="rId5"/>
            </p:custDataLst>
          </p:nvPr>
        </p:nvSpPr>
        <p:spPr>
          <a:xfrm>
            <a:off x="9325644" y="944113"/>
            <a:ext cx="988535" cy="646331"/>
          </a:xfrm>
          <a:prstGeom prst="rect">
            <a:avLst/>
          </a:prstGeom>
          <a:noFill/>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b="1" dirty="0">
                <a:solidFill>
                  <a:schemeClr val="bg1"/>
                </a:solidFill>
                <a:latin typeface="思源黑体 CN Medium" panose="020B0600000000000000" pitchFamily="34" charset="-122"/>
                <a:ea typeface="思源黑体 CN Medium" panose="020B0600000000000000" pitchFamily="34" charset="-122"/>
              </a:rPr>
              <a:t>增材</a:t>
            </a:r>
            <a:endParaRPr lang="en-US" altLang="zh-CN" b="1" dirty="0">
              <a:solidFill>
                <a:schemeClr val="bg1"/>
              </a:solidFill>
              <a:latin typeface="思源黑体 CN Medium" panose="020B0600000000000000" pitchFamily="34" charset="-122"/>
              <a:ea typeface="思源黑体 CN Medium" panose="020B0600000000000000" pitchFamily="34" charset="-122"/>
            </a:endParaRPr>
          </a:p>
          <a:p>
            <a:pPr algn="ctr"/>
            <a:r>
              <a:rPr lang="zh-CN" altLang="en-US" b="1" dirty="0">
                <a:solidFill>
                  <a:schemeClr val="bg1"/>
                </a:solidFill>
                <a:latin typeface="思源黑体 CN Medium" panose="020B0600000000000000" pitchFamily="34" charset="-122"/>
                <a:ea typeface="思源黑体 CN Medium" panose="020B0600000000000000" pitchFamily="34" charset="-122"/>
              </a:rPr>
              <a:t>制</a:t>
            </a:r>
          </a:p>
        </p:txBody>
      </p:sp>
      <p:sp>
        <p:nvSpPr>
          <p:cNvPr id="28" name="文本框 75">
            <a:extLst>
              <a:ext uri="{FF2B5EF4-FFF2-40B4-BE49-F238E27FC236}">
                <a16:creationId xmlns:a16="http://schemas.microsoft.com/office/drawing/2014/main" id="{355CD7B4-D3E4-630C-48D6-3349128B6154}"/>
              </a:ext>
            </a:extLst>
          </p:cNvPr>
          <p:cNvSpPr txBox="1"/>
          <p:nvPr>
            <p:custDataLst>
              <p:tags r:id="rId6"/>
            </p:custDataLst>
          </p:nvPr>
        </p:nvSpPr>
        <p:spPr>
          <a:xfrm>
            <a:off x="276630" y="2301017"/>
            <a:ext cx="3327400" cy="792205"/>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ct val="150000"/>
              </a:lnSpc>
            </a:pPr>
            <a:r>
              <a:rPr kumimoji="1" lang="zh-CN" altLang="en-US" sz="1600" b="1" dirty="0">
                <a:solidFill>
                  <a:srgbClr val="002060"/>
                </a:solidFill>
                <a:latin typeface="思源黑体 CN Medium" panose="020B0600000000000000" pitchFamily="34" charset="-122"/>
                <a:ea typeface="思源黑体 CN Medium" panose="020B0600000000000000" pitchFamily="34" charset="-122"/>
                <a:sym typeface="+mn-ea"/>
              </a:rPr>
              <a:t>通过摄像头实时获取棋盘画面，</a:t>
            </a:r>
            <a:r>
              <a:rPr kumimoji="1" lang="zh-CN" altLang="en-US" sz="1600" b="1" dirty="0">
                <a:solidFill>
                  <a:srgbClr val="C00000"/>
                </a:solidFill>
                <a:ea typeface="思源黑体 CN Medium" panose="020B0600000000000000" pitchFamily="34" charset="-122"/>
                <a:sym typeface="+mn-ea"/>
              </a:rPr>
              <a:t>作为视觉识别输入</a:t>
            </a:r>
            <a:r>
              <a:rPr kumimoji="1" lang="zh-CN" altLang="en-US" sz="1600" b="1" dirty="0">
                <a:solidFill>
                  <a:srgbClr val="002060"/>
                </a:solidFill>
                <a:latin typeface="思源黑体 CN Medium" panose="020B0600000000000000" pitchFamily="34" charset="-122"/>
                <a:ea typeface="思源黑体 CN Medium" panose="020B0600000000000000" pitchFamily="34" charset="-122"/>
                <a:sym typeface="+mn-ea"/>
              </a:rPr>
              <a:t>。</a:t>
            </a:r>
            <a:endParaRPr kumimoji="1" lang="zh-CN" altLang="en-US" sz="1600" b="1" dirty="0">
              <a:solidFill>
                <a:srgbClr val="C00000"/>
              </a:solidFill>
              <a:ea typeface="思源黑体 CN Medium" panose="020B0600000000000000" pitchFamily="34" charset="-122"/>
              <a:sym typeface="+mn-ea"/>
            </a:endParaRPr>
          </a:p>
        </p:txBody>
      </p:sp>
      <p:sp>
        <p:nvSpPr>
          <p:cNvPr id="50" name="箭头: V 形 49">
            <a:extLst>
              <a:ext uri="{FF2B5EF4-FFF2-40B4-BE49-F238E27FC236}">
                <a16:creationId xmlns:a16="http://schemas.microsoft.com/office/drawing/2014/main" id="{5BD1C638-9276-FBBA-A426-10BD73ED34C3}"/>
              </a:ext>
            </a:extLst>
          </p:cNvPr>
          <p:cNvSpPr/>
          <p:nvPr>
            <p:custDataLst>
              <p:tags r:id="rId7"/>
            </p:custDataLst>
          </p:nvPr>
        </p:nvSpPr>
        <p:spPr>
          <a:xfrm>
            <a:off x="3600363" y="1320639"/>
            <a:ext cx="361315" cy="377190"/>
          </a:xfrm>
          <a:prstGeom prst="chevron">
            <a:avLst/>
          </a:prstGeom>
          <a:solidFill>
            <a:srgbClr val="AEC7E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800" spc="300">
              <a:solidFill>
                <a:prstClr val="white"/>
              </a:solidFill>
              <a:latin typeface="Agency FB" panose="020B0503020202020204" pitchFamily="34" charset="0"/>
              <a:ea typeface="宋体" panose="02010600030101010101" pitchFamily="2" charset="-122"/>
            </a:endParaRPr>
          </a:p>
        </p:txBody>
      </p:sp>
      <p:sp>
        <p:nvSpPr>
          <p:cNvPr id="51" name="箭头: V 形 50">
            <a:extLst>
              <a:ext uri="{FF2B5EF4-FFF2-40B4-BE49-F238E27FC236}">
                <a16:creationId xmlns:a16="http://schemas.microsoft.com/office/drawing/2014/main" id="{0823103A-8B1C-9F64-CAEB-A50ABF67CC9B}"/>
              </a:ext>
            </a:extLst>
          </p:cNvPr>
          <p:cNvSpPr/>
          <p:nvPr>
            <p:custDataLst>
              <p:tags r:id="rId8"/>
            </p:custDataLst>
          </p:nvPr>
        </p:nvSpPr>
        <p:spPr>
          <a:xfrm>
            <a:off x="3881668" y="1320639"/>
            <a:ext cx="361315" cy="377190"/>
          </a:xfrm>
          <a:prstGeom prst="chevron">
            <a:avLst/>
          </a:prstGeom>
          <a:solidFill>
            <a:srgbClr val="AEC7E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800" spc="300">
              <a:solidFill>
                <a:prstClr val="white"/>
              </a:solidFill>
              <a:latin typeface="Agency FB" panose="020B0503020202020204" pitchFamily="34" charset="0"/>
              <a:ea typeface="宋体" panose="02010600030101010101" pitchFamily="2" charset="-122"/>
            </a:endParaRPr>
          </a:p>
        </p:txBody>
      </p:sp>
      <p:sp>
        <p:nvSpPr>
          <p:cNvPr id="5" name="矩形 4">
            <a:extLst>
              <a:ext uri="{FF2B5EF4-FFF2-40B4-BE49-F238E27FC236}">
                <a16:creationId xmlns:a16="http://schemas.microsoft.com/office/drawing/2014/main" id="{6DE254EF-89FC-3FC5-BDA8-B6BA08115291}"/>
              </a:ext>
            </a:extLst>
          </p:cNvPr>
          <p:cNvSpPr/>
          <p:nvPr/>
        </p:nvSpPr>
        <p:spPr>
          <a:xfrm>
            <a:off x="0" y="6693896"/>
            <a:ext cx="12192000" cy="164104"/>
          </a:xfrm>
          <a:prstGeom prst="rect">
            <a:avLst/>
          </a:prstGeom>
          <a:gradFill>
            <a:gsLst>
              <a:gs pos="0">
                <a:srgbClr val="0D5DBD"/>
              </a:gs>
              <a:gs pos="100000">
                <a:srgbClr val="0D4F9D"/>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公众号：康帅PPT5-2">
            <a:extLst>
              <a:ext uri="{FF2B5EF4-FFF2-40B4-BE49-F238E27FC236}">
                <a16:creationId xmlns:a16="http://schemas.microsoft.com/office/drawing/2014/main" id="{E90BC421-89F4-7440-AA3E-2CD9D37908B8}"/>
              </a:ext>
            </a:extLst>
          </p:cNvPr>
          <p:cNvSpPr/>
          <p:nvPr/>
        </p:nvSpPr>
        <p:spPr>
          <a:xfrm>
            <a:off x="0" y="609930"/>
            <a:ext cx="12276000" cy="36000"/>
          </a:xfrm>
          <a:prstGeom prst="rect">
            <a:avLst/>
          </a:prstGeom>
          <a:gradFill flip="none" rotWithShape="1">
            <a:gsLst>
              <a:gs pos="100000">
                <a:srgbClr val="0D4F9D"/>
              </a:gs>
              <a:gs pos="2000">
                <a:srgbClr val="0D5DBD"/>
              </a:gs>
            </a:gsLst>
            <a:path path="circle">
              <a:fillToRect r="100000" b="100000"/>
            </a:path>
            <a:tileRect l="-100000" t="-100000"/>
          </a:gradFill>
          <a:ln w="12700" cap="flat" cmpd="sng" algn="ctr">
            <a:noFill/>
            <a:prstDash val="solid"/>
            <a:miter lim="800000"/>
          </a:ln>
          <a:effectLst>
            <a:outerShdw blurRad="50800" dist="38100" dir="2700000" algn="tl" rotWithShape="0">
              <a:schemeClr val="accent5">
                <a:lumMod val="20000"/>
                <a:lumOff val="80000"/>
                <a:alpha val="40000"/>
              </a:schemeClr>
            </a:outerShdw>
          </a:effectLst>
          <a:scene3d>
            <a:camera prst="orthographicFront"/>
            <a:lightRig rig="contrasting" dir="t"/>
          </a:scene3d>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sz="2000" kern="0">
              <a:solidFill>
                <a:prstClr val="white"/>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19" name="矩形 18">
            <a:extLst>
              <a:ext uri="{FF2B5EF4-FFF2-40B4-BE49-F238E27FC236}">
                <a16:creationId xmlns:a16="http://schemas.microsoft.com/office/drawing/2014/main" id="{812DE7EE-ABCB-3F70-8D84-E5D5ECB3CB57}"/>
              </a:ext>
            </a:extLst>
          </p:cNvPr>
          <p:cNvSpPr/>
          <p:nvPr/>
        </p:nvSpPr>
        <p:spPr>
          <a:xfrm>
            <a:off x="1340952" y="108508"/>
            <a:ext cx="9501505" cy="521970"/>
          </a:xfrm>
          <a:prstGeom prst="rect">
            <a:avLst/>
          </a:prstGeom>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800" b="1" dirty="0">
                <a:gradFill>
                  <a:gsLst>
                    <a:gs pos="100000">
                      <a:srgbClr val="0D4F9D"/>
                    </a:gs>
                    <a:gs pos="2000">
                      <a:srgbClr val="0D5DBD"/>
                    </a:gs>
                  </a:gsLst>
                  <a:path path="circle">
                    <a:fillToRect r="100000" b="100000"/>
                  </a:path>
                </a:gradFill>
                <a:latin typeface="思源黑体 CN Bold" panose="020B0800000000000000" pitchFamily="34" charset="-122"/>
                <a:ea typeface="思源黑体 CN Bold" panose="020B0800000000000000" pitchFamily="34" charset="-122"/>
              </a:rPr>
              <a:t>视觉识别模块</a:t>
            </a:r>
          </a:p>
        </p:txBody>
      </p:sp>
      <p:grpSp>
        <p:nvGrpSpPr>
          <p:cNvPr id="27" name="组合 26">
            <a:extLst>
              <a:ext uri="{FF2B5EF4-FFF2-40B4-BE49-F238E27FC236}">
                <a16:creationId xmlns:a16="http://schemas.microsoft.com/office/drawing/2014/main" id="{58D86736-17DF-0289-1379-5ACCC20BCB74}"/>
              </a:ext>
            </a:extLst>
          </p:cNvPr>
          <p:cNvGrpSpPr/>
          <p:nvPr/>
        </p:nvGrpSpPr>
        <p:grpSpPr>
          <a:xfrm>
            <a:off x="0" y="69215"/>
            <a:ext cx="995681" cy="611505"/>
            <a:chOff x="-124969" y="77016"/>
            <a:chExt cx="1333093" cy="818840"/>
          </a:xfrm>
        </p:grpSpPr>
        <p:sp>
          <p:nvSpPr>
            <p:cNvPr id="30" name="矩形 29">
              <a:extLst>
                <a:ext uri="{FF2B5EF4-FFF2-40B4-BE49-F238E27FC236}">
                  <a16:creationId xmlns:a16="http://schemas.microsoft.com/office/drawing/2014/main" id="{04D8202D-AC24-5040-AB33-6F62D7C1906B}"/>
                </a:ext>
              </a:extLst>
            </p:cNvPr>
            <p:cNvSpPr/>
            <p:nvPr/>
          </p:nvSpPr>
          <p:spPr>
            <a:xfrm>
              <a:off x="-124969" y="175286"/>
              <a:ext cx="952293" cy="675088"/>
            </a:xfrm>
            <a:prstGeom prst="rect">
              <a:avLst/>
            </a:prstGeom>
            <a:gradFill flip="none" rotWithShape="1">
              <a:gsLst>
                <a:gs pos="0">
                  <a:srgbClr val="0D5DBD"/>
                </a:gs>
                <a:gs pos="100000">
                  <a:srgbClr val="0D4F9D"/>
                </a:gs>
              </a:gsLst>
              <a:lin ang="5400000" scaled="1"/>
              <a:tileRect/>
            </a:gra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srgbClr val="FFFFFF"/>
                </a:solidFill>
                <a:effectLst/>
                <a:uLnTx/>
                <a:uFillTx/>
                <a:latin typeface="Arial" panose="020B0604020202020204"/>
                <a:ea typeface="宋体" panose="02010600030101010101" pitchFamily="2" charset="-122"/>
                <a:cs typeface="+mn-cs"/>
              </a:endParaRPr>
            </a:p>
          </p:txBody>
        </p:sp>
        <p:sp>
          <p:nvSpPr>
            <p:cNvPr id="31" name="椭圆 30">
              <a:extLst>
                <a:ext uri="{FF2B5EF4-FFF2-40B4-BE49-F238E27FC236}">
                  <a16:creationId xmlns:a16="http://schemas.microsoft.com/office/drawing/2014/main" id="{5E3DD3B7-2BC3-057C-A51A-A41D27190D21}"/>
                </a:ext>
              </a:extLst>
            </p:cNvPr>
            <p:cNvSpPr/>
            <p:nvPr/>
          </p:nvSpPr>
          <p:spPr>
            <a:xfrm>
              <a:off x="389284" y="77016"/>
              <a:ext cx="818840" cy="818840"/>
            </a:xfrm>
            <a:prstGeom prst="ellipse">
              <a:avLst/>
            </a:prstGeom>
            <a:solidFill>
              <a:srgbClr val="FFFFFF"/>
            </a:solidFill>
            <a:ln w="12700" cap="flat" cmpd="sng" algn="ctr">
              <a:solidFill>
                <a:srgbClr val="FFFFFF"/>
              </a:solid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solidFill>
                    <a:srgbClr val="FFFFFF"/>
                  </a:solidFill>
                </a:ln>
                <a:solidFill>
                  <a:srgbClr val="FFFFFF"/>
                </a:solidFill>
                <a:effectLst/>
                <a:uLnTx/>
                <a:uFillTx/>
                <a:latin typeface="Arial" panose="020B0604020202020204"/>
                <a:ea typeface="宋体" panose="02010600030101010101" pitchFamily="2" charset="-122"/>
                <a:cs typeface="+mn-cs"/>
              </a:endParaRPr>
            </a:p>
          </p:txBody>
        </p:sp>
      </p:grpSp>
      <p:pic>
        <p:nvPicPr>
          <p:cNvPr id="44" name="Picture 2" descr="浙江大学-四川久光科技有限公司">
            <a:extLst>
              <a:ext uri="{FF2B5EF4-FFF2-40B4-BE49-F238E27FC236}">
                <a16:creationId xmlns:a16="http://schemas.microsoft.com/office/drawing/2014/main" id="{BB23BF57-1C73-829A-B5B7-87198D58E0C4}"/>
              </a:ext>
            </a:extLst>
          </p:cNvPr>
          <p:cNvPicPr>
            <a:picLocks noChangeAspect="1" noChangeArrowheads="1"/>
          </p:cNvPicPr>
          <p:nvPr/>
        </p:nvPicPr>
        <p:blipFill rotWithShape="1">
          <a:blip r:embed="rId55">
            <a:clrChange>
              <a:clrFrom>
                <a:srgbClr val="FFFFFF"/>
              </a:clrFrom>
              <a:clrTo>
                <a:srgbClr val="FFFFFF">
                  <a:alpha val="0"/>
                </a:srgbClr>
              </a:clrTo>
            </a:clrChange>
            <a:extLst>
              <a:ext uri="{28A0092B-C50C-407E-A947-70E740481C1C}">
                <a14:useLocalDpi xmlns:a14="http://schemas.microsoft.com/office/drawing/2010/main" val="0"/>
              </a:ext>
            </a:extLst>
          </a:blip>
          <a:srcRect t="29557" r="68065" b="28547"/>
          <a:stretch/>
        </p:blipFill>
        <p:spPr bwMode="auto">
          <a:xfrm>
            <a:off x="348256" y="24795"/>
            <a:ext cx="647425" cy="679492"/>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圆角 1">
            <a:extLst>
              <a:ext uri="{FF2B5EF4-FFF2-40B4-BE49-F238E27FC236}">
                <a16:creationId xmlns:a16="http://schemas.microsoft.com/office/drawing/2014/main" id="{92CDDCD3-4D8C-24AE-EE15-AEBB7E133AC8}"/>
              </a:ext>
            </a:extLst>
          </p:cNvPr>
          <p:cNvSpPr/>
          <p:nvPr>
            <p:custDataLst>
              <p:tags r:id="rId9"/>
            </p:custDataLst>
          </p:nvPr>
        </p:nvSpPr>
        <p:spPr>
          <a:xfrm>
            <a:off x="4315076" y="1965710"/>
            <a:ext cx="3517686" cy="1515218"/>
          </a:xfrm>
          <a:prstGeom prst="roundRect">
            <a:avLst>
              <a:gd name="adj" fmla="val 3523"/>
            </a:avLst>
          </a:prstGeom>
          <a:solidFill>
            <a:schemeClr val="bg1"/>
          </a:solidFill>
          <a:ln>
            <a:noFill/>
          </a:ln>
          <a:effectLst>
            <a:outerShdw blurRad="279400" dist="139700" dir="5400000" algn="t" rotWithShape="0">
              <a:srgbClr val="004EC1">
                <a:alpha val="23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dirty="0">
              <a:solidFill>
                <a:schemeClr val="bg1"/>
              </a:solidFill>
              <a:latin typeface="思源黑体 CN Light" panose="020B0300000000000000" pitchFamily="34" charset="-122"/>
              <a:ea typeface="思源黑体 CN Light" panose="020B0300000000000000" pitchFamily="34" charset="-122"/>
            </a:endParaRPr>
          </a:p>
        </p:txBody>
      </p:sp>
      <p:sp>
        <p:nvSpPr>
          <p:cNvPr id="3" name="椭圆 2">
            <a:extLst>
              <a:ext uri="{FF2B5EF4-FFF2-40B4-BE49-F238E27FC236}">
                <a16:creationId xmlns:a16="http://schemas.microsoft.com/office/drawing/2014/main" id="{4639CAAE-32F0-1FC2-E222-37AFEA7429A9}"/>
              </a:ext>
            </a:extLst>
          </p:cNvPr>
          <p:cNvSpPr/>
          <p:nvPr>
            <p:custDataLst>
              <p:tags r:id="rId10"/>
            </p:custDataLst>
          </p:nvPr>
        </p:nvSpPr>
        <p:spPr>
          <a:xfrm>
            <a:off x="5608424" y="720141"/>
            <a:ext cx="940296" cy="940296"/>
          </a:xfrm>
          <a:prstGeom prst="ellipse">
            <a:avLst/>
          </a:prstGeom>
          <a:gradFill>
            <a:gsLst>
              <a:gs pos="0">
                <a:srgbClr val="0074DC"/>
              </a:gs>
              <a:gs pos="98000">
                <a:srgbClr val="194F9A"/>
              </a:gs>
            </a:gsLst>
            <a:lin ang="5400000" scaled="1"/>
          </a:gradFill>
          <a:ln w="38100">
            <a:solidFill>
              <a:schemeClr val="bg1"/>
            </a:solidFill>
          </a:ln>
          <a:effectLst>
            <a:outerShdw blurRad="279400" dist="139700" dir="5400000" algn="t" rotWithShape="0">
              <a:srgbClr val="004EC1">
                <a:alpha val="23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dirty="0">
              <a:solidFill>
                <a:schemeClr val="bg1"/>
              </a:solidFill>
              <a:latin typeface="+mn-ea"/>
            </a:endParaRPr>
          </a:p>
        </p:txBody>
      </p:sp>
      <p:grpSp>
        <p:nvGrpSpPr>
          <p:cNvPr id="4" name="组合 3">
            <a:extLst>
              <a:ext uri="{FF2B5EF4-FFF2-40B4-BE49-F238E27FC236}">
                <a16:creationId xmlns:a16="http://schemas.microsoft.com/office/drawing/2014/main" id="{B3BAB339-977D-800F-7EAB-8815CD7A067C}"/>
              </a:ext>
            </a:extLst>
          </p:cNvPr>
          <p:cNvGrpSpPr/>
          <p:nvPr>
            <p:custDataLst>
              <p:tags r:id="rId11"/>
            </p:custDataLst>
          </p:nvPr>
        </p:nvGrpSpPr>
        <p:grpSpPr>
          <a:xfrm>
            <a:off x="4564124" y="1319379"/>
            <a:ext cx="3019590" cy="518502"/>
            <a:chOff x="3754576" y="4267312"/>
            <a:chExt cx="3019590" cy="518502"/>
          </a:xfrm>
        </p:grpSpPr>
        <p:sp>
          <p:nvSpPr>
            <p:cNvPr id="6" name="矩形 5">
              <a:extLst>
                <a:ext uri="{FF2B5EF4-FFF2-40B4-BE49-F238E27FC236}">
                  <a16:creationId xmlns:a16="http://schemas.microsoft.com/office/drawing/2014/main" id="{DC50F95C-6CA9-7587-C94E-AC75CFBEC407}"/>
                </a:ext>
              </a:extLst>
            </p:cNvPr>
            <p:cNvSpPr/>
            <p:nvPr/>
          </p:nvSpPr>
          <p:spPr>
            <a:xfrm>
              <a:off x="3754576" y="4267312"/>
              <a:ext cx="3019590" cy="461665"/>
            </a:xfrm>
            <a:prstGeom prst="rect">
              <a:avLst/>
            </a:prstGeom>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sz="2400" b="1" dirty="0">
                <a:solidFill>
                  <a:srgbClr val="194F9A"/>
                </a:solidFill>
                <a:latin typeface="+mn-ea"/>
              </a:endParaRPr>
            </a:p>
          </p:txBody>
        </p:sp>
        <p:grpSp>
          <p:nvGrpSpPr>
            <p:cNvPr id="7" name="组合 6">
              <a:extLst>
                <a:ext uri="{FF2B5EF4-FFF2-40B4-BE49-F238E27FC236}">
                  <a16:creationId xmlns:a16="http://schemas.microsoft.com/office/drawing/2014/main" id="{75C0987F-87EB-176C-A894-900C0906021E}"/>
                </a:ext>
              </a:extLst>
            </p:cNvPr>
            <p:cNvGrpSpPr/>
            <p:nvPr/>
          </p:nvGrpSpPr>
          <p:grpSpPr>
            <a:xfrm>
              <a:off x="4252014" y="4740095"/>
              <a:ext cx="2034577" cy="45719"/>
              <a:chOff x="4252014" y="4739187"/>
              <a:chExt cx="2034577" cy="45719"/>
            </a:xfrm>
          </p:grpSpPr>
          <p:cxnSp>
            <p:nvCxnSpPr>
              <p:cNvPr id="8" name="直接连接符 7">
                <a:extLst>
                  <a:ext uri="{FF2B5EF4-FFF2-40B4-BE49-F238E27FC236}">
                    <a16:creationId xmlns:a16="http://schemas.microsoft.com/office/drawing/2014/main" id="{23756DCD-8754-CDA7-F503-D6D84856EAAB}"/>
                  </a:ext>
                </a:extLst>
              </p:cNvPr>
              <p:cNvCxnSpPr/>
              <p:nvPr>
                <p:custDataLst>
                  <p:tags r:id="rId50"/>
                </p:custDataLst>
              </p:nvPr>
            </p:nvCxnSpPr>
            <p:spPr>
              <a:xfrm>
                <a:off x="4252014" y="4760324"/>
                <a:ext cx="203457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74C1FE5E-B7E5-3240-A655-D2E463014A72}"/>
                  </a:ext>
                </a:extLst>
              </p:cNvPr>
              <p:cNvSpPr/>
              <p:nvPr>
                <p:custDataLst>
                  <p:tags r:id="rId51"/>
                </p:custDataLst>
              </p:nvPr>
            </p:nvSpPr>
            <p:spPr>
              <a:xfrm>
                <a:off x="4997013" y="4739187"/>
                <a:ext cx="514415" cy="45719"/>
              </a:xfrm>
              <a:prstGeom prst="rect">
                <a:avLst/>
              </a:prstGeom>
              <a:gradFill>
                <a:gsLst>
                  <a:gs pos="0">
                    <a:srgbClr val="0074DC"/>
                  </a:gs>
                  <a:gs pos="98000">
                    <a:srgbClr val="004EC1"/>
                  </a:gs>
                </a:gsLst>
                <a:lin ang="5400000" scaled="1"/>
              </a:gradFill>
              <a:ln>
                <a:noFill/>
              </a:ln>
              <a:effectLst>
                <a:outerShdw blurRad="279400" dist="139700" dir="5400000" algn="t" rotWithShape="0">
                  <a:srgbClr val="004EC1">
                    <a:alpha val="23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dirty="0">
                  <a:solidFill>
                    <a:schemeClr val="bg1"/>
                  </a:solidFill>
                  <a:latin typeface="思源黑体 CN Light" panose="020B0300000000000000" pitchFamily="34" charset="-122"/>
                  <a:ea typeface="思源黑体 CN Light" panose="020B0300000000000000" pitchFamily="34" charset="-122"/>
                </a:endParaRPr>
              </a:p>
            </p:txBody>
          </p:sp>
        </p:grpSp>
      </p:grpSp>
      <p:sp>
        <p:nvSpPr>
          <p:cNvPr id="33" name="文本框 50">
            <a:extLst>
              <a:ext uri="{FF2B5EF4-FFF2-40B4-BE49-F238E27FC236}">
                <a16:creationId xmlns:a16="http://schemas.microsoft.com/office/drawing/2014/main" id="{D832E6A6-892F-6E70-DB12-252F8F369C2F}"/>
              </a:ext>
            </a:extLst>
          </p:cNvPr>
          <p:cNvSpPr txBox="1"/>
          <p:nvPr>
            <p:custDataLst>
              <p:tags r:id="rId12"/>
            </p:custDataLst>
          </p:nvPr>
        </p:nvSpPr>
        <p:spPr>
          <a:xfrm>
            <a:off x="5561312" y="862767"/>
            <a:ext cx="1025214" cy="646331"/>
          </a:xfrm>
          <a:prstGeom prst="rect">
            <a:avLst/>
          </a:prstGeom>
          <a:noFill/>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b="1" dirty="0">
                <a:solidFill>
                  <a:schemeClr val="bg1"/>
                </a:solidFill>
                <a:latin typeface="思源黑体 CN Medium" panose="020B0600000000000000" pitchFamily="34" charset="-122"/>
                <a:ea typeface="思源黑体 CN Medium" panose="020B0600000000000000" pitchFamily="34" charset="-122"/>
              </a:rPr>
              <a:t>相机</a:t>
            </a:r>
            <a:endParaRPr lang="en-US" altLang="zh-CN" b="1" dirty="0">
              <a:solidFill>
                <a:schemeClr val="bg1"/>
              </a:solidFill>
              <a:latin typeface="思源黑体 CN Medium" panose="020B0600000000000000" pitchFamily="34" charset="-122"/>
              <a:ea typeface="思源黑体 CN Medium" panose="020B0600000000000000" pitchFamily="34" charset="-122"/>
            </a:endParaRPr>
          </a:p>
          <a:p>
            <a:pPr algn="ctr"/>
            <a:r>
              <a:rPr lang="zh-CN" altLang="en-US" b="1" dirty="0">
                <a:solidFill>
                  <a:schemeClr val="bg1"/>
                </a:solidFill>
                <a:latin typeface="思源黑体 CN Medium" panose="020B0600000000000000" pitchFamily="34" charset="-122"/>
                <a:ea typeface="思源黑体 CN Medium" panose="020B0600000000000000" pitchFamily="34" charset="-122"/>
              </a:rPr>
              <a:t>标定</a:t>
            </a:r>
          </a:p>
        </p:txBody>
      </p:sp>
      <p:sp>
        <p:nvSpPr>
          <p:cNvPr id="34" name="文本框 75">
            <a:extLst>
              <a:ext uri="{FF2B5EF4-FFF2-40B4-BE49-F238E27FC236}">
                <a16:creationId xmlns:a16="http://schemas.microsoft.com/office/drawing/2014/main" id="{ABB3FF31-7964-6934-A96A-3FDB4066348E}"/>
              </a:ext>
            </a:extLst>
          </p:cNvPr>
          <p:cNvSpPr txBox="1"/>
          <p:nvPr>
            <p:custDataLst>
              <p:tags r:id="rId13"/>
            </p:custDataLst>
          </p:nvPr>
        </p:nvSpPr>
        <p:spPr>
          <a:xfrm>
            <a:off x="4449861" y="2301016"/>
            <a:ext cx="3327400" cy="792205"/>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ct val="150000"/>
              </a:lnSpc>
            </a:pPr>
            <a:r>
              <a:rPr kumimoji="1" lang="zh-CN" altLang="en-US" sz="1600" b="1" dirty="0">
                <a:solidFill>
                  <a:srgbClr val="002060"/>
                </a:solidFill>
                <a:latin typeface="思源黑体 CN Medium" panose="020B0600000000000000" pitchFamily="34" charset="-122"/>
                <a:ea typeface="思源黑体 CN Medium" panose="020B0600000000000000" pitchFamily="34" charset="-122"/>
                <a:sym typeface="+mn-ea"/>
              </a:rPr>
              <a:t>利用标定板完成</a:t>
            </a:r>
            <a:r>
              <a:rPr kumimoji="1" lang="zh-CN" altLang="en-US" sz="1600" b="1" dirty="0">
                <a:solidFill>
                  <a:srgbClr val="C00000"/>
                </a:solidFill>
                <a:ea typeface="思源黑体 CN Medium" panose="020B0600000000000000" pitchFamily="34" charset="-122"/>
                <a:sym typeface="+mn-ea"/>
              </a:rPr>
              <a:t>相机标定</a:t>
            </a:r>
            <a:r>
              <a:rPr kumimoji="1" lang="zh-CN" altLang="en-US" sz="1600" b="1" dirty="0">
                <a:solidFill>
                  <a:srgbClr val="002060"/>
                </a:solidFill>
                <a:latin typeface="思源黑体 CN Medium" panose="020B0600000000000000" pitchFamily="34" charset="-122"/>
                <a:ea typeface="思源黑体 CN Medium" panose="020B0600000000000000" pitchFamily="34" charset="-122"/>
                <a:sym typeface="+mn-ea"/>
              </a:rPr>
              <a:t>，并将原始图像转换为统一的俯视棋盘视图。</a:t>
            </a:r>
            <a:endParaRPr kumimoji="1" lang="zh-CN" altLang="en-US" sz="1600" b="1" dirty="0">
              <a:solidFill>
                <a:srgbClr val="C00000"/>
              </a:solidFill>
              <a:ea typeface="思源黑体 CN Medium" panose="020B0600000000000000" pitchFamily="34" charset="-122"/>
              <a:sym typeface="+mn-ea"/>
            </a:endParaRPr>
          </a:p>
        </p:txBody>
      </p:sp>
      <p:sp>
        <p:nvSpPr>
          <p:cNvPr id="35" name="箭头: V 形 34">
            <a:extLst>
              <a:ext uri="{FF2B5EF4-FFF2-40B4-BE49-F238E27FC236}">
                <a16:creationId xmlns:a16="http://schemas.microsoft.com/office/drawing/2014/main" id="{E415810B-3129-C5E2-E226-613F7210693A}"/>
              </a:ext>
            </a:extLst>
          </p:cNvPr>
          <p:cNvSpPr/>
          <p:nvPr>
            <p:custDataLst>
              <p:tags r:id="rId14"/>
            </p:custDataLst>
          </p:nvPr>
        </p:nvSpPr>
        <p:spPr>
          <a:xfrm>
            <a:off x="7773594" y="1320639"/>
            <a:ext cx="361315" cy="377190"/>
          </a:xfrm>
          <a:prstGeom prst="chevron">
            <a:avLst/>
          </a:prstGeom>
          <a:solidFill>
            <a:srgbClr val="AEC7E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800" spc="300">
              <a:solidFill>
                <a:prstClr val="white"/>
              </a:solidFill>
              <a:latin typeface="Agency FB" panose="020B0503020202020204" pitchFamily="34" charset="0"/>
              <a:ea typeface="宋体" panose="02010600030101010101" pitchFamily="2" charset="-122"/>
            </a:endParaRPr>
          </a:p>
        </p:txBody>
      </p:sp>
      <p:sp>
        <p:nvSpPr>
          <p:cNvPr id="45" name="箭头: V 形 44">
            <a:extLst>
              <a:ext uri="{FF2B5EF4-FFF2-40B4-BE49-F238E27FC236}">
                <a16:creationId xmlns:a16="http://schemas.microsoft.com/office/drawing/2014/main" id="{DFA1A562-3511-2871-90AC-B3A74053E67C}"/>
              </a:ext>
            </a:extLst>
          </p:cNvPr>
          <p:cNvSpPr/>
          <p:nvPr>
            <p:custDataLst>
              <p:tags r:id="rId15"/>
            </p:custDataLst>
          </p:nvPr>
        </p:nvSpPr>
        <p:spPr>
          <a:xfrm>
            <a:off x="8054899" y="1320639"/>
            <a:ext cx="361315" cy="377190"/>
          </a:xfrm>
          <a:prstGeom prst="chevron">
            <a:avLst/>
          </a:prstGeom>
          <a:solidFill>
            <a:srgbClr val="AEC7E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800" spc="300">
              <a:solidFill>
                <a:prstClr val="white"/>
              </a:solidFill>
              <a:latin typeface="Agency FB" panose="020B0503020202020204" pitchFamily="34" charset="0"/>
              <a:ea typeface="宋体" panose="02010600030101010101" pitchFamily="2" charset="-122"/>
            </a:endParaRPr>
          </a:p>
        </p:txBody>
      </p:sp>
      <p:sp>
        <p:nvSpPr>
          <p:cNvPr id="54" name="矩形: 圆角 53">
            <a:extLst>
              <a:ext uri="{FF2B5EF4-FFF2-40B4-BE49-F238E27FC236}">
                <a16:creationId xmlns:a16="http://schemas.microsoft.com/office/drawing/2014/main" id="{B028DC1C-4E48-8F73-9FE8-39D05F71892E}"/>
              </a:ext>
            </a:extLst>
          </p:cNvPr>
          <p:cNvSpPr/>
          <p:nvPr>
            <p:custDataLst>
              <p:tags r:id="rId16"/>
            </p:custDataLst>
          </p:nvPr>
        </p:nvSpPr>
        <p:spPr>
          <a:xfrm>
            <a:off x="8488307" y="1965710"/>
            <a:ext cx="3517686" cy="1515218"/>
          </a:xfrm>
          <a:prstGeom prst="roundRect">
            <a:avLst>
              <a:gd name="adj" fmla="val 3523"/>
            </a:avLst>
          </a:prstGeom>
          <a:solidFill>
            <a:schemeClr val="bg1"/>
          </a:solidFill>
          <a:ln>
            <a:noFill/>
          </a:ln>
          <a:effectLst>
            <a:outerShdw blurRad="279400" dist="139700" dir="5400000" algn="t" rotWithShape="0">
              <a:srgbClr val="004EC1">
                <a:alpha val="23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dirty="0">
              <a:solidFill>
                <a:schemeClr val="bg1"/>
              </a:solidFill>
              <a:latin typeface="思源黑体 CN Light" panose="020B0300000000000000" pitchFamily="34" charset="-122"/>
              <a:ea typeface="思源黑体 CN Light" panose="020B0300000000000000" pitchFamily="34" charset="-122"/>
            </a:endParaRPr>
          </a:p>
        </p:txBody>
      </p:sp>
      <p:sp>
        <p:nvSpPr>
          <p:cNvPr id="55" name="椭圆 54">
            <a:extLst>
              <a:ext uri="{FF2B5EF4-FFF2-40B4-BE49-F238E27FC236}">
                <a16:creationId xmlns:a16="http://schemas.microsoft.com/office/drawing/2014/main" id="{571EC176-DCCE-0C71-3EC4-4E12B635DA18}"/>
              </a:ext>
            </a:extLst>
          </p:cNvPr>
          <p:cNvSpPr/>
          <p:nvPr>
            <p:custDataLst>
              <p:tags r:id="rId17"/>
            </p:custDataLst>
          </p:nvPr>
        </p:nvSpPr>
        <p:spPr>
          <a:xfrm>
            <a:off x="9781655" y="720141"/>
            <a:ext cx="940296" cy="940296"/>
          </a:xfrm>
          <a:prstGeom prst="ellipse">
            <a:avLst/>
          </a:prstGeom>
          <a:gradFill>
            <a:gsLst>
              <a:gs pos="0">
                <a:srgbClr val="0074DC"/>
              </a:gs>
              <a:gs pos="98000">
                <a:srgbClr val="194F9A"/>
              </a:gs>
            </a:gsLst>
            <a:lin ang="5400000" scaled="1"/>
          </a:gradFill>
          <a:ln w="38100">
            <a:solidFill>
              <a:schemeClr val="bg1"/>
            </a:solidFill>
          </a:ln>
          <a:effectLst>
            <a:outerShdw blurRad="279400" dist="139700" dir="5400000" algn="t" rotWithShape="0">
              <a:srgbClr val="004EC1">
                <a:alpha val="23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dirty="0">
              <a:solidFill>
                <a:schemeClr val="bg1"/>
              </a:solidFill>
              <a:latin typeface="+mn-ea"/>
            </a:endParaRPr>
          </a:p>
        </p:txBody>
      </p:sp>
      <p:grpSp>
        <p:nvGrpSpPr>
          <p:cNvPr id="56" name="组合 55">
            <a:extLst>
              <a:ext uri="{FF2B5EF4-FFF2-40B4-BE49-F238E27FC236}">
                <a16:creationId xmlns:a16="http://schemas.microsoft.com/office/drawing/2014/main" id="{CFC68892-9FE9-E498-D1B8-FCBE560E490C}"/>
              </a:ext>
            </a:extLst>
          </p:cNvPr>
          <p:cNvGrpSpPr/>
          <p:nvPr>
            <p:custDataLst>
              <p:tags r:id="rId18"/>
            </p:custDataLst>
          </p:nvPr>
        </p:nvGrpSpPr>
        <p:grpSpPr>
          <a:xfrm>
            <a:off x="8737355" y="1319379"/>
            <a:ext cx="3019590" cy="518502"/>
            <a:chOff x="3754576" y="4267312"/>
            <a:chExt cx="3019590" cy="518502"/>
          </a:xfrm>
        </p:grpSpPr>
        <p:sp>
          <p:nvSpPr>
            <p:cNvPr id="57" name="矩形 56">
              <a:extLst>
                <a:ext uri="{FF2B5EF4-FFF2-40B4-BE49-F238E27FC236}">
                  <a16:creationId xmlns:a16="http://schemas.microsoft.com/office/drawing/2014/main" id="{02E1545A-A5A6-5557-605D-A6E2C3F4032F}"/>
                </a:ext>
              </a:extLst>
            </p:cNvPr>
            <p:cNvSpPr/>
            <p:nvPr/>
          </p:nvSpPr>
          <p:spPr>
            <a:xfrm>
              <a:off x="3754576" y="4267312"/>
              <a:ext cx="3019590" cy="461665"/>
            </a:xfrm>
            <a:prstGeom prst="rect">
              <a:avLst/>
            </a:prstGeom>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sz="2400" b="1" dirty="0">
                <a:solidFill>
                  <a:srgbClr val="194F9A"/>
                </a:solidFill>
                <a:latin typeface="+mn-ea"/>
              </a:endParaRPr>
            </a:p>
          </p:txBody>
        </p:sp>
        <p:grpSp>
          <p:nvGrpSpPr>
            <p:cNvPr id="58" name="组合 57">
              <a:extLst>
                <a:ext uri="{FF2B5EF4-FFF2-40B4-BE49-F238E27FC236}">
                  <a16:creationId xmlns:a16="http://schemas.microsoft.com/office/drawing/2014/main" id="{89733B21-A336-1CA2-5E9E-AE1B43F4179D}"/>
                </a:ext>
              </a:extLst>
            </p:cNvPr>
            <p:cNvGrpSpPr/>
            <p:nvPr/>
          </p:nvGrpSpPr>
          <p:grpSpPr>
            <a:xfrm>
              <a:off x="4252014" y="4740095"/>
              <a:ext cx="2034577" cy="45719"/>
              <a:chOff x="4252014" y="4739187"/>
              <a:chExt cx="2034577" cy="45719"/>
            </a:xfrm>
          </p:grpSpPr>
          <p:cxnSp>
            <p:nvCxnSpPr>
              <p:cNvPr id="59" name="直接连接符 58">
                <a:extLst>
                  <a:ext uri="{FF2B5EF4-FFF2-40B4-BE49-F238E27FC236}">
                    <a16:creationId xmlns:a16="http://schemas.microsoft.com/office/drawing/2014/main" id="{072734BC-1D80-4C97-EFE4-0206DAED2C6F}"/>
                  </a:ext>
                </a:extLst>
              </p:cNvPr>
              <p:cNvCxnSpPr/>
              <p:nvPr>
                <p:custDataLst>
                  <p:tags r:id="rId48"/>
                </p:custDataLst>
              </p:nvPr>
            </p:nvCxnSpPr>
            <p:spPr>
              <a:xfrm>
                <a:off x="4252014" y="4760324"/>
                <a:ext cx="203457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60" name="矩形 59">
                <a:extLst>
                  <a:ext uri="{FF2B5EF4-FFF2-40B4-BE49-F238E27FC236}">
                    <a16:creationId xmlns:a16="http://schemas.microsoft.com/office/drawing/2014/main" id="{B925AB30-9CAB-5843-62E5-A2EC208F55C1}"/>
                  </a:ext>
                </a:extLst>
              </p:cNvPr>
              <p:cNvSpPr/>
              <p:nvPr>
                <p:custDataLst>
                  <p:tags r:id="rId49"/>
                </p:custDataLst>
              </p:nvPr>
            </p:nvSpPr>
            <p:spPr>
              <a:xfrm>
                <a:off x="4997013" y="4739187"/>
                <a:ext cx="514415" cy="45719"/>
              </a:xfrm>
              <a:prstGeom prst="rect">
                <a:avLst/>
              </a:prstGeom>
              <a:gradFill>
                <a:gsLst>
                  <a:gs pos="0">
                    <a:srgbClr val="0074DC"/>
                  </a:gs>
                  <a:gs pos="98000">
                    <a:srgbClr val="004EC1"/>
                  </a:gs>
                </a:gsLst>
                <a:lin ang="5400000" scaled="1"/>
              </a:gradFill>
              <a:ln>
                <a:noFill/>
              </a:ln>
              <a:effectLst>
                <a:outerShdw blurRad="279400" dist="139700" dir="5400000" algn="t" rotWithShape="0">
                  <a:srgbClr val="004EC1">
                    <a:alpha val="23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dirty="0">
                  <a:solidFill>
                    <a:schemeClr val="bg1"/>
                  </a:solidFill>
                  <a:latin typeface="思源黑体 CN Light" panose="020B0300000000000000" pitchFamily="34" charset="-122"/>
                  <a:ea typeface="思源黑体 CN Light" panose="020B0300000000000000" pitchFamily="34" charset="-122"/>
                </a:endParaRPr>
              </a:p>
            </p:txBody>
          </p:sp>
        </p:grpSp>
      </p:grpSp>
      <p:sp>
        <p:nvSpPr>
          <p:cNvPr id="61" name="文本框 50">
            <a:extLst>
              <a:ext uri="{FF2B5EF4-FFF2-40B4-BE49-F238E27FC236}">
                <a16:creationId xmlns:a16="http://schemas.microsoft.com/office/drawing/2014/main" id="{98D5DCC9-4865-5F76-3ABA-C4EE16BAF65B}"/>
              </a:ext>
            </a:extLst>
          </p:cNvPr>
          <p:cNvSpPr txBox="1"/>
          <p:nvPr>
            <p:custDataLst>
              <p:tags r:id="rId19"/>
            </p:custDataLst>
          </p:nvPr>
        </p:nvSpPr>
        <p:spPr>
          <a:xfrm>
            <a:off x="9734543" y="862767"/>
            <a:ext cx="1025214" cy="646331"/>
          </a:xfrm>
          <a:prstGeom prst="rect">
            <a:avLst/>
          </a:prstGeom>
          <a:noFill/>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b="1" dirty="0">
                <a:solidFill>
                  <a:schemeClr val="bg1"/>
                </a:solidFill>
                <a:latin typeface="思源黑体 CN Medium" panose="020B0600000000000000" pitchFamily="34" charset="-122"/>
                <a:ea typeface="思源黑体 CN Medium" panose="020B0600000000000000" pitchFamily="34" charset="-122"/>
              </a:rPr>
              <a:t>坐标</a:t>
            </a:r>
            <a:endParaRPr lang="en-US" altLang="zh-CN" b="1" dirty="0">
              <a:solidFill>
                <a:schemeClr val="bg1"/>
              </a:solidFill>
              <a:latin typeface="思源黑体 CN Medium" panose="020B0600000000000000" pitchFamily="34" charset="-122"/>
              <a:ea typeface="思源黑体 CN Medium" panose="020B0600000000000000" pitchFamily="34" charset="-122"/>
            </a:endParaRPr>
          </a:p>
          <a:p>
            <a:pPr algn="ctr"/>
            <a:r>
              <a:rPr lang="zh-CN" altLang="en-US" b="1" dirty="0">
                <a:solidFill>
                  <a:schemeClr val="bg1"/>
                </a:solidFill>
                <a:latin typeface="思源黑体 CN Medium" panose="020B0600000000000000" pitchFamily="34" charset="-122"/>
                <a:ea typeface="思源黑体 CN Medium" panose="020B0600000000000000" pitchFamily="34" charset="-122"/>
              </a:rPr>
              <a:t>建立</a:t>
            </a:r>
          </a:p>
        </p:txBody>
      </p:sp>
      <p:sp>
        <p:nvSpPr>
          <p:cNvPr id="62" name="文本框 75">
            <a:extLst>
              <a:ext uri="{FF2B5EF4-FFF2-40B4-BE49-F238E27FC236}">
                <a16:creationId xmlns:a16="http://schemas.microsoft.com/office/drawing/2014/main" id="{F9F9482D-D71E-2E13-5193-2B9F569591CF}"/>
              </a:ext>
            </a:extLst>
          </p:cNvPr>
          <p:cNvSpPr txBox="1"/>
          <p:nvPr>
            <p:custDataLst>
              <p:tags r:id="rId20"/>
            </p:custDataLst>
          </p:nvPr>
        </p:nvSpPr>
        <p:spPr>
          <a:xfrm>
            <a:off x="8623092" y="2327216"/>
            <a:ext cx="3327400" cy="792205"/>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ct val="150000"/>
              </a:lnSpc>
            </a:pPr>
            <a:r>
              <a:rPr kumimoji="1" lang="zh-CN" altLang="en-US" sz="1600" b="1" dirty="0">
                <a:solidFill>
                  <a:srgbClr val="002060"/>
                </a:solidFill>
                <a:latin typeface="思源黑体 CN Medium" panose="020B0600000000000000" pitchFamily="34" charset="-122"/>
                <a:ea typeface="思源黑体 CN Medium" panose="020B0600000000000000" pitchFamily="34" charset="-122"/>
                <a:sym typeface="+mn-ea"/>
              </a:rPr>
              <a:t>在校正后的图像中手动标定棋盘四个角点，</a:t>
            </a:r>
            <a:r>
              <a:rPr kumimoji="1" lang="zh-CN" altLang="en-US" sz="1600" b="1" dirty="0">
                <a:solidFill>
                  <a:srgbClr val="C00000"/>
                </a:solidFill>
                <a:ea typeface="思源黑体 CN Medium" panose="020B0600000000000000" pitchFamily="34" charset="-122"/>
                <a:sym typeface="+mn-ea"/>
              </a:rPr>
              <a:t>建立固定的棋盘坐标系</a:t>
            </a:r>
            <a:r>
              <a:rPr kumimoji="1" lang="zh-CN" altLang="en-US" sz="1600" b="1" dirty="0">
                <a:solidFill>
                  <a:srgbClr val="002060"/>
                </a:solidFill>
                <a:latin typeface="思源黑体 CN Medium" panose="020B0600000000000000" pitchFamily="34" charset="-122"/>
                <a:ea typeface="思源黑体 CN Medium" panose="020B0600000000000000" pitchFamily="34" charset="-122"/>
                <a:sym typeface="+mn-ea"/>
              </a:rPr>
              <a:t>。</a:t>
            </a:r>
            <a:endParaRPr kumimoji="1" lang="zh-CN" altLang="en-US" sz="1600" b="1" dirty="0">
              <a:solidFill>
                <a:srgbClr val="C00000"/>
              </a:solidFill>
              <a:ea typeface="思源黑体 CN Medium" panose="020B0600000000000000" pitchFamily="34" charset="-122"/>
              <a:sym typeface="+mn-ea"/>
            </a:endParaRPr>
          </a:p>
        </p:txBody>
      </p:sp>
      <p:sp>
        <p:nvSpPr>
          <p:cNvPr id="64" name="箭头: V 形 63">
            <a:extLst>
              <a:ext uri="{FF2B5EF4-FFF2-40B4-BE49-F238E27FC236}">
                <a16:creationId xmlns:a16="http://schemas.microsoft.com/office/drawing/2014/main" id="{3D9F95C9-6FA6-66E0-53AB-8D533022C230}"/>
              </a:ext>
            </a:extLst>
          </p:cNvPr>
          <p:cNvSpPr/>
          <p:nvPr>
            <p:custDataLst>
              <p:tags r:id="rId21"/>
            </p:custDataLst>
          </p:nvPr>
        </p:nvSpPr>
        <p:spPr>
          <a:xfrm>
            <a:off x="12501085" y="1344194"/>
            <a:ext cx="361315" cy="377190"/>
          </a:xfrm>
          <a:prstGeom prst="chevron">
            <a:avLst/>
          </a:prstGeom>
          <a:solidFill>
            <a:srgbClr val="AEC7E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800" spc="300">
              <a:solidFill>
                <a:prstClr val="white"/>
              </a:solidFill>
              <a:latin typeface="Agency FB" panose="020B0503020202020204" pitchFamily="34" charset="0"/>
              <a:ea typeface="宋体" panose="02010600030101010101" pitchFamily="2" charset="-122"/>
            </a:endParaRPr>
          </a:p>
        </p:txBody>
      </p:sp>
      <p:sp>
        <p:nvSpPr>
          <p:cNvPr id="65" name="矩形: 圆角 64">
            <a:extLst>
              <a:ext uri="{FF2B5EF4-FFF2-40B4-BE49-F238E27FC236}">
                <a16:creationId xmlns:a16="http://schemas.microsoft.com/office/drawing/2014/main" id="{B7864221-3128-FD0D-EE1B-2CD556AD3765}"/>
              </a:ext>
            </a:extLst>
          </p:cNvPr>
          <p:cNvSpPr/>
          <p:nvPr>
            <p:custDataLst>
              <p:tags r:id="rId22"/>
            </p:custDataLst>
          </p:nvPr>
        </p:nvSpPr>
        <p:spPr>
          <a:xfrm>
            <a:off x="141845" y="4919178"/>
            <a:ext cx="3517686" cy="1515218"/>
          </a:xfrm>
          <a:prstGeom prst="roundRect">
            <a:avLst>
              <a:gd name="adj" fmla="val 3523"/>
            </a:avLst>
          </a:prstGeom>
          <a:solidFill>
            <a:schemeClr val="bg1"/>
          </a:solidFill>
          <a:ln>
            <a:noFill/>
          </a:ln>
          <a:effectLst>
            <a:outerShdw blurRad="279400" dist="139700" dir="5400000" algn="t" rotWithShape="0">
              <a:srgbClr val="004EC1">
                <a:alpha val="23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dirty="0">
              <a:solidFill>
                <a:schemeClr val="bg1"/>
              </a:solidFill>
              <a:latin typeface="思源黑体 CN Light" panose="020B0300000000000000" pitchFamily="34" charset="-122"/>
              <a:ea typeface="思源黑体 CN Light" panose="020B0300000000000000" pitchFamily="34" charset="-122"/>
            </a:endParaRPr>
          </a:p>
        </p:txBody>
      </p:sp>
      <p:sp>
        <p:nvSpPr>
          <p:cNvPr id="66" name="椭圆 65">
            <a:extLst>
              <a:ext uri="{FF2B5EF4-FFF2-40B4-BE49-F238E27FC236}">
                <a16:creationId xmlns:a16="http://schemas.microsoft.com/office/drawing/2014/main" id="{549B5532-944D-CB81-311E-673E16B2876D}"/>
              </a:ext>
            </a:extLst>
          </p:cNvPr>
          <p:cNvSpPr/>
          <p:nvPr>
            <p:custDataLst>
              <p:tags r:id="rId23"/>
            </p:custDataLst>
          </p:nvPr>
        </p:nvSpPr>
        <p:spPr>
          <a:xfrm>
            <a:off x="1435193" y="3673609"/>
            <a:ext cx="940296" cy="940296"/>
          </a:xfrm>
          <a:prstGeom prst="ellipse">
            <a:avLst/>
          </a:prstGeom>
          <a:gradFill>
            <a:gsLst>
              <a:gs pos="0">
                <a:srgbClr val="0074DC"/>
              </a:gs>
              <a:gs pos="98000">
                <a:srgbClr val="194F9A"/>
              </a:gs>
            </a:gsLst>
            <a:lin ang="5400000" scaled="1"/>
          </a:gradFill>
          <a:ln w="38100">
            <a:solidFill>
              <a:schemeClr val="bg1"/>
            </a:solidFill>
          </a:ln>
          <a:effectLst>
            <a:outerShdw blurRad="279400" dist="139700" dir="5400000" algn="t" rotWithShape="0">
              <a:srgbClr val="004EC1">
                <a:alpha val="23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dirty="0">
              <a:solidFill>
                <a:schemeClr val="bg1"/>
              </a:solidFill>
              <a:latin typeface="+mn-ea"/>
            </a:endParaRPr>
          </a:p>
        </p:txBody>
      </p:sp>
      <p:grpSp>
        <p:nvGrpSpPr>
          <p:cNvPr id="67" name="组合 66">
            <a:extLst>
              <a:ext uri="{FF2B5EF4-FFF2-40B4-BE49-F238E27FC236}">
                <a16:creationId xmlns:a16="http://schemas.microsoft.com/office/drawing/2014/main" id="{A8F0FC4B-5FA4-C2FC-7F2C-B1BF8B3AB4F5}"/>
              </a:ext>
            </a:extLst>
          </p:cNvPr>
          <p:cNvGrpSpPr/>
          <p:nvPr>
            <p:custDataLst>
              <p:tags r:id="rId24"/>
            </p:custDataLst>
          </p:nvPr>
        </p:nvGrpSpPr>
        <p:grpSpPr>
          <a:xfrm>
            <a:off x="390893" y="4272847"/>
            <a:ext cx="3019590" cy="518502"/>
            <a:chOff x="3754576" y="4267312"/>
            <a:chExt cx="3019590" cy="518502"/>
          </a:xfrm>
        </p:grpSpPr>
        <p:sp>
          <p:nvSpPr>
            <p:cNvPr id="68" name="矩形 67">
              <a:extLst>
                <a:ext uri="{FF2B5EF4-FFF2-40B4-BE49-F238E27FC236}">
                  <a16:creationId xmlns:a16="http://schemas.microsoft.com/office/drawing/2014/main" id="{7896BFE9-1587-C2CF-81C0-18A1B9EC92B7}"/>
                </a:ext>
              </a:extLst>
            </p:cNvPr>
            <p:cNvSpPr/>
            <p:nvPr/>
          </p:nvSpPr>
          <p:spPr>
            <a:xfrm>
              <a:off x="3754576" y="4267312"/>
              <a:ext cx="3019590" cy="461665"/>
            </a:xfrm>
            <a:prstGeom prst="rect">
              <a:avLst/>
            </a:prstGeom>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sz="2400" b="1" dirty="0">
                <a:solidFill>
                  <a:srgbClr val="194F9A"/>
                </a:solidFill>
                <a:latin typeface="+mn-ea"/>
              </a:endParaRPr>
            </a:p>
          </p:txBody>
        </p:sp>
        <p:grpSp>
          <p:nvGrpSpPr>
            <p:cNvPr id="69" name="组合 68">
              <a:extLst>
                <a:ext uri="{FF2B5EF4-FFF2-40B4-BE49-F238E27FC236}">
                  <a16:creationId xmlns:a16="http://schemas.microsoft.com/office/drawing/2014/main" id="{DD4AC60A-4C28-29E2-72FF-567C53A30B91}"/>
                </a:ext>
              </a:extLst>
            </p:cNvPr>
            <p:cNvGrpSpPr/>
            <p:nvPr/>
          </p:nvGrpSpPr>
          <p:grpSpPr>
            <a:xfrm>
              <a:off x="4252014" y="4740095"/>
              <a:ext cx="2034577" cy="45719"/>
              <a:chOff x="4252014" y="4739187"/>
              <a:chExt cx="2034577" cy="45719"/>
            </a:xfrm>
          </p:grpSpPr>
          <p:cxnSp>
            <p:nvCxnSpPr>
              <p:cNvPr id="70" name="直接连接符 69">
                <a:extLst>
                  <a:ext uri="{FF2B5EF4-FFF2-40B4-BE49-F238E27FC236}">
                    <a16:creationId xmlns:a16="http://schemas.microsoft.com/office/drawing/2014/main" id="{1C2C8F5E-B4E7-772F-544E-27D16635533D}"/>
                  </a:ext>
                </a:extLst>
              </p:cNvPr>
              <p:cNvCxnSpPr/>
              <p:nvPr>
                <p:custDataLst>
                  <p:tags r:id="rId46"/>
                </p:custDataLst>
              </p:nvPr>
            </p:nvCxnSpPr>
            <p:spPr>
              <a:xfrm>
                <a:off x="4252014" y="4760324"/>
                <a:ext cx="203457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F60AA032-D828-4F5E-9477-19F7289358E4}"/>
                  </a:ext>
                </a:extLst>
              </p:cNvPr>
              <p:cNvSpPr/>
              <p:nvPr>
                <p:custDataLst>
                  <p:tags r:id="rId47"/>
                </p:custDataLst>
              </p:nvPr>
            </p:nvSpPr>
            <p:spPr>
              <a:xfrm>
                <a:off x="4997013" y="4739187"/>
                <a:ext cx="514415" cy="45719"/>
              </a:xfrm>
              <a:prstGeom prst="rect">
                <a:avLst/>
              </a:prstGeom>
              <a:gradFill>
                <a:gsLst>
                  <a:gs pos="0">
                    <a:srgbClr val="0074DC"/>
                  </a:gs>
                  <a:gs pos="98000">
                    <a:srgbClr val="004EC1"/>
                  </a:gs>
                </a:gsLst>
                <a:lin ang="5400000" scaled="1"/>
              </a:gradFill>
              <a:ln>
                <a:noFill/>
              </a:ln>
              <a:effectLst>
                <a:outerShdw blurRad="279400" dist="139700" dir="5400000" algn="t" rotWithShape="0">
                  <a:srgbClr val="004EC1">
                    <a:alpha val="23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dirty="0">
                  <a:solidFill>
                    <a:schemeClr val="bg1"/>
                  </a:solidFill>
                  <a:latin typeface="思源黑体 CN Light" panose="020B0300000000000000" pitchFamily="34" charset="-122"/>
                  <a:ea typeface="思源黑体 CN Light" panose="020B0300000000000000" pitchFamily="34" charset="-122"/>
                </a:endParaRPr>
              </a:p>
            </p:txBody>
          </p:sp>
        </p:grpSp>
      </p:grpSp>
      <p:sp>
        <p:nvSpPr>
          <p:cNvPr id="72" name="文本框 50">
            <a:extLst>
              <a:ext uri="{FF2B5EF4-FFF2-40B4-BE49-F238E27FC236}">
                <a16:creationId xmlns:a16="http://schemas.microsoft.com/office/drawing/2014/main" id="{A73AF791-4D10-66F4-9CCD-2D7B62D08603}"/>
              </a:ext>
            </a:extLst>
          </p:cNvPr>
          <p:cNvSpPr txBox="1"/>
          <p:nvPr>
            <p:custDataLst>
              <p:tags r:id="rId25"/>
            </p:custDataLst>
          </p:nvPr>
        </p:nvSpPr>
        <p:spPr>
          <a:xfrm>
            <a:off x="1388081" y="3816235"/>
            <a:ext cx="1025214" cy="646331"/>
          </a:xfrm>
          <a:prstGeom prst="rect">
            <a:avLst/>
          </a:prstGeom>
          <a:noFill/>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b="1" dirty="0">
                <a:solidFill>
                  <a:schemeClr val="bg1"/>
                </a:solidFill>
                <a:latin typeface="思源黑体 CN Medium" panose="020B0600000000000000" pitchFamily="34" charset="-122"/>
                <a:ea typeface="思源黑体 CN Medium" panose="020B0600000000000000" pitchFamily="34" charset="-122"/>
              </a:rPr>
              <a:t>基准图构建</a:t>
            </a:r>
          </a:p>
        </p:txBody>
      </p:sp>
      <p:sp>
        <p:nvSpPr>
          <p:cNvPr id="73" name="文本框 73">
            <a:extLst>
              <a:ext uri="{FF2B5EF4-FFF2-40B4-BE49-F238E27FC236}">
                <a16:creationId xmlns:a16="http://schemas.microsoft.com/office/drawing/2014/main" id="{561FA6EE-8FFE-A89F-5957-F476F07B5130}"/>
              </a:ext>
            </a:extLst>
          </p:cNvPr>
          <p:cNvSpPr txBox="1"/>
          <p:nvPr>
            <p:custDataLst>
              <p:tags r:id="rId26"/>
            </p:custDataLst>
          </p:nvPr>
        </p:nvSpPr>
        <p:spPr>
          <a:xfrm>
            <a:off x="9325644" y="3897581"/>
            <a:ext cx="988535" cy="646331"/>
          </a:xfrm>
          <a:prstGeom prst="rect">
            <a:avLst/>
          </a:prstGeom>
          <a:noFill/>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b="1" dirty="0">
                <a:solidFill>
                  <a:schemeClr val="bg1"/>
                </a:solidFill>
                <a:latin typeface="思源黑体 CN Medium" panose="020B0600000000000000" pitchFamily="34" charset="-122"/>
                <a:ea typeface="思源黑体 CN Medium" panose="020B0600000000000000" pitchFamily="34" charset="-122"/>
              </a:rPr>
              <a:t>增材</a:t>
            </a:r>
            <a:endParaRPr lang="en-US" altLang="zh-CN" b="1" dirty="0">
              <a:solidFill>
                <a:schemeClr val="bg1"/>
              </a:solidFill>
              <a:latin typeface="思源黑体 CN Medium" panose="020B0600000000000000" pitchFamily="34" charset="-122"/>
              <a:ea typeface="思源黑体 CN Medium" panose="020B0600000000000000" pitchFamily="34" charset="-122"/>
            </a:endParaRPr>
          </a:p>
          <a:p>
            <a:pPr algn="ctr"/>
            <a:r>
              <a:rPr lang="zh-CN" altLang="en-US" b="1" dirty="0">
                <a:solidFill>
                  <a:schemeClr val="bg1"/>
                </a:solidFill>
                <a:latin typeface="思源黑体 CN Medium" panose="020B0600000000000000" pitchFamily="34" charset="-122"/>
                <a:ea typeface="思源黑体 CN Medium" panose="020B0600000000000000" pitchFamily="34" charset="-122"/>
              </a:rPr>
              <a:t>制</a:t>
            </a:r>
          </a:p>
        </p:txBody>
      </p:sp>
      <p:sp>
        <p:nvSpPr>
          <p:cNvPr id="74" name="文本框 75">
            <a:extLst>
              <a:ext uri="{FF2B5EF4-FFF2-40B4-BE49-F238E27FC236}">
                <a16:creationId xmlns:a16="http://schemas.microsoft.com/office/drawing/2014/main" id="{27B6276B-BE6E-4D71-8D81-BCBBCEA4EB8A}"/>
              </a:ext>
            </a:extLst>
          </p:cNvPr>
          <p:cNvSpPr txBox="1"/>
          <p:nvPr>
            <p:custDataLst>
              <p:tags r:id="rId27"/>
            </p:custDataLst>
          </p:nvPr>
        </p:nvSpPr>
        <p:spPr>
          <a:xfrm>
            <a:off x="276630" y="5096622"/>
            <a:ext cx="3327400" cy="1161536"/>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ct val="150000"/>
              </a:lnSpc>
            </a:pPr>
            <a:r>
              <a:rPr kumimoji="1" lang="zh-CN" altLang="en-US" sz="1600" b="1" dirty="0">
                <a:solidFill>
                  <a:srgbClr val="002060"/>
                </a:solidFill>
                <a:latin typeface="思源黑体 CN Medium" panose="020B0600000000000000" pitchFamily="34" charset="-122"/>
                <a:ea typeface="思源黑体 CN Medium" panose="020B0600000000000000" pitchFamily="34" charset="-122"/>
                <a:sym typeface="+mn-ea"/>
              </a:rPr>
              <a:t>保存空棋盘基准图，并对当前图像进行灰度化、归一化等预处理，增强识别稳定性。</a:t>
            </a:r>
            <a:endParaRPr kumimoji="1" lang="zh-CN" altLang="en-US" sz="1600" b="1" dirty="0">
              <a:solidFill>
                <a:srgbClr val="C00000"/>
              </a:solidFill>
              <a:ea typeface="思源黑体 CN Medium" panose="020B0600000000000000" pitchFamily="34" charset="-122"/>
              <a:sym typeface="+mn-ea"/>
            </a:endParaRPr>
          </a:p>
        </p:txBody>
      </p:sp>
      <p:sp>
        <p:nvSpPr>
          <p:cNvPr id="75" name="箭头: V 形 74">
            <a:extLst>
              <a:ext uri="{FF2B5EF4-FFF2-40B4-BE49-F238E27FC236}">
                <a16:creationId xmlns:a16="http://schemas.microsoft.com/office/drawing/2014/main" id="{050C9646-BD7B-851C-F639-58105DEC56DD}"/>
              </a:ext>
            </a:extLst>
          </p:cNvPr>
          <p:cNvSpPr/>
          <p:nvPr>
            <p:custDataLst>
              <p:tags r:id="rId28"/>
            </p:custDataLst>
          </p:nvPr>
        </p:nvSpPr>
        <p:spPr>
          <a:xfrm>
            <a:off x="3600363" y="4274107"/>
            <a:ext cx="361315" cy="377190"/>
          </a:xfrm>
          <a:prstGeom prst="chevron">
            <a:avLst/>
          </a:prstGeom>
          <a:solidFill>
            <a:srgbClr val="AEC7E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800" spc="300">
              <a:solidFill>
                <a:prstClr val="white"/>
              </a:solidFill>
              <a:latin typeface="Agency FB" panose="020B0503020202020204" pitchFamily="34" charset="0"/>
              <a:ea typeface="宋体" panose="02010600030101010101" pitchFamily="2" charset="-122"/>
            </a:endParaRPr>
          </a:p>
        </p:txBody>
      </p:sp>
      <p:sp>
        <p:nvSpPr>
          <p:cNvPr id="76" name="箭头: V 形 75">
            <a:extLst>
              <a:ext uri="{FF2B5EF4-FFF2-40B4-BE49-F238E27FC236}">
                <a16:creationId xmlns:a16="http://schemas.microsoft.com/office/drawing/2014/main" id="{7ED83660-02DF-5402-32A6-2190D96CD592}"/>
              </a:ext>
            </a:extLst>
          </p:cNvPr>
          <p:cNvSpPr/>
          <p:nvPr>
            <p:custDataLst>
              <p:tags r:id="rId29"/>
            </p:custDataLst>
          </p:nvPr>
        </p:nvSpPr>
        <p:spPr>
          <a:xfrm>
            <a:off x="3881668" y="4274107"/>
            <a:ext cx="361315" cy="377190"/>
          </a:xfrm>
          <a:prstGeom prst="chevron">
            <a:avLst/>
          </a:prstGeom>
          <a:solidFill>
            <a:srgbClr val="AEC7E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800" spc="300">
              <a:solidFill>
                <a:prstClr val="white"/>
              </a:solidFill>
              <a:latin typeface="Agency FB" panose="020B0503020202020204" pitchFamily="34" charset="0"/>
              <a:ea typeface="宋体" panose="02010600030101010101" pitchFamily="2" charset="-122"/>
            </a:endParaRPr>
          </a:p>
        </p:txBody>
      </p:sp>
      <p:sp>
        <p:nvSpPr>
          <p:cNvPr id="77" name="矩形: 圆角 76">
            <a:extLst>
              <a:ext uri="{FF2B5EF4-FFF2-40B4-BE49-F238E27FC236}">
                <a16:creationId xmlns:a16="http://schemas.microsoft.com/office/drawing/2014/main" id="{85032CFA-1F37-0683-28E9-B952BCFB4FAE}"/>
              </a:ext>
            </a:extLst>
          </p:cNvPr>
          <p:cNvSpPr/>
          <p:nvPr>
            <p:custDataLst>
              <p:tags r:id="rId30"/>
            </p:custDataLst>
          </p:nvPr>
        </p:nvSpPr>
        <p:spPr>
          <a:xfrm>
            <a:off x="4315076" y="4919178"/>
            <a:ext cx="3517686" cy="1515218"/>
          </a:xfrm>
          <a:prstGeom prst="roundRect">
            <a:avLst>
              <a:gd name="adj" fmla="val 3523"/>
            </a:avLst>
          </a:prstGeom>
          <a:solidFill>
            <a:schemeClr val="bg1"/>
          </a:solidFill>
          <a:ln>
            <a:noFill/>
          </a:ln>
          <a:effectLst>
            <a:outerShdw blurRad="279400" dist="139700" dir="5400000" algn="t" rotWithShape="0">
              <a:srgbClr val="004EC1">
                <a:alpha val="23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dirty="0">
              <a:solidFill>
                <a:schemeClr val="bg1"/>
              </a:solidFill>
              <a:latin typeface="思源黑体 CN Light" panose="020B0300000000000000" pitchFamily="34" charset="-122"/>
              <a:ea typeface="思源黑体 CN Light" panose="020B0300000000000000" pitchFamily="34" charset="-122"/>
            </a:endParaRPr>
          </a:p>
        </p:txBody>
      </p:sp>
      <p:sp>
        <p:nvSpPr>
          <p:cNvPr id="78" name="椭圆 77">
            <a:extLst>
              <a:ext uri="{FF2B5EF4-FFF2-40B4-BE49-F238E27FC236}">
                <a16:creationId xmlns:a16="http://schemas.microsoft.com/office/drawing/2014/main" id="{CD68CC58-E1E4-58C9-7D6B-B1DAD7F0ED38}"/>
              </a:ext>
            </a:extLst>
          </p:cNvPr>
          <p:cNvSpPr/>
          <p:nvPr>
            <p:custDataLst>
              <p:tags r:id="rId31"/>
            </p:custDataLst>
          </p:nvPr>
        </p:nvSpPr>
        <p:spPr>
          <a:xfrm>
            <a:off x="5608424" y="3673609"/>
            <a:ext cx="940296" cy="940296"/>
          </a:xfrm>
          <a:prstGeom prst="ellipse">
            <a:avLst/>
          </a:prstGeom>
          <a:gradFill>
            <a:gsLst>
              <a:gs pos="0">
                <a:srgbClr val="0074DC"/>
              </a:gs>
              <a:gs pos="98000">
                <a:srgbClr val="194F9A"/>
              </a:gs>
            </a:gsLst>
            <a:lin ang="5400000" scaled="1"/>
          </a:gradFill>
          <a:ln w="38100">
            <a:solidFill>
              <a:schemeClr val="bg1"/>
            </a:solidFill>
          </a:ln>
          <a:effectLst>
            <a:outerShdw blurRad="279400" dist="139700" dir="5400000" algn="t" rotWithShape="0">
              <a:srgbClr val="004EC1">
                <a:alpha val="23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dirty="0">
              <a:solidFill>
                <a:schemeClr val="bg1"/>
              </a:solidFill>
              <a:latin typeface="+mn-ea"/>
            </a:endParaRPr>
          </a:p>
        </p:txBody>
      </p:sp>
      <p:grpSp>
        <p:nvGrpSpPr>
          <p:cNvPr id="79" name="组合 78">
            <a:extLst>
              <a:ext uri="{FF2B5EF4-FFF2-40B4-BE49-F238E27FC236}">
                <a16:creationId xmlns:a16="http://schemas.microsoft.com/office/drawing/2014/main" id="{59C7F09B-2BF6-00A8-56A8-A29B0F4151C7}"/>
              </a:ext>
            </a:extLst>
          </p:cNvPr>
          <p:cNvGrpSpPr/>
          <p:nvPr>
            <p:custDataLst>
              <p:tags r:id="rId32"/>
            </p:custDataLst>
          </p:nvPr>
        </p:nvGrpSpPr>
        <p:grpSpPr>
          <a:xfrm>
            <a:off x="4564124" y="4272847"/>
            <a:ext cx="3019590" cy="518502"/>
            <a:chOff x="3754576" y="4267312"/>
            <a:chExt cx="3019590" cy="518502"/>
          </a:xfrm>
        </p:grpSpPr>
        <p:sp>
          <p:nvSpPr>
            <p:cNvPr id="80" name="矩形 79">
              <a:extLst>
                <a:ext uri="{FF2B5EF4-FFF2-40B4-BE49-F238E27FC236}">
                  <a16:creationId xmlns:a16="http://schemas.microsoft.com/office/drawing/2014/main" id="{4D4C7C9C-A607-68B3-10C1-DC08E94DFD6F}"/>
                </a:ext>
              </a:extLst>
            </p:cNvPr>
            <p:cNvSpPr/>
            <p:nvPr/>
          </p:nvSpPr>
          <p:spPr>
            <a:xfrm>
              <a:off x="3754576" y="4267312"/>
              <a:ext cx="3019590" cy="461665"/>
            </a:xfrm>
            <a:prstGeom prst="rect">
              <a:avLst/>
            </a:prstGeom>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sz="2400" b="1" dirty="0">
                <a:solidFill>
                  <a:srgbClr val="194F9A"/>
                </a:solidFill>
                <a:latin typeface="+mn-ea"/>
              </a:endParaRPr>
            </a:p>
          </p:txBody>
        </p:sp>
        <p:grpSp>
          <p:nvGrpSpPr>
            <p:cNvPr id="81" name="组合 80">
              <a:extLst>
                <a:ext uri="{FF2B5EF4-FFF2-40B4-BE49-F238E27FC236}">
                  <a16:creationId xmlns:a16="http://schemas.microsoft.com/office/drawing/2014/main" id="{09D6772D-F3BB-9D5D-A382-16298CEEF342}"/>
                </a:ext>
              </a:extLst>
            </p:cNvPr>
            <p:cNvGrpSpPr/>
            <p:nvPr/>
          </p:nvGrpSpPr>
          <p:grpSpPr>
            <a:xfrm>
              <a:off x="4252014" y="4740095"/>
              <a:ext cx="2034577" cy="45719"/>
              <a:chOff x="4252014" y="4739187"/>
              <a:chExt cx="2034577" cy="45719"/>
            </a:xfrm>
          </p:grpSpPr>
          <p:cxnSp>
            <p:nvCxnSpPr>
              <p:cNvPr id="82" name="直接连接符 81">
                <a:extLst>
                  <a:ext uri="{FF2B5EF4-FFF2-40B4-BE49-F238E27FC236}">
                    <a16:creationId xmlns:a16="http://schemas.microsoft.com/office/drawing/2014/main" id="{7E58FC28-3456-D12D-35BA-696994755D78}"/>
                  </a:ext>
                </a:extLst>
              </p:cNvPr>
              <p:cNvCxnSpPr/>
              <p:nvPr>
                <p:custDataLst>
                  <p:tags r:id="rId44"/>
                </p:custDataLst>
              </p:nvPr>
            </p:nvCxnSpPr>
            <p:spPr>
              <a:xfrm>
                <a:off x="4252014" y="4760324"/>
                <a:ext cx="203457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83" name="矩形 82">
                <a:extLst>
                  <a:ext uri="{FF2B5EF4-FFF2-40B4-BE49-F238E27FC236}">
                    <a16:creationId xmlns:a16="http://schemas.microsoft.com/office/drawing/2014/main" id="{2149C498-9085-0134-9274-935EF20C64D5}"/>
                  </a:ext>
                </a:extLst>
              </p:cNvPr>
              <p:cNvSpPr/>
              <p:nvPr>
                <p:custDataLst>
                  <p:tags r:id="rId45"/>
                </p:custDataLst>
              </p:nvPr>
            </p:nvSpPr>
            <p:spPr>
              <a:xfrm>
                <a:off x="4997013" y="4739187"/>
                <a:ext cx="514415" cy="45719"/>
              </a:xfrm>
              <a:prstGeom prst="rect">
                <a:avLst/>
              </a:prstGeom>
              <a:gradFill>
                <a:gsLst>
                  <a:gs pos="0">
                    <a:srgbClr val="0074DC"/>
                  </a:gs>
                  <a:gs pos="98000">
                    <a:srgbClr val="004EC1"/>
                  </a:gs>
                </a:gsLst>
                <a:lin ang="5400000" scaled="1"/>
              </a:gradFill>
              <a:ln>
                <a:noFill/>
              </a:ln>
              <a:effectLst>
                <a:outerShdw blurRad="279400" dist="139700" dir="5400000" algn="t" rotWithShape="0">
                  <a:srgbClr val="004EC1">
                    <a:alpha val="23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dirty="0">
                  <a:solidFill>
                    <a:schemeClr val="bg1"/>
                  </a:solidFill>
                  <a:latin typeface="思源黑体 CN Light" panose="020B0300000000000000" pitchFamily="34" charset="-122"/>
                  <a:ea typeface="思源黑体 CN Light" panose="020B0300000000000000" pitchFamily="34" charset="-122"/>
                </a:endParaRPr>
              </a:p>
            </p:txBody>
          </p:sp>
        </p:grpSp>
      </p:grpSp>
      <p:sp>
        <p:nvSpPr>
          <p:cNvPr id="84" name="文本框 50">
            <a:extLst>
              <a:ext uri="{FF2B5EF4-FFF2-40B4-BE49-F238E27FC236}">
                <a16:creationId xmlns:a16="http://schemas.microsoft.com/office/drawing/2014/main" id="{89CE4127-8370-A38D-6763-44C011A65337}"/>
              </a:ext>
            </a:extLst>
          </p:cNvPr>
          <p:cNvSpPr txBox="1"/>
          <p:nvPr>
            <p:custDataLst>
              <p:tags r:id="rId33"/>
            </p:custDataLst>
          </p:nvPr>
        </p:nvSpPr>
        <p:spPr>
          <a:xfrm>
            <a:off x="5561312" y="3816235"/>
            <a:ext cx="1025214" cy="646331"/>
          </a:xfrm>
          <a:prstGeom prst="rect">
            <a:avLst/>
          </a:prstGeom>
          <a:noFill/>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b="1" dirty="0">
                <a:solidFill>
                  <a:schemeClr val="bg1"/>
                </a:solidFill>
                <a:latin typeface="思源黑体 CN Medium" panose="020B0600000000000000" pitchFamily="34" charset="-122"/>
                <a:ea typeface="思源黑体 CN Medium" panose="020B0600000000000000" pitchFamily="34" charset="-122"/>
              </a:rPr>
              <a:t>落子</a:t>
            </a:r>
            <a:endParaRPr lang="en-US" altLang="zh-CN" b="1" dirty="0">
              <a:solidFill>
                <a:schemeClr val="bg1"/>
              </a:solidFill>
              <a:latin typeface="思源黑体 CN Medium" panose="020B0600000000000000" pitchFamily="34" charset="-122"/>
              <a:ea typeface="思源黑体 CN Medium" panose="020B0600000000000000" pitchFamily="34" charset="-122"/>
            </a:endParaRPr>
          </a:p>
          <a:p>
            <a:pPr algn="ctr"/>
            <a:r>
              <a:rPr lang="zh-CN" altLang="en-US" b="1" dirty="0">
                <a:solidFill>
                  <a:schemeClr val="bg1"/>
                </a:solidFill>
                <a:latin typeface="思源黑体 CN Medium" panose="020B0600000000000000" pitchFamily="34" charset="-122"/>
                <a:ea typeface="思源黑体 CN Medium" panose="020B0600000000000000" pitchFamily="34" charset="-122"/>
              </a:rPr>
              <a:t>检测</a:t>
            </a:r>
          </a:p>
        </p:txBody>
      </p:sp>
      <p:sp>
        <p:nvSpPr>
          <p:cNvPr id="85" name="文本框 75">
            <a:extLst>
              <a:ext uri="{FF2B5EF4-FFF2-40B4-BE49-F238E27FC236}">
                <a16:creationId xmlns:a16="http://schemas.microsoft.com/office/drawing/2014/main" id="{64485BE4-401D-DCEB-991C-A61D2B2CDA8B}"/>
              </a:ext>
            </a:extLst>
          </p:cNvPr>
          <p:cNvSpPr txBox="1"/>
          <p:nvPr>
            <p:custDataLst>
              <p:tags r:id="rId34"/>
            </p:custDataLst>
          </p:nvPr>
        </p:nvSpPr>
        <p:spPr>
          <a:xfrm>
            <a:off x="4449861" y="5002283"/>
            <a:ext cx="3327400" cy="1397177"/>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ct val="150000"/>
              </a:lnSpc>
            </a:pPr>
            <a:r>
              <a:rPr kumimoji="1" lang="zh-CN" altLang="en-US" sz="1400" b="1" dirty="0">
                <a:solidFill>
                  <a:srgbClr val="002060"/>
                </a:solidFill>
                <a:latin typeface="思源黑体 CN Medium" panose="020B0600000000000000" pitchFamily="34" charset="-122"/>
                <a:ea typeface="思源黑体 CN Medium" panose="020B0600000000000000" pitchFamily="34" charset="-122"/>
                <a:sym typeface="+mn-ea"/>
              </a:rPr>
              <a:t>通过当前图像与基准图的</a:t>
            </a:r>
            <a:r>
              <a:rPr kumimoji="1" lang="zh-CN" altLang="en-US" sz="1400" b="1" dirty="0">
                <a:solidFill>
                  <a:srgbClr val="C00000"/>
                </a:solidFill>
                <a:ea typeface="思源黑体 CN Medium" panose="020B0600000000000000" pitchFamily="34" charset="-122"/>
                <a:sym typeface="+mn-ea"/>
              </a:rPr>
              <a:t>差分分析</a:t>
            </a:r>
            <a:r>
              <a:rPr kumimoji="1" lang="zh-CN" altLang="en-US" sz="1400" b="1" dirty="0">
                <a:solidFill>
                  <a:srgbClr val="002060"/>
                </a:solidFill>
                <a:latin typeface="思源黑体 CN Medium" panose="020B0600000000000000" pitchFamily="34" charset="-122"/>
                <a:ea typeface="思源黑体 CN Medium" panose="020B0600000000000000" pitchFamily="34" charset="-122"/>
                <a:sym typeface="+mn-ea"/>
              </a:rPr>
              <a:t>，检测新增棋子位置，并结合</a:t>
            </a:r>
            <a:r>
              <a:rPr kumimoji="1" lang="zh-CN" altLang="en-US" sz="1400" b="1" dirty="0">
                <a:solidFill>
                  <a:srgbClr val="C00000"/>
                </a:solidFill>
                <a:ea typeface="思源黑体 CN Medium" panose="020B0600000000000000" pitchFamily="34" charset="-122"/>
                <a:sym typeface="+mn-ea"/>
              </a:rPr>
              <a:t>遮挡检测、候选点筛选和多帧稳定性判断</a:t>
            </a:r>
            <a:r>
              <a:rPr kumimoji="1" lang="zh-CN" altLang="en-US" sz="1400" b="1" dirty="0">
                <a:solidFill>
                  <a:srgbClr val="002060"/>
                </a:solidFill>
                <a:latin typeface="思源黑体 CN Medium" panose="020B0600000000000000" pitchFamily="34" charset="-122"/>
                <a:ea typeface="思源黑体 CN Medium" panose="020B0600000000000000" pitchFamily="34" charset="-122"/>
                <a:sym typeface="+mn-ea"/>
              </a:rPr>
              <a:t>提高识别准确率。</a:t>
            </a:r>
            <a:endParaRPr kumimoji="1" lang="zh-CN" altLang="en-US" sz="1400" b="1" dirty="0">
              <a:solidFill>
                <a:srgbClr val="C00000"/>
              </a:solidFill>
              <a:ea typeface="思源黑体 CN Medium" panose="020B0600000000000000" pitchFamily="34" charset="-122"/>
              <a:sym typeface="+mn-ea"/>
            </a:endParaRPr>
          </a:p>
        </p:txBody>
      </p:sp>
      <p:sp>
        <p:nvSpPr>
          <p:cNvPr id="86" name="箭头: V 形 85">
            <a:extLst>
              <a:ext uri="{FF2B5EF4-FFF2-40B4-BE49-F238E27FC236}">
                <a16:creationId xmlns:a16="http://schemas.microsoft.com/office/drawing/2014/main" id="{931B86FC-F683-7371-D8B0-74CB94F391D5}"/>
              </a:ext>
            </a:extLst>
          </p:cNvPr>
          <p:cNvSpPr/>
          <p:nvPr>
            <p:custDataLst>
              <p:tags r:id="rId35"/>
            </p:custDataLst>
          </p:nvPr>
        </p:nvSpPr>
        <p:spPr>
          <a:xfrm>
            <a:off x="7773594" y="4274107"/>
            <a:ext cx="361315" cy="377190"/>
          </a:xfrm>
          <a:prstGeom prst="chevron">
            <a:avLst/>
          </a:prstGeom>
          <a:solidFill>
            <a:srgbClr val="AEC7E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800" spc="300">
              <a:solidFill>
                <a:prstClr val="white"/>
              </a:solidFill>
              <a:latin typeface="Agency FB" panose="020B0503020202020204" pitchFamily="34" charset="0"/>
              <a:ea typeface="宋体" panose="02010600030101010101" pitchFamily="2" charset="-122"/>
            </a:endParaRPr>
          </a:p>
        </p:txBody>
      </p:sp>
      <p:sp>
        <p:nvSpPr>
          <p:cNvPr id="87" name="箭头: V 形 86">
            <a:extLst>
              <a:ext uri="{FF2B5EF4-FFF2-40B4-BE49-F238E27FC236}">
                <a16:creationId xmlns:a16="http://schemas.microsoft.com/office/drawing/2014/main" id="{1E29A5C8-ADE1-A82D-B4E0-EA0B17668A5E}"/>
              </a:ext>
            </a:extLst>
          </p:cNvPr>
          <p:cNvSpPr/>
          <p:nvPr>
            <p:custDataLst>
              <p:tags r:id="rId36"/>
            </p:custDataLst>
          </p:nvPr>
        </p:nvSpPr>
        <p:spPr>
          <a:xfrm>
            <a:off x="8054899" y="4274107"/>
            <a:ext cx="361315" cy="377190"/>
          </a:xfrm>
          <a:prstGeom prst="chevron">
            <a:avLst/>
          </a:prstGeom>
          <a:solidFill>
            <a:srgbClr val="AEC7E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800" spc="300">
              <a:solidFill>
                <a:prstClr val="white"/>
              </a:solidFill>
              <a:latin typeface="Agency FB" panose="020B0503020202020204" pitchFamily="34" charset="0"/>
              <a:ea typeface="宋体" panose="02010600030101010101" pitchFamily="2" charset="-122"/>
            </a:endParaRPr>
          </a:p>
        </p:txBody>
      </p:sp>
      <p:sp>
        <p:nvSpPr>
          <p:cNvPr id="88" name="矩形: 圆角 87">
            <a:extLst>
              <a:ext uri="{FF2B5EF4-FFF2-40B4-BE49-F238E27FC236}">
                <a16:creationId xmlns:a16="http://schemas.microsoft.com/office/drawing/2014/main" id="{CC2CD1FA-19EA-6F6C-9EA3-976B11797591}"/>
              </a:ext>
            </a:extLst>
          </p:cNvPr>
          <p:cNvSpPr/>
          <p:nvPr>
            <p:custDataLst>
              <p:tags r:id="rId37"/>
            </p:custDataLst>
          </p:nvPr>
        </p:nvSpPr>
        <p:spPr>
          <a:xfrm>
            <a:off x="8488307" y="4919178"/>
            <a:ext cx="3517686" cy="1515218"/>
          </a:xfrm>
          <a:prstGeom prst="roundRect">
            <a:avLst>
              <a:gd name="adj" fmla="val 3523"/>
            </a:avLst>
          </a:prstGeom>
          <a:solidFill>
            <a:schemeClr val="bg1"/>
          </a:solidFill>
          <a:ln>
            <a:noFill/>
          </a:ln>
          <a:effectLst>
            <a:outerShdw blurRad="279400" dist="139700" dir="5400000" algn="t" rotWithShape="0">
              <a:srgbClr val="004EC1">
                <a:alpha val="23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dirty="0">
              <a:solidFill>
                <a:schemeClr val="bg1"/>
              </a:solidFill>
              <a:latin typeface="思源黑体 CN Light" panose="020B0300000000000000" pitchFamily="34" charset="-122"/>
              <a:ea typeface="思源黑体 CN Light" panose="020B0300000000000000" pitchFamily="34" charset="-122"/>
            </a:endParaRPr>
          </a:p>
        </p:txBody>
      </p:sp>
      <p:sp>
        <p:nvSpPr>
          <p:cNvPr id="89" name="椭圆 88">
            <a:extLst>
              <a:ext uri="{FF2B5EF4-FFF2-40B4-BE49-F238E27FC236}">
                <a16:creationId xmlns:a16="http://schemas.microsoft.com/office/drawing/2014/main" id="{42EBE5E0-45AC-F49A-2740-019666917450}"/>
              </a:ext>
            </a:extLst>
          </p:cNvPr>
          <p:cNvSpPr/>
          <p:nvPr>
            <p:custDataLst>
              <p:tags r:id="rId38"/>
            </p:custDataLst>
          </p:nvPr>
        </p:nvSpPr>
        <p:spPr>
          <a:xfrm>
            <a:off x="9781655" y="3673609"/>
            <a:ext cx="940296" cy="940296"/>
          </a:xfrm>
          <a:prstGeom prst="ellipse">
            <a:avLst/>
          </a:prstGeom>
          <a:gradFill>
            <a:gsLst>
              <a:gs pos="0">
                <a:srgbClr val="0074DC"/>
              </a:gs>
              <a:gs pos="98000">
                <a:srgbClr val="194F9A"/>
              </a:gs>
            </a:gsLst>
            <a:lin ang="5400000" scaled="1"/>
          </a:gradFill>
          <a:ln w="38100">
            <a:solidFill>
              <a:schemeClr val="bg1"/>
            </a:solidFill>
          </a:ln>
          <a:effectLst>
            <a:outerShdw blurRad="279400" dist="139700" dir="5400000" algn="t" rotWithShape="0">
              <a:srgbClr val="004EC1">
                <a:alpha val="23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dirty="0">
              <a:solidFill>
                <a:schemeClr val="bg1"/>
              </a:solidFill>
              <a:latin typeface="+mn-ea"/>
            </a:endParaRPr>
          </a:p>
        </p:txBody>
      </p:sp>
      <p:grpSp>
        <p:nvGrpSpPr>
          <p:cNvPr id="90" name="组合 89">
            <a:extLst>
              <a:ext uri="{FF2B5EF4-FFF2-40B4-BE49-F238E27FC236}">
                <a16:creationId xmlns:a16="http://schemas.microsoft.com/office/drawing/2014/main" id="{DEF9F992-1C36-DF91-F889-C5B43BDCBC19}"/>
              </a:ext>
            </a:extLst>
          </p:cNvPr>
          <p:cNvGrpSpPr/>
          <p:nvPr>
            <p:custDataLst>
              <p:tags r:id="rId39"/>
            </p:custDataLst>
          </p:nvPr>
        </p:nvGrpSpPr>
        <p:grpSpPr>
          <a:xfrm>
            <a:off x="8737355" y="4272847"/>
            <a:ext cx="3019590" cy="518502"/>
            <a:chOff x="3754576" y="4267312"/>
            <a:chExt cx="3019590" cy="518502"/>
          </a:xfrm>
        </p:grpSpPr>
        <p:sp>
          <p:nvSpPr>
            <p:cNvPr id="91" name="矩形 90">
              <a:extLst>
                <a:ext uri="{FF2B5EF4-FFF2-40B4-BE49-F238E27FC236}">
                  <a16:creationId xmlns:a16="http://schemas.microsoft.com/office/drawing/2014/main" id="{B9AA98D0-E60B-3526-C783-B619AC5E158D}"/>
                </a:ext>
              </a:extLst>
            </p:cNvPr>
            <p:cNvSpPr/>
            <p:nvPr/>
          </p:nvSpPr>
          <p:spPr>
            <a:xfrm>
              <a:off x="3754576" y="4267312"/>
              <a:ext cx="3019590" cy="461665"/>
            </a:xfrm>
            <a:prstGeom prst="rect">
              <a:avLst/>
            </a:prstGeom>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sz="2400" b="1" dirty="0">
                <a:solidFill>
                  <a:srgbClr val="194F9A"/>
                </a:solidFill>
                <a:latin typeface="+mn-ea"/>
              </a:endParaRPr>
            </a:p>
          </p:txBody>
        </p:sp>
        <p:grpSp>
          <p:nvGrpSpPr>
            <p:cNvPr id="92" name="组合 91">
              <a:extLst>
                <a:ext uri="{FF2B5EF4-FFF2-40B4-BE49-F238E27FC236}">
                  <a16:creationId xmlns:a16="http://schemas.microsoft.com/office/drawing/2014/main" id="{9438C1F4-39A6-A2BA-BC06-08A268C15935}"/>
                </a:ext>
              </a:extLst>
            </p:cNvPr>
            <p:cNvGrpSpPr/>
            <p:nvPr/>
          </p:nvGrpSpPr>
          <p:grpSpPr>
            <a:xfrm>
              <a:off x="4252014" y="4740095"/>
              <a:ext cx="2034577" cy="45719"/>
              <a:chOff x="4252014" y="4739187"/>
              <a:chExt cx="2034577" cy="45719"/>
            </a:xfrm>
          </p:grpSpPr>
          <p:cxnSp>
            <p:nvCxnSpPr>
              <p:cNvPr id="93" name="直接连接符 92">
                <a:extLst>
                  <a:ext uri="{FF2B5EF4-FFF2-40B4-BE49-F238E27FC236}">
                    <a16:creationId xmlns:a16="http://schemas.microsoft.com/office/drawing/2014/main" id="{B0E5EEE5-ABE4-2FEE-ADC4-4E37034B36D2}"/>
                  </a:ext>
                </a:extLst>
              </p:cNvPr>
              <p:cNvCxnSpPr/>
              <p:nvPr>
                <p:custDataLst>
                  <p:tags r:id="rId42"/>
                </p:custDataLst>
              </p:nvPr>
            </p:nvCxnSpPr>
            <p:spPr>
              <a:xfrm>
                <a:off x="4252014" y="4760324"/>
                <a:ext cx="203457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4" name="矩形 93">
                <a:extLst>
                  <a:ext uri="{FF2B5EF4-FFF2-40B4-BE49-F238E27FC236}">
                    <a16:creationId xmlns:a16="http://schemas.microsoft.com/office/drawing/2014/main" id="{2529B19B-4201-B014-BEBB-207B809DAA70}"/>
                  </a:ext>
                </a:extLst>
              </p:cNvPr>
              <p:cNvSpPr/>
              <p:nvPr>
                <p:custDataLst>
                  <p:tags r:id="rId43"/>
                </p:custDataLst>
              </p:nvPr>
            </p:nvSpPr>
            <p:spPr>
              <a:xfrm>
                <a:off x="4997013" y="4739187"/>
                <a:ext cx="514415" cy="45719"/>
              </a:xfrm>
              <a:prstGeom prst="rect">
                <a:avLst/>
              </a:prstGeom>
              <a:gradFill>
                <a:gsLst>
                  <a:gs pos="0">
                    <a:srgbClr val="0074DC"/>
                  </a:gs>
                  <a:gs pos="98000">
                    <a:srgbClr val="004EC1"/>
                  </a:gs>
                </a:gsLst>
                <a:lin ang="5400000" scaled="1"/>
              </a:gradFill>
              <a:ln>
                <a:noFill/>
              </a:ln>
              <a:effectLst>
                <a:outerShdw blurRad="279400" dist="139700" dir="5400000" algn="t" rotWithShape="0">
                  <a:srgbClr val="004EC1">
                    <a:alpha val="23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dirty="0">
                  <a:solidFill>
                    <a:schemeClr val="bg1"/>
                  </a:solidFill>
                  <a:latin typeface="思源黑体 CN Light" panose="020B0300000000000000" pitchFamily="34" charset="-122"/>
                  <a:ea typeface="思源黑体 CN Light" panose="020B0300000000000000" pitchFamily="34" charset="-122"/>
                </a:endParaRPr>
              </a:p>
            </p:txBody>
          </p:sp>
        </p:grpSp>
      </p:grpSp>
      <p:sp>
        <p:nvSpPr>
          <p:cNvPr id="95" name="文本框 50">
            <a:extLst>
              <a:ext uri="{FF2B5EF4-FFF2-40B4-BE49-F238E27FC236}">
                <a16:creationId xmlns:a16="http://schemas.microsoft.com/office/drawing/2014/main" id="{CDE433A5-B6E0-5480-2DC0-2BEB1A48CB5F}"/>
              </a:ext>
            </a:extLst>
          </p:cNvPr>
          <p:cNvSpPr txBox="1"/>
          <p:nvPr>
            <p:custDataLst>
              <p:tags r:id="rId40"/>
            </p:custDataLst>
          </p:nvPr>
        </p:nvSpPr>
        <p:spPr>
          <a:xfrm>
            <a:off x="9734543" y="3816235"/>
            <a:ext cx="1025214" cy="646331"/>
          </a:xfrm>
          <a:prstGeom prst="rect">
            <a:avLst/>
          </a:prstGeom>
          <a:noFill/>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b="1" dirty="0">
                <a:solidFill>
                  <a:schemeClr val="bg1"/>
                </a:solidFill>
                <a:latin typeface="思源黑体 CN Medium" panose="020B0600000000000000" pitchFamily="34" charset="-122"/>
                <a:ea typeface="思源黑体 CN Medium" panose="020B0600000000000000" pitchFamily="34" charset="-122"/>
              </a:rPr>
              <a:t>状态</a:t>
            </a:r>
            <a:endParaRPr lang="en-US" altLang="zh-CN" b="1" dirty="0">
              <a:solidFill>
                <a:schemeClr val="bg1"/>
              </a:solidFill>
              <a:latin typeface="思源黑体 CN Medium" panose="020B0600000000000000" pitchFamily="34" charset="-122"/>
              <a:ea typeface="思源黑体 CN Medium" panose="020B0600000000000000" pitchFamily="34" charset="-122"/>
            </a:endParaRPr>
          </a:p>
          <a:p>
            <a:pPr algn="ctr"/>
            <a:r>
              <a:rPr lang="zh-CN" altLang="en-US" b="1" dirty="0">
                <a:solidFill>
                  <a:schemeClr val="bg1"/>
                </a:solidFill>
                <a:latin typeface="思源黑体 CN Medium" panose="020B0600000000000000" pitchFamily="34" charset="-122"/>
                <a:ea typeface="思源黑体 CN Medium" panose="020B0600000000000000" pitchFamily="34" charset="-122"/>
              </a:rPr>
              <a:t>更新</a:t>
            </a:r>
          </a:p>
        </p:txBody>
      </p:sp>
      <p:sp>
        <p:nvSpPr>
          <p:cNvPr id="96" name="文本框 75">
            <a:extLst>
              <a:ext uri="{FF2B5EF4-FFF2-40B4-BE49-F238E27FC236}">
                <a16:creationId xmlns:a16="http://schemas.microsoft.com/office/drawing/2014/main" id="{39EEF54B-3293-280B-563D-A9DEA5AFA1F6}"/>
              </a:ext>
            </a:extLst>
          </p:cNvPr>
          <p:cNvSpPr txBox="1"/>
          <p:nvPr>
            <p:custDataLst>
              <p:tags r:id="rId41"/>
            </p:custDataLst>
          </p:nvPr>
        </p:nvSpPr>
        <p:spPr>
          <a:xfrm>
            <a:off x="8623092" y="5177173"/>
            <a:ext cx="3327400" cy="1027845"/>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ct val="150000"/>
              </a:lnSpc>
            </a:pPr>
            <a:r>
              <a:rPr kumimoji="1" lang="zh-CN" altLang="en-US" sz="1400" b="1" dirty="0">
                <a:solidFill>
                  <a:srgbClr val="002060"/>
                </a:solidFill>
                <a:latin typeface="思源黑体 CN Medium" panose="020B0600000000000000" pitchFamily="34" charset="-122"/>
                <a:ea typeface="思源黑体 CN Medium" panose="020B0600000000000000" pitchFamily="34" charset="-122"/>
                <a:sym typeface="+mn-ea"/>
              </a:rPr>
              <a:t>将识别出的落子位置转换为系统可用坐标，</a:t>
            </a:r>
            <a:r>
              <a:rPr kumimoji="1" lang="zh-CN" altLang="en-US" sz="1400" b="1" dirty="0">
                <a:solidFill>
                  <a:srgbClr val="C00000"/>
                </a:solidFill>
                <a:ea typeface="思源黑体 CN Medium" panose="020B0600000000000000" pitchFamily="34" charset="-122"/>
                <a:sym typeface="+mn-ea"/>
              </a:rPr>
              <a:t>更新棋盘占用状态</a:t>
            </a:r>
            <a:r>
              <a:rPr kumimoji="1" lang="zh-CN" altLang="en-US" sz="1400" b="1" dirty="0">
                <a:solidFill>
                  <a:srgbClr val="002060"/>
                </a:solidFill>
                <a:latin typeface="思源黑体 CN Medium" panose="020B0600000000000000" pitchFamily="34" charset="-122"/>
                <a:ea typeface="思源黑体 CN Medium" panose="020B0600000000000000" pitchFamily="34" charset="-122"/>
                <a:sym typeface="+mn-ea"/>
              </a:rPr>
              <a:t>，并提供给前端显示、流程控制和机械臂执行模块使用。</a:t>
            </a:r>
            <a:endParaRPr kumimoji="1" lang="zh-CN" altLang="en-US" sz="1400" b="1" dirty="0">
              <a:solidFill>
                <a:srgbClr val="C00000"/>
              </a:solidFill>
              <a:ea typeface="思源黑体 CN Medium" panose="020B0600000000000000" pitchFamily="34" charset="-122"/>
              <a:sym typeface="+mn-ea"/>
            </a:endParaRPr>
          </a:p>
        </p:txBody>
      </p:sp>
    </p:spTree>
    <p:extLst>
      <p:ext uri="{BB962C8B-B14F-4D97-AF65-F5344CB8AC3E}">
        <p14:creationId xmlns:p14="http://schemas.microsoft.com/office/powerpoint/2010/main" val="17808253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7029A-1BC7-B2AB-803D-87F076B892EC}"/>
            </a:ext>
          </a:extLst>
        </p:cNvPr>
        <p:cNvGrpSpPr/>
        <p:nvPr/>
      </p:nvGrpSpPr>
      <p:grpSpPr>
        <a:xfrm>
          <a:off x="0" y="0"/>
          <a:ext cx="0" cy="0"/>
          <a:chOff x="0" y="0"/>
          <a:chExt cx="0" cy="0"/>
        </a:xfrm>
      </p:grpSpPr>
      <p:sp>
        <p:nvSpPr>
          <p:cNvPr id="24" name="圆角矩形 119">
            <a:extLst>
              <a:ext uri="{FF2B5EF4-FFF2-40B4-BE49-F238E27FC236}">
                <a16:creationId xmlns:a16="http://schemas.microsoft.com/office/drawing/2014/main" id="{0CDF1EB7-DF3B-D5D1-4825-86FA333B6192}"/>
              </a:ext>
            </a:extLst>
          </p:cNvPr>
          <p:cNvSpPr/>
          <p:nvPr/>
        </p:nvSpPr>
        <p:spPr>
          <a:xfrm>
            <a:off x="493679" y="1678126"/>
            <a:ext cx="3613865" cy="4720226"/>
          </a:xfrm>
          <a:prstGeom prst="roundRect">
            <a:avLst>
              <a:gd name="adj" fmla="val 0"/>
            </a:avLst>
          </a:prstGeom>
          <a:solidFill>
            <a:schemeClr val="accent5">
              <a:lumMod val="20000"/>
              <a:lumOff val="80000"/>
              <a:alpha val="23000"/>
            </a:schemeClr>
          </a:solidFill>
          <a:ln w="12700">
            <a:solidFill>
              <a:schemeClr val="accent1">
                <a:lumMod val="60000"/>
                <a:lumOff val="40000"/>
                <a:alpha val="45000"/>
              </a:schemeClr>
            </a:solidFill>
            <a:prstDash val="solid"/>
          </a:ln>
          <a:effectLst>
            <a:outerShdw blurRad="101600" sx="101000" sy="101000" algn="ctr" rotWithShape="0">
              <a:schemeClr val="accent1">
                <a:lumMod val="20000"/>
                <a:lumOff val="80000"/>
                <a:alpha val="2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400" b="0" i="0" u="none" strike="noStrike" kern="1200" cap="none" spc="0" normalizeH="0" baseline="0" noProof="0" dirty="0">
              <a:ln>
                <a:noFill/>
              </a:ln>
              <a:solidFill>
                <a:srgbClr val="E7E6E6">
                  <a:lumMod val="25000"/>
                </a:srgbClr>
              </a:solidFill>
              <a:effectLst/>
              <a:uLnTx/>
              <a:uFillTx/>
              <a:latin typeface="微软雅黑" panose="020B0503020204020204" pitchFamily="34" charset="-122"/>
              <a:ea typeface="微软雅黑" panose="020B0503020204020204" pitchFamily="34" charset="-122"/>
              <a:cs typeface="+mn-cs"/>
            </a:endParaRPr>
          </a:p>
        </p:txBody>
      </p:sp>
      <p:sp>
        <p:nvSpPr>
          <p:cNvPr id="25" name="矩形: 圆顶角 24">
            <a:extLst>
              <a:ext uri="{FF2B5EF4-FFF2-40B4-BE49-F238E27FC236}">
                <a16:creationId xmlns:a16="http://schemas.microsoft.com/office/drawing/2014/main" id="{10275283-F595-09BC-FDBE-1F45B7E17109}"/>
              </a:ext>
            </a:extLst>
          </p:cNvPr>
          <p:cNvSpPr/>
          <p:nvPr/>
        </p:nvSpPr>
        <p:spPr>
          <a:xfrm>
            <a:off x="493680" y="1121346"/>
            <a:ext cx="3613865" cy="482743"/>
          </a:xfrm>
          <a:prstGeom prst="round2SameRect">
            <a:avLst>
              <a:gd name="adj1" fmla="val 13359"/>
              <a:gd name="adj2" fmla="val 0"/>
            </a:avLst>
          </a:prstGeom>
          <a:gradFill flip="none" rotWithShape="1">
            <a:gsLst>
              <a:gs pos="0">
                <a:srgbClr val="0D5DBD"/>
              </a:gs>
              <a:gs pos="100000">
                <a:srgbClr val="0D4F9D"/>
              </a:gs>
            </a:gsLst>
            <a:lin ang="5400000" scaled="1"/>
            <a:tileRect/>
          </a:gradFill>
          <a:ln w="12700" cap="flat" cmpd="sng" algn="ctr">
            <a:noFill/>
            <a:prstDash val="solid"/>
            <a:miter lim="800000"/>
          </a:ln>
          <a:effectLst/>
        </p:spPr>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kern="0">
              <a:solidFill>
                <a:srgbClr val="FFFFFF"/>
              </a:solidFill>
              <a:latin typeface="Arial" panose="020B0604020202020204"/>
              <a:ea typeface="宋体" panose="02010600030101010101" pitchFamily="2" charset="-122"/>
              <a:sym typeface="+mn-lt"/>
            </a:endParaRPr>
          </a:p>
        </p:txBody>
      </p:sp>
      <p:sp>
        <p:nvSpPr>
          <p:cNvPr id="26" name="文本框 70">
            <a:extLst>
              <a:ext uri="{FF2B5EF4-FFF2-40B4-BE49-F238E27FC236}">
                <a16:creationId xmlns:a16="http://schemas.microsoft.com/office/drawing/2014/main" id="{774B58B2-EBF6-3D8F-9580-77EF68B7E6C8}"/>
              </a:ext>
            </a:extLst>
          </p:cNvPr>
          <p:cNvSpPr txBox="1"/>
          <p:nvPr/>
        </p:nvSpPr>
        <p:spPr>
          <a:xfrm>
            <a:off x="580572" y="1161930"/>
            <a:ext cx="3454400" cy="400110"/>
          </a:xfrm>
          <a:prstGeom prst="rect">
            <a:avLst/>
          </a:prstGeom>
          <a:noFill/>
        </p:spPr>
        <p:txBody>
          <a:bodyPr wrap="square" rtlCol="0" anchor="ctr" anchorCtr="1">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2000" b="1" i="0" u="none" strike="noStrike" kern="1200" cap="none" spc="0" normalizeH="0" baseline="0" noProof="0" dirty="0">
                <a:ln>
                  <a:noFill/>
                </a:ln>
                <a:solidFill>
                  <a:srgbClr val="FFFFFF"/>
                </a:solidFill>
                <a:effectLst/>
                <a:uLnTx/>
                <a:uFillTx/>
                <a:latin typeface="思源黑体 CN Bold" panose="020B0800000000000000" pitchFamily="34" charset="-122"/>
                <a:ea typeface="思源黑体 CN Bold" panose="020B0800000000000000" pitchFamily="34" charset="-122"/>
              </a:rPr>
              <a:t>黑白板标定、角点标记</a:t>
            </a:r>
          </a:p>
        </p:txBody>
      </p:sp>
      <p:sp>
        <p:nvSpPr>
          <p:cNvPr id="35" name="圆角矩形 172">
            <a:extLst>
              <a:ext uri="{FF2B5EF4-FFF2-40B4-BE49-F238E27FC236}">
                <a16:creationId xmlns:a16="http://schemas.microsoft.com/office/drawing/2014/main" id="{BD5ADB26-DAFB-921D-EDDB-72C040119F39}"/>
              </a:ext>
            </a:extLst>
          </p:cNvPr>
          <p:cNvSpPr/>
          <p:nvPr/>
        </p:nvSpPr>
        <p:spPr>
          <a:xfrm>
            <a:off x="648424" y="1821559"/>
            <a:ext cx="3327754" cy="2423869"/>
          </a:xfrm>
          <a:prstGeom prst="roundRect">
            <a:avLst>
              <a:gd name="adj" fmla="val 6397"/>
            </a:avLst>
          </a:prstGeom>
          <a:gradFill flip="none" rotWithShape="1">
            <a:gsLst>
              <a:gs pos="100000">
                <a:schemeClr val="accent1">
                  <a:lumMod val="20000"/>
                  <a:lumOff val="80000"/>
                  <a:alpha val="0"/>
                </a:schemeClr>
              </a:gs>
              <a:gs pos="0">
                <a:srgbClr val="0070C0">
                  <a:alpha val="20000"/>
                </a:srgbClr>
              </a:gs>
            </a:gsLst>
            <a:lin ang="5400000" scaled="1"/>
            <a:tileRect/>
          </a:gradFill>
          <a:ln w="12700">
            <a:gradFill flip="none" rotWithShape="1">
              <a:gsLst>
                <a:gs pos="0">
                  <a:srgbClr val="0070C0">
                    <a:alpha val="0"/>
                  </a:srgbClr>
                </a:gs>
                <a:gs pos="100000">
                  <a:srgbClr val="0070C0"/>
                </a:gs>
              </a:gsLst>
              <a:lin ang="16200000" scaled="1"/>
              <a:tileRect/>
            </a:gra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sz="1600" dirty="0">
              <a:solidFill>
                <a:srgbClr val="FFFFFF"/>
              </a:solidFill>
              <a:latin typeface="微软雅黑" panose="020B0503020204020204" pitchFamily="34" charset="-122"/>
              <a:ea typeface="微软雅黑" panose="020B0503020204020204" pitchFamily="34" charset="-122"/>
            </a:endParaRPr>
          </a:p>
        </p:txBody>
      </p:sp>
      <p:sp>
        <p:nvSpPr>
          <p:cNvPr id="42" name="圆角矩形 119">
            <a:extLst>
              <a:ext uri="{FF2B5EF4-FFF2-40B4-BE49-F238E27FC236}">
                <a16:creationId xmlns:a16="http://schemas.microsoft.com/office/drawing/2014/main" id="{58084BD1-3E85-39D4-5E3C-E3BE12384D48}"/>
              </a:ext>
            </a:extLst>
          </p:cNvPr>
          <p:cNvSpPr/>
          <p:nvPr/>
        </p:nvSpPr>
        <p:spPr>
          <a:xfrm>
            <a:off x="4253783" y="1697797"/>
            <a:ext cx="3613865" cy="4720226"/>
          </a:xfrm>
          <a:prstGeom prst="roundRect">
            <a:avLst>
              <a:gd name="adj" fmla="val 0"/>
            </a:avLst>
          </a:prstGeom>
          <a:solidFill>
            <a:schemeClr val="accent5">
              <a:lumMod val="20000"/>
              <a:lumOff val="80000"/>
              <a:alpha val="23000"/>
            </a:schemeClr>
          </a:solidFill>
          <a:ln w="12700">
            <a:solidFill>
              <a:schemeClr val="accent1">
                <a:lumMod val="60000"/>
                <a:lumOff val="40000"/>
                <a:alpha val="45000"/>
              </a:schemeClr>
            </a:solidFill>
            <a:prstDash val="solid"/>
          </a:ln>
          <a:effectLst>
            <a:outerShdw blurRad="101600" sx="101000" sy="101000" algn="ctr" rotWithShape="0">
              <a:schemeClr val="accent1">
                <a:lumMod val="20000"/>
                <a:lumOff val="80000"/>
                <a:alpha val="2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400" b="0" i="0" u="none" strike="noStrike" kern="1200" cap="none" spc="0" normalizeH="0" baseline="0" noProof="0" dirty="0">
              <a:ln>
                <a:noFill/>
              </a:ln>
              <a:solidFill>
                <a:srgbClr val="E7E6E6">
                  <a:lumMod val="25000"/>
                </a:srgbClr>
              </a:solidFill>
              <a:effectLst/>
              <a:uLnTx/>
              <a:uFillTx/>
              <a:latin typeface="微软雅黑" panose="020B0503020204020204" pitchFamily="34" charset="-122"/>
              <a:ea typeface="微软雅黑" panose="020B0503020204020204" pitchFamily="34" charset="-122"/>
              <a:cs typeface="+mn-cs"/>
            </a:endParaRPr>
          </a:p>
        </p:txBody>
      </p:sp>
      <p:sp>
        <p:nvSpPr>
          <p:cNvPr id="43" name="矩形: 圆顶角 42">
            <a:extLst>
              <a:ext uri="{FF2B5EF4-FFF2-40B4-BE49-F238E27FC236}">
                <a16:creationId xmlns:a16="http://schemas.microsoft.com/office/drawing/2014/main" id="{BC447C6A-ED09-3569-31AD-66155BF8D503}"/>
              </a:ext>
            </a:extLst>
          </p:cNvPr>
          <p:cNvSpPr/>
          <p:nvPr/>
        </p:nvSpPr>
        <p:spPr>
          <a:xfrm>
            <a:off x="4253784" y="1141017"/>
            <a:ext cx="3613865" cy="482743"/>
          </a:xfrm>
          <a:prstGeom prst="round2SameRect">
            <a:avLst>
              <a:gd name="adj1" fmla="val 13359"/>
              <a:gd name="adj2" fmla="val 0"/>
            </a:avLst>
          </a:prstGeom>
          <a:gradFill flip="none" rotWithShape="1">
            <a:gsLst>
              <a:gs pos="0">
                <a:srgbClr val="0D5DBD"/>
              </a:gs>
              <a:gs pos="100000">
                <a:srgbClr val="0D4F9D"/>
              </a:gs>
            </a:gsLst>
            <a:lin ang="5400000" scaled="1"/>
            <a:tileRect/>
          </a:gradFill>
          <a:ln w="12700" cap="flat" cmpd="sng" algn="ctr">
            <a:noFill/>
            <a:prstDash val="solid"/>
            <a:miter lim="800000"/>
          </a:ln>
          <a:effectLst/>
        </p:spPr>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kern="0">
              <a:solidFill>
                <a:srgbClr val="FFFFFF"/>
              </a:solidFill>
              <a:latin typeface="Arial" panose="020B0604020202020204"/>
              <a:ea typeface="宋体" panose="02010600030101010101" pitchFamily="2" charset="-122"/>
              <a:sym typeface="+mn-lt"/>
            </a:endParaRPr>
          </a:p>
        </p:txBody>
      </p:sp>
      <p:sp>
        <p:nvSpPr>
          <p:cNvPr id="44" name="文本框 70">
            <a:extLst>
              <a:ext uri="{FF2B5EF4-FFF2-40B4-BE49-F238E27FC236}">
                <a16:creationId xmlns:a16="http://schemas.microsoft.com/office/drawing/2014/main" id="{C3A59E68-C121-4796-CB41-A70FEFEFF658}"/>
              </a:ext>
            </a:extLst>
          </p:cNvPr>
          <p:cNvSpPr txBox="1"/>
          <p:nvPr/>
        </p:nvSpPr>
        <p:spPr>
          <a:xfrm>
            <a:off x="4230914" y="1181601"/>
            <a:ext cx="3635829" cy="400110"/>
          </a:xfrm>
          <a:prstGeom prst="rect">
            <a:avLst/>
          </a:prstGeom>
          <a:noFill/>
        </p:spPr>
        <p:txBody>
          <a:bodyPr wrap="square" rtlCol="0" anchor="ctr" anchorCtr="1">
            <a:spAutoFit/>
          </a:bodyPr>
          <a:lstStyle>
            <a:defPPr>
              <a:defRPr lang="zh-CN"/>
            </a:defPPr>
            <a:lvl1pPr marR="0" lvl="0" indent="0" algn="ctr" fontAlgn="auto">
              <a:lnSpc>
                <a:spcPct val="100000"/>
              </a:lnSpc>
              <a:spcBef>
                <a:spcPts val="0"/>
              </a:spcBef>
              <a:spcAft>
                <a:spcPts val="0"/>
              </a:spcAft>
              <a:buClrTx/>
              <a:buSzTx/>
              <a:buFontTx/>
              <a:buNone/>
              <a:defRPr kumimoji="1" sz="2000" b="1" i="0" u="none" strike="noStrike" cap="none" spc="0" normalizeH="0" baseline="0">
                <a:ln>
                  <a:noFill/>
                </a:ln>
                <a:solidFill>
                  <a:srgbClr val="FFFFFF"/>
                </a:solidFill>
                <a:effectLst/>
                <a:uLnTx/>
                <a:uFillTx/>
                <a:latin typeface="思源黑体 CN Bold" panose="020B0800000000000000" pitchFamily="34" charset="-122"/>
                <a:ea typeface="思源黑体 CN Bold" panose="020B0800000000000000" pitchFamily="34" charset="-122"/>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t>棋盘校正前后</a:t>
            </a:r>
          </a:p>
        </p:txBody>
      </p:sp>
      <p:sp>
        <p:nvSpPr>
          <p:cNvPr id="45" name="圆角矩形 172">
            <a:extLst>
              <a:ext uri="{FF2B5EF4-FFF2-40B4-BE49-F238E27FC236}">
                <a16:creationId xmlns:a16="http://schemas.microsoft.com/office/drawing/2014/main" id="{DF7AD493-45E5-59CF-B013-8BD6428E3A58}"/>
              </a:ext>
            </a:extLst>
          </p:cNvPr>
          <p:cNvSpPr/>
          <p:nvPr/>
        </p:nvSpPr>
        <p:spPr>
          <a:xfrm>
            <a:off x="4408528" y="1841230"/>
            <a:ext cx="3327754" cy="2423869"/>
          </a:xfrm>
          <a:prstGeom prst="roundRect">
            <a:avLst>
              <a:gd name="adj" fmla="val 6397"/>
            </a:avLst>
          </a:prstGeom>
          <a:gradFill flip="none" rotWithShape="1">
            <a:gsLst>
              <a:gs pos="100000">
                <a:schemeClr val="accent1">
                  <a:lumMod val="20000"/>
                  <a:lumOff val="80000"/>
                  <a:alpha val="0"/>
                </a:schemeClr>
              </a:gs>
              <a:gs pos="0">
                <a:srgbClr val="0070C0">
                  <a:alpha val="20000"/>
                </a:srgbClr>
              </a:gs>
            </a:gsLst>
            <a:lin ang="5400000" scaled="1"/>
            <a:tileRect/>
          </a:gradFill>
          <a:ln w="12700">
            <a:gradFill flip="none" rotWithShape="1">
              <a:gsLst>
                <a:gs pos="0">
                  <a:srgbClr val="0070C0">
                    <a:alpha val="0"/>
                  </a:srgbClr>
                </a:gs>
                <a:gs pos="100000">
                  <a:srgbClr val="0070C0"/>
                </a:gs>
              </a:gsLst>
              <a:lin ang="16200000" scaled="1"/>
              <a:tileRect/>
            </a:gra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sz="1600" dirty="0">
              <a:solidFill>
                <a:srgbClr val="FFFFFF"/>
              </a:solidFill>
              <a:latin typeface="微软雅黑" panose="020B0503020204020204" pitchFamily="34" charset="-122"/>
              <a:ea typeface="微软雅黑" panose="020B0503020204020204" pitchFamily="34" charset="-122"/>
            </a:endParaRPr>
          </a:p>
        </p:txBody>
      </p:sp>
      <p:sp>
        <p:nvSpPr>
          <p:cNvPr id="50" name="圆角矩形 119">
            <a:extLst>
              <a:ext uri="{FF2B5EF4-FFF2-40B4-BE49-F238E27FC236}">
                <a16:creationId xmlns:a16="http://schemas.microsoft.com/office/drawing/2014/main" id="{9FA663AE-6E15-56B4-1CBD-FB21E19B8F4F}"/>
              </a:ext>
            </a:extLst>
          </p:cNvPr>
          <p:cNvSpPr/>
          <p:nvPr/>
        </p:nvSpPr>
        <p:spPr>
          <a:xfrm>
            <a:off x="8037266" y="1697797"/>
            <a:ext cx="3613865" cy="4720226"/>
          </a:xfrm>
          <a:prstGeom prst="roundRect">
            <a:avLst>
              <a:gd name="adj" fmla="val 0"/>
            </a:avLst>
          </a:prstGeom>
          <a:solidFill>
            <a:schemeClr val="accent5">
              <a:lumMod val="20000"/>
              <a:lumOff val="80000"/>
              <a:alpha val="23000"/>
            </a:schemeClr>
          </a:solidFill>
          <a:ln w="12700">
            <a:solidFill>
              <a:schemeClr val="accent1">
                <a:lumMod val="60000"/>
                <a:lumOff val="40000"/>
                <a:alpha val="45000"/>
              </a:schemeClr>
            </a:solidFill>
            <a:prstDash val="solid"/>
          </a:ln>
          <a:effectLst>
            <a:outerShdw blurRad="101600" sx="101000" sy="101000" algn="ctr" rotWithShape="0">
              <a:schemeClr val="accent1">
                <a:lumMod val="20000"/>
                <a:lumOff val="80000"/>
                <a:alpha val="2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400" b="0" i="0" u="none" strike="noStrike" kern="1200" cap="none" spc="0" normalizeH="0" baseline="0" noProof="0" dirty="0">
              <a:ln>
                <a:noFill/>
              </a:ln>
              <a:solidFill>
                <a:srgbClr val="E7E6E6">
                  <a:lumMod val="25000"/>
                </a:srgbClr>
              </a:solidFill>
              <a:effectLst/>
              <a:uLnTx/>
              <a:uFillTx/>
              <a:latin typeface="微软雅黑" panose="020B0503020204020204" pitchFamily="34" charset="-122"/>
              <a:ea typeface="微软雅黑" panose="020B0503020204020204" pitchFamily="34" charset="-122"/>
              <a:cs typeface="+mn-cs"/>
            </a:endParaRPr>
          </a:p>
        </p:txBody>
      </p:sp>
      <p:sp>
        <p:nvSpPr>
          <p:cNvPr id="51" name="矩形: 圆顶角 50">
            <a:extLst>
              <a:ext uri="{FF2B5EF4-FFF2-40B4-BE49-F238E27FC236}">
                <a16:creationId xmlns:a16="http://schemas.microsoft.com/office/drawing/2014/main" id="{EC96A1EC-7A8E-15C3-B4E3-ED7B7B30449C}"/>
              </a:ext>
            </a:extLst>
          </p:cNvPr>
          <p:cNvSpPr/>
          <p:nvPr/>
        </p:nvSpPr>
        <p:spPr>
          <a:xfrm>
            <a:off x="8037267" y="1141017"/>
            <a:ext cx="3613865" cy="482743"/>
          </a:xfrm>
          <a:prstGeom prst="round2SameRect">
            <a:avLst>
              <a:gd name="adj1" fmla="val 13359"/>
              <a:gd name="adj2" fmla="val 0"/>
            </a:avLst>
          </a:prstGeom>
          <a:gradFill flip="none" rotWithShape="1">
            <a:gsLst>
              <a:gs pos="0">
                <a:srgbClr val="0D5DBD"/>
              </a:gs>
              <a:gs pos="100000">
                <a:srgbClr val="0D4F9D"/>
              </a:gs>
            </a:gsLst>
            <a:lin ang="5400000" scaled="1"/>
            <a:tileRect/>
          </a:gradFill>
          <a:ln w="12700" cap="flat" cmpd="sng" algn="ctr">
            <a:noFill/>
            <a:prstDash val="solid"/>
            <a:miter lim="800000"/>
          </a:ln>
          <a:effectLst/>
        </p:spPr>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kern="0">
              <a:solidFill>
                <a:srgbClr val="FFFFFF"/>
              </a:solidFill>
              <a:latin typeface="Arial" panose="020B0604020202020204"/>
              <a:ea typeface="宋体" panose="02010600030101010101" pitchFamily="2" charset="-122"/>
              <a:sym typeface="+mn-lt"/>
            </a:endParaRPr>
          </a:p>
        </p:txBody>
      </p:sp>
      <p:sp>
        <p:nvSpPr>
          <p:cNvPr id="52" name="文本框 70">
            <a:extLst>
              <a:ext uri="{FF2B5EF4-FFF2-40B4-BE49-F238E27FC236}">
                <a16:creationId xmlns:a16="http://schemas.microsoft.com/office/drawing/2014/main" id="{8C14DDA5-BFE6-5857-AA88-83DB25EBE0FF}"/>
              </a:ext>
            </a:extLst>
          </p:cNvPr>
          <p:cNvSpPr txBox="1"/>
          <p:nvPr/>
        </p:nvSpPr>
        <p:spPr>
          <a:xfrm>
            <a:off x="8055429" y="1181601"/>
            <a:ext cx="3599541" cy="400110"/>
          </a:xfrm>
          <a:prstGeom prst="rect">
            <a:avLst/>
          </a:prstGeom>
          <a:noFill/>
        </p:spPr>
        <p:txBody>
          <a:bodyPr wrap="square" rtlCol="0" anchor="ctr" anchorCtr="1">
            <a:spAutoFit/>
          </a:bodyPr>
          <a:lstStyle>
            <a:defPPr>
              <a:defRPr lang="zh-CN"/>
            </a:defPPr>
            <a:lvl1pPr marR="0" lvl="0" indent="0" algn="ctr" fontAlgn="auto">
              <a:lnSpc>
                <a:spcPct val="100000"/>
              </a:lnSpc>
              <a:spcBef>
                <a:spcPts val="0"/>
              </a:spcBef>
              <a:spcAft>
                <a:spcPts val="0"/>
              </a:spcAft>
              <a:buClrTx/>
              <a:buSzTx/>
              <a:buFontTx/>
              <a:buNone/>
              <a:defRPr kumimoji="1" sz="2000" b="1" i="0" u="none" strike="noStrike" cap="none" spc="0" normalizeH="0" baseline="0">
                <a:ln>
                  <a:noFill/>
                </a:ln>
                <a:solidFill>
                  <a:srgbClr val="FFFFFF"/>
                </a:solidFill>
                <a:effectLst/>
                <a:uLnTx/>
                <a:uFillTx/>
                <a:latin typeface="思源黑体 CN Bold" panose="020B0800000000000000" pitchFamily="34" charset="-122"/>
                <a:ea typeface="思源黑体 CN Bold" panose="020B0800000000000000" pitchFamily="34" charset="-122"/>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t>标记后棋盘及差分调试图</a:t>
            </a:r>
          </a:p>
        </p:txBody>
      </p:sp>
      <p:sp>
        <p:nvSpPr>
          <p:cNvPr id="53" name="圆角矩形 172">
            <a:extLst>
              <a:ext uri="{FF2B5EF4-FFF2-40B4-BE49-F238E27FC236}">
                <a16:creationId xmlns:a16="http://schemas.microsoft.com/office/drawing/2014/main" id="{B8EBC7A5-D59A-C4BA-B302-8516143380A2}"/>
              </a:ext>
            </a:extLst>
          </p:cNvPr>
          <p:cNvSpPr/>
          <p:nvPr/>
        </p:nvSpPr>
        <p:spPr>
          <a:xfrm>
            <a:off x="8192011" y="1841230"/>
            <a:ext cx="3327754" cy="2423869"/>
          </a:xfrm>
          <a:prstGeom prst="roundRect">
            <a:avLst>
              <a:gd name="adj" fmla="val 6397"/>
            </a:avLst>
          </a:prstGeom>
          <a:gradFill flip="none" rotWithShape="1">
            <a:gsLst>
              <a:gs pos="100000">
                <a:schemeClr val="accent1">
                  <a:lumMod val="20000"/>
                  <a:lumOff val="80000"/>
                  <a:alpha val="0"/>
                </a:schemeClr>
              </a:gs>
              <a:gs pos="0">
                <a:srgbClr val="0070C0">
                  <a:alpha val="20000"/>
                </a:srgbClr>
              </a:gs>
            </a:gsLst>
            <a:lin ang="5400000" scaled="1"/>
            <a:tileRect/>
          </a:gradFill>
          <a:ln w="12700">
            <a:gradFill flip="none" rotWithShape="1">
              <a:gsLst>
                <a:gs pos="0">
                  <a:srgbClr val="0070C0">
                    <a:alpha val="0"/>
                  </a:srgbClr>
                </a:gs>
                <a:gs pos="100000">
                  <a:srgbClr val="0070C0"/>
                </a:gs>
              </a:gsLst>
              <a:lin ang="16200000" scaled="1"/>
              <a:tileRect/>
            </a:gra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sz="1600" dirty="0">
              <a:solidFill>
                <a:srgbClr val="FFFFFF"/>
              </a:solidFill>
              <a:latin typeface="微软雅黑" panose="020B0503020204020204" pitchFamily="34" charset="-122"/>
              <a:ea typeface="微软雅黑" panose="020B0503020204020204" pitchFamily="34" charset="-122"/>
            </a:endParaRPr>
          </a:p>
        </p:txBody>
      </p:sp>
      <p:sp>
        <p:nvSpPr>
          <p:cNvPr id="2" name="公众号：康帅PPT5-2">
            <a:extLst>
              <a:ext uri="{FF2B5EF4-FFF2-40B4-BE49-F238E27FC236}">
                <a16:creationId xmlns:a16="http://schemas.microsoft.com/office/drawing/2014/main" id="{09FD57A5-8696-DB14-7B81-422E06849345}"/>
              </a:ext>
            </a:extLst>
          </p:cNvPr>
          <p:cNvSpPr/>
          <p:nvPr/>
        </p:nvSpPr>
        <p:spPr>
          <a:xfrm>
            <a:off x="0" y="609930"/>
            <a:ext cx="12276000" cy="36000"/>
          </a:xfrm>
          <a:prstGeom prst="rect">
            <a:avLst/>
          </a:prstGeom>
          <a:gradFill flip="none" rotWithShape="1">
            <a:gsLst>
              <a:gs pos="100000">
                <a:srgbClr val="0D4F9D"/>
              </a:gs>
              <a:gs pos="2000">
                <a:srgbClr val="0D5DBD"/>
              </a:gs>
            </a:gsLst>
            <a:path path="circle">
              <a:fillToRect r="100000" b="100000"/>
            </a:path>
            <a:tileRect l="-100000" t="-100000"/>
          </a:gradFill>
          <a:ln w="12700" cap="flat" cmpd="sng" algn="ctr">
            <a:noFill/>
            <a:prstDash val="solid"/>
            <a:miter lim="800000"/>
          </a:ln>
          <a:effectLst>
            <a:outerShdw blurRad="50800" dist="38100" dir="2700000" algn="tl" rotWithShape="0">
              <a:schemeClr val="accent5">
                <a:lumMod val="20000"/>
                <a:lumOff val="80000"/>
                <a:alpha val="40000"/>
              </a:schemeClr>
            </a:outerShdw>
          </a:effectLst>
          <a:scene3d>
            <a:camera prst="orthographicFront"/>
            <a:lightRig rig="contrasting" dir="t"/>
          </a:scene3d>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sz="2000" kern="0">
              <a:solidFill>
                <a:prstClr val="white"/>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5" name="矩形 4">
            <a:extLst>
              <a:ext uri="{FF2B5EF4-FFF2-40B4-BE49-F238E27FC236}">
                <a16:creationId xmlns:a16="http://schemas.microsoft.com/office/drawing/2014/main" id="{BD564C28-3286-00D0-E57F-2CBA3D77F25F}"/>
              </a:ext>
            </a:extLst>
          </p:cNvPr>
          <p:cNvSpPr/>
          <p:nvPr/>
        </p:nvSpPr>
        <p:spPr>
          <a:xfrm>
            <a:off x="1340952" y="108508"/>
            <a:ext cx="9501505" cy="521970"/>
          </a:xfrm>
          <a:prstGeom prst="rect">
            <a:avLst/>
          </a:prstGeom>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800" b="1" dirty="0">
                <a:gradFill>
                  <a:gsLst>
                    <a:gs pos="100000">
                      <a:srgbClr val="0D4F9D"/>
                    </a:gs>
                    <a:gs pos="2000">
                      <a:srgbClr val="0D5DBD"/>
                    </a:gs>
                  </a:gsLst>
                  <a:path path="circle">
                    <a:fillToRect r="100000" b="100000"/>
                  </a:path>
                </a:gradFill>
                <a:latin typeface="思源黑体 CN Bold" panose="020B0800000000000000" pitchFamily="34" charset="-122"/>
                <a:ea typeface="思源黑体 CN Bold" panose="020B0800000000000000" pitchFamily="34" charset="-122"/>
              </a:rPr>
              <a:t>视觉识别流程展示</a:t>
            </a:r>
          </a:p>
        </p:txBody>
      </p:sp>
      <p:grpSp>
        <p:nvGrpSpPr>
          <p:cNvPr id="12" name="组合 11">
            <a:extLst>
              <a:ext uri="{FF2B5EF4-FFF2-40B4-BE49-F238E27FC236}">
                <a16:creationId xmlns:a16="http://schemas.microsoft.com/office/drawing/2014/main" id="{8FC597BC-2DB7-0F30-FEFC-7018A66982EF}"/>
              </a:ext>
            </a:extLst>
          </p:cNvPr>
          <p:cNvGrpSpPr/>
          <p:nvPr/>
        </p:nvGrpSpPr>
        <p:grpSpPr>
          <a:xfrm>
            <a:off x="0" y="69215"/>
            <a:ext cx="995681" cy="611505"/>
            <a:chOff x="-124969" y="77016"/>
            <a:chExt cx="1333093" cy="818840"/>
          </a:xfrm>
        </p:grpSpPr>
        <p:sp>
          <p:nvSpPr>
            <p:cNvPr id="14" name="矩形 13">
              <a:extLst>
                <a:ext uri="{FF2B5EF4-FFF2-40B4-BE49-F238E27FC236}">
                  <a16:creationId xmlns:a16="http://schemas.microsoft.com/office/drawing/2014/main" id="{35DB60AE-2629-12A0-440D-DF6790E4F2F5}"/>
                </a:ext>
              </a:extLst>
            </p:cNvPr>
            <p:cNvSpPr/>
            <p:nvPr/>
          </p:nvSpPr>
          <p:spPr>
            <a:xfrm>
              <a:off x="-124969" y="175286"/>
              <a:ext cx="952293" cy="675088"/>
            </a:xfrm>
            <a:prstGeom prst="rect">
              <a:avLst/>
            </a:prstGeom>
            <a:gradFill flip="none" rotWithShape="1">
              <a:gsLst>
                <a:gs pos="0">
                  <a:srgbClr val="0D5DBD"/>
                </a:gs>
                <a:gs pos="100000">
                  <a:srgbClr val="0D4F9D"/>
                </a:gs>
              </a:gsLst>
              <a:lin ang="5400000" scaled="1"/>
              <a:tileRect/>
            </a:gra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srgbClr val="FFFFFF"/>
                </a:solidFill>
                <a:effectLst/>
                <a:uLnTx/>
                <a:uFillTx/>
                <a:latin typeface="Arial" panose="020B0604020202020204"/>
                <a:ea typeface="宋体" panose="02010600030101010101" pitchFamily="2" charset="-122"/>
                <a:cs typeface="+mn-cs"/>
              </a:endParaRPr>
            </a:p>
          </p:txBody>
        </p:sp>
        <p:sp>
          <p:nvSpPr>
            <p:cNvPr id="19" name="椭圆 18">
              <a:extLst>
                <a:ext uri="{FF2B5EF4-FFF2-40B4-BE49-F238E27FC236}">
                  <a16:creationId xmlns:a16="http://schemas.microsoft.com/office/drawing/2014/main" id="{D26286F8-F413-8F62-8B4E-04F2FB98F93B}"/>
                </a:ext>
              </a:extLst>
            </p:cNvPr>
            <p:cNvSpPr/>
            <p:nvPr/>
          </p:nvSpPr>
          <p:spPr>
            <a:xfrm>
              <a:off x="389284" y="77016"/>
              <a:ext cx="818840" cy="818840"/>
            </a:xfrm>
            <a:prstGeom prst="ellipse">
              <a:avLst/>
            </a:prstGeom>
            <a:solidFill>
              <a:srgbClr val="FFFFFF"/>
            </a:solidFill>
            <a:ln w="12700" cap="flat" cmpd="sng" algn="ctr">
              <a:solidFill>
                <a:srgbClr val="FFFFFF"/>
              </a:solid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solidFill>
                    <a:srgbClr val="FFFFFF"/>
                  </a:solidFill>
                </a:ln>
                <a:solidFill>
                  <a:srgbClr val="FFFFFF"/>
                </a:solidFill>
                <a:effectLst/>
                <a:uLnTx/>
                <a:uFillTx/>
                <a:latin typeface="Arial" panose="020B0604020202020204"/>
                <a:ea typeface="宋体" panose="02010600030101010101" pitchFamily="2" charset="-122"/>
                <a:cs typeface="+mn-cs"/>
              </a:endParaRPr>
            </a:p>
          </p:txBody>
        </p:sp>
      </p:grpSp>
      <p:pic>
        <p:nvPicPr>
          <p:cNvPr id="20" name="Picture 2" descr="浙江大学-四川久光科技有限公司">
            <a:extLst>
              <a:ext uri="{FF2B5EF4-FFF2-40B4-BE49-F238E27FC236}">
                <a16:creationId xmlns:a16="http://schemas.microsoft.com/office/drawing/2014/main" id="{A05F8634-5A19-1EBB-7B71-8ABF0D3BF323}"/>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t="29557" r="68065" b="28547"/>
          <a:stretch/>
        </p:blipFill>
        <p:spPr bwMode="auto">
          <a:xfrm>
            <a:off x="348256" y="24795"/>
            <a:ext cx="647425" cy="679492"/>
          </a:xfrm>
          <a:prstGeom prst="rect">
            <a:avLst/>
          </a:prstGeom>
          <a:noFill/>
          <a:extLst>
            <a:ext uri="{909E8E84-426E-40DD-AFC4-6F175D3DCCD1}">
              <a14:hiddenFill xmlns:a14="http://schemas.microsoft.com/office/drawing/2010/main">
                <a:solidFill>
                  <a:srgbClr val="FFFFFF"/>
                </a:solidFill>
              </a14:hiddenFill>
            </a:ext>
          </a:extLst>
        </p:spPr>
      </p:pic>
      <p:sp>
        <p:nvSpPr>
          <p:cNvPr id="68" name="AutoShape 4" descr="threezero 新世纪福音战士 EVA 初号机 收藏级可动模型多少钱-什么值得买">
            <a:extLst>
              <a:ext uri="{FF2B5EF4-FFF2-40B4-BE49-F238E27FC236}">
                <a16:creationId xmlns:a16="http://schemas.microsoft.com/office/drawing/2014/main" id="{7BB388A5-738D-7340-B0B9-9F0E44CAFF81}"/>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pic>
        <p:nvPicPr>
          <p:cNvPr id="6" name="图片 5">
            <a:extLst>
              <a:ext uri="{FF2B5EF4-FFF2-40B4-BE49-F238E27FC236}">
                <a16:creationId xmlns:a16="http://schemas.microsoft.com/office/drawing/2014/main" id="{60E8669B-60A5-2556-70E0-DCCB9D19BD18}"/>
              </a:ext>
            </a:extLst>
          </p:cNvPr>
          <p:cNvPicPr>
            <a:picLocks noChangeAspect="1"/>
          </p:cNvPicPr>
          <p:nvPr/>
        </p:nvPicPr>
        <p:blipFill>
          <a:blip r:embed="rId4" cstate="print">
            <a:extLst>
              <a:ext uri="{28A0092B-C50C-407E-A947-70E740481C1C}">
                <a14:useLocalDpi xmlns:a14="http://schemas.microsoft.com/office/drawing/2010/main" val="0"/>
              </a:ext>
            </a:extLst>
          </a:blip>
          <a:srcRect l="11289" t="28952" r="46370" b="16450"/>
          <a:stretch>
            <a:fillRect/>
          </a:stretch>
        </p:blipFill>
        <p:spPr>
          <a:xfrm>
            <a:off x="850626" y="1967404"/>
            <a:ext cx="2854741" cy="1955643"/>
          </a:xfrm>
          <a:prstGeom prst="rect">
            <a:avLst/>
          </a:prstGeom>
        </p:spPr>
      </p:pic>
      <p:pic>
        <p:nvPicPr>
          <p:cNvPr id="8" name="图片 7">
            <a:extLst>
              <a:ext uri="{FF2B5EF4-FFF2-40B4-BE49-F238E27FC236}">
                <a16:creationId xmlns:a16="http://schemas.microsoft.com/office/drawing/2014/main" id="{80D5CED7-E904-9D50-CF68-BB298A16FCE2}"/>
              </a:ext>
            </a:extLst>
          </p:cNvPr>
          <p:cNvPicPr>
            <a:picLocks noChangeAspect="1"/>
          </p:cNvPicPr>
          <p:nvPr/>
        </p:nvPicPr>
        <p:blipFill>
          <a:blip r:embed="rId5" cstate="print">
            <a:extLst>
              <a:ext uri="{28A0092B-C50C-407E-A947-70E740481C1C}">
                <a14:useLocalDpi xmlns:a14="http://schemas.microsoft.com/office/drawing/2010/main" val="0"/>
              </a:ext>
            </a:extLst>
          </a:blip>
          <a:srcRect l="22715" t="33073" r="30592" b="14979"/>
          <a:stretch>
            <a:fillRect/>
          </a:stretch>
        </p:blipFill>
        <p:spPr>
          <a:xfrm>
            <a:off x="1087512" y="4189779"/>
            <a:ext cx="2426786" cy="2058291"/>
          </a:xfrm>
          <a:prstGeom prst="rect">
            <a:avLst/>
          </a:prstGeom>
        </p:spPr>
      </p:pic>
      <p:pic>
        <p:nvPicPr>
          <p:cNvPr id="9" name="图片 8">
            <a:extLst>
              <a:ext uri="{FF2B5EF4-FFF2-40B4-BE49-F238E27FC236}">
                <a16:creationId xmlns:a16="http://schemas.microsoft.com/office/drawing/2014/main" id="{ECDD7475-7073-E27C-C406-223137F06EBA}"/>
              </a:ext>
            </a:extLst>
          </p:cNvPr>
          <p:cNvPicPr>
            <a:picLocks noChangeAspect="1"/>
          </p:cNvPicPr>
          <p:nvPr/>
        </p:nvPicPr>
        <p:blipFill>
          <a:blip r:embed="rId6"/>
          <a:stretch>
            <a:fillRect/>
          </a:stretch>
        </p:blipFill>
        <p:spPr>
          <a:xfrm>
            <a:off x="4742760" y="1967404"/>
            <a:ext cx="2706479" cy="1984973"/>
          </a:xfrm>
          <a:prstGeom prst="rect">
            <a:avLst/>
          </a:prstGeom>
        </p:spPr>
      </p:pic>
      <p:pic>
        <p:nvPicPr>
          <p:cNvPr id="11" name="图片 10">
            <a:extLst>
              <a:ext uri="{FF2B5EF4-FFF2-40B4-BE49-F238E27FC236}">
                <a16:creationId xmlns:a16="http://schemas.microsoft.com/office/drawing/2014/main" id="{3B7AA5D2-8287-2463-0D58-B1C2D0DA3051}"/>
              </a:ext>
            </a:extLst>
          </p:cNvPr>
          <p:cNvPicPr>
            <a:picLocks noChangeAspect="1"/>
          </p:cNvPicPr>
          <p:nvPr/>
        </p:nvPicPr>
        <p:blipFill>
          <a:blip r:embed="rId7">
            <a:extLst>
              <a:ext uri="{28A0092B-C50C-407E-A947-70E740481C1C}">
                <a14:useLocalDpi xmlns:a14="http://schemas.microsoft.com/office/drawing/2010/main" val="0"/>
              </a:ext>
            </a:extLst>
          </a:blip>
          <a:srcRect l="17570" t="36119" r="31510" b="15323"/>
          <a:stretch>
            <a:fillRect/>
          </a:stretch>
        </p:blipFill>
        <p:spPr>
          <a:xfrm>
            <a:off x="4614837" y="4141829"/>
            <a:ext cx="3100058" cy="2168402"/>
          </a:xfrm>
          <a:prstGeom prst="rect">
            <a:avLst/>
          </a:prstGeom>
        </p:spPr>
      </p:pic>
      <p:pic>
        <p:nvPicPr>
          <p:cNvPr id="17" name="图片 16">
            <a:extLst>
              <a:ext uri="{FF2B5EF4-FFF2-40B4-BE49-F238E27FC236}">
                <a16:creationId xmlns:a16="http://schemas.microsoft.com/office/drawing/2014/main" id="{13915938-311A-739D-2002-0B8B008EF9F4}"/>
              </a:ext>
            </a:extLst>
          </p:cNvPr>
          <p:cNvPicPr>
            <a:picLocks noChangeAspect="1"/>
          </p:cNvPicPr>
          <p:nvPr/>
        </p:nvPicPr>
        <p:blipFill>
          <a:blip r:embed="rId8" cstate="print">
            <a:extLst>
              <a:ext uri="{28A0092B-C50C-407E-A947-70E740481C1C}">
                <a14:useLocalDpi xmlns:a14="http://schemas.microsoft.com/office/drawing/2010/main" val="0"/>
              </a:ext>
            </a:extLst>
          </a:blip>
          <a:srcRect l="9784" t="16005" r="46590" b="28103"/>
          <a:stretch>
            <a:fillRect/>
          </a:stretch>
        </p:blipFill>
        <p:spPr>
          <a:xfrm>
            <a:off x="8289901" y="1967404"/>
            <a:ext cx="3139911" cy="1834116"/>
          </a:xfrm>
          <a:prstGeom prst="rect">
            <a:avLst/>
          </a:prstGeom>
        </p:spPr>
      </p:pic>
      <p:pic>
        <p:nvPicPr>
          <p:cNvPr id="21" name="图片 20">
            <a:extLst>
              <a:ext uri="{FF2B5EF4-FFF2-40B4-BE49-F238E27FC236}">
                <a16:creationId xmlns:a16="http://schemas.microsoft.com/office/drawing/2014/main" id="{3454F290-B192-DBEE-399B-59A9998ED2B3}"/>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8344492" y="3952377"/>
            <a:ext cx="3003621" cy="2378449"/>
          </a:xfrm>
          <a:prstGeom prst="rect">
            <a:avLst/>
          </a:prstGeom>
        </p:spPr>
      </p:pic>
      <p:pic>
        <p:nvPicPr>
          <p:cNvPr id="23" name="图片 22">
            <a:extLst>
              <a:ext uri="{FF2B5EF4-FFF2-40B4-BE49-F238E27FC236}">
                <a16:creationId xmlns:a16="http://schemas.microsoft.com/office/drawing/2014/main" id="{DC9E50D1-573A-FFC9-E60A-44F919B7A80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2000" y="696357"/>
            <a:ext cx="12192000" cy="5558879"/>
          </a:xfrm>
          <a:prstGeom prst="rect">
            <a:avLst/>
          </a:prstGeom>
        </p:spPr>
      </p:pic>
    </p:spTree>
    <p:extLst>
      <p:ext uri="{BB962C8B-B14F-4D97-AF65-F5344CB8AC3E}">
        <p14:creationId xmlns:p14="http://schemas.microsoft.com/office/powerpoint/2010/main" val="39231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AB0C95-5B1B-2F9D-CF08-16CFA03DECA3}"/>
            </a:ext>
          </a:extLst>
        </p:cNvPr>
        <p:cNvGrpSpPr/>
        <p:nvPr/>
      </p:nvGrpSpPr>
      <p:grpSpPr>
        <a:xfrm>
          <a:off x="0" y="0"/>
          <a:ext cx="0" cy="0"/>
          <a:chOff x="0" y="0"/>
          <a:chExt cx="0" cy="0"/>
        </a:xfrm>
      </p:grpSpPr>
      <p:sp>
        <p:nvSpPr>
          <p:cNvPr id="12" name="公众号：康帅PPT3">
            <a:extLst>
              <a:ext uri="{FF2B5EF4-FFF2-40B4-BE49-F238E27FC236}">
                <a16:creationId xmlns:a16="http://schemas.microsoft.com/office/drawing/2014/main" id="{2CA03278-98A8-18D1-D572-32FB67E6466F}"/>
              </a:ext>
            </a:extLst>
          </p:cNvPr>
          <p:cNvSpPr/>
          <p:nvPr/>
        </p:nvSpPr>
        <p:spPr>
          <a:xfrm>
            <a:off x="382347" y="2375039"/>
            <a:ext cx="11372474" cy="1737455"/>
          </a:xfrm>
          <a:prstGeom prst="roundRect">
            <a:avLst>
              <a:gd name="adj" fmla="val 4313"/>
            </a:avLst>
          </a:prstGeom>
          <a:solidFill>
            <a:schemeClr val="bg1">
              <a:alpha val="46000"/>
            </a:schemeClr>
          </a:solidFill>
          <a:ln w="15875">
            <a:noFill/>
          </a:ln>
          <a:effectLst>
            <a:outerShdw blurRad="190500" dist="127000" dir="5400000" algn="t"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4400"/>
            <a:endParaRPr lang="zh-TW" altLang="en-US">
              <a:solidFill>
                <a:srgbClr val="FFFFFF"/>
              </a:solidFill>
              <a:latin typeface="等线" panose="02010600030101010101" charset="-122"/>
              <a:ea typeface="等线" panose="02010600030101010101" charset="-122"/>
            </a:endParaRPr>
          </a:p>
        </p:txBody>
      </p:sp>
      <p:sp>
        <p:nvSpPr>
          <p:cNvPr id="19" name="TextBox 70">
            <a:extLst>
              <a:ext uri="{FF2B5EF4-FFF2-40B4-BE49-F238E27FC236}">
                <a16:creationId xmlns:a16="http://schemas.microsoft.com/office/drawing/2014/main" id="{ECCB464A-92EF-5E58-EEB6-3113C9506DC4}"/>
              </a:ext>
            </a:extLst>
          </p:cNvPr>
          <p:cNvSpPr txBox="1">
            <a:spLocks noChangeArrowheads="1"/>
          </p:cNvSpPr>
          <p:nvPr/>
        </p:nvSpPr>
        <p:spPr bwMode="auto">
          <a:xfrm>
            <a:off x="5395651" y="3208532"/>
            <a:ext cx="68" cy="276999"/>
          </a:xfrm>
          <a:prstGeom prst="rect">
            <a:avLst/>
          </a:prstGeom>
          <a:solidFill>
            <a:srgbClr val="FFFF00"/>
          </a:solidFill>
          <a:ln>
            <a:noFill/>
          </a:ln>
        </p:spPr>
        <p:txBody>
          <a:bodyPr wrap="none" lIns="0" tIns="0" rIns="0" bIns="0">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微软雅黑" panose="020B0503020204020204" pitchFamily="34" charset="-122"/>
                <a:ea typeface="微软雅黑" panose="020B0503020204020204" pitchFamily="34" charset="-122"/>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微软雅黑" panose="020B0503020204020204" pitchFamily="34" charset="-122"/>
                <a:ea typeface="微软雅黑" panose="020B0503020204020204" pitchFamily="34" charset="-122"/>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微软雅黑" panose="020B0503020204020204" pitchFamily="34" charset="-122"/>
                <a:ea typeface="微软雅黑" panose="020B0503020204020204" pitchFamily="34" charset="-122"/>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9pPr>
          </a:lstStyle>
          <a:p>
            <a:pPr algn="ctr" eaLnBrk="1" hangingPunct="1">
              <a:spcBef>
                <a:spcPct val="0"/>
              </a:spcBef>
              <a:buClrTx/>
              <a:buSzTx/>
              <a:buFontTx/>
              <a:buNone/>
            </a:pPr>
            <a:endParaRPr lang="zh-CN" altLang="en-US" sz="1800" b="1" dirty="0">
              <a:latin typeface="Times New Roman" panose="02020603050405020304" pitchFamily="18" charset="0"/>
              <a:ea typeface="黑体" panose="02010609060101010101" charset="-122"/>
              <a:cs typeface="Times New Roman" panose="02020603050405020304" pitchFamily="18" charset="0"/>
            </a:endParaRPr>
          </a:p>
        </p:txBody>
      </p:sp>
      <p:sp>
        <p:nvSpPr>
          <p:cNvPr id="23" name="箭头: 右 7">
            <a:extLst>
              <a:ext uri="{FF2B5EF4-FFF2-40B4-BE49-F238E27FC236}">
                <a16:creationId xmlns:a16="http://schemas.microsoft.com/office/drawing/2014/main" id="{9444F6D3-8732-EADB-D94C-6A38C87C7BAF}"/>
              </a:ext>
            </a:extLst>
          </p:cNvPr>
          <p:cNvSpPr/>
          <p:nvPr/>
        </p:nvSpPr>
        <p:spPr>
          <a:xfrm flipV="1">
            <a:off x="7134181" y="2699071"/>
            <a:ext cx="676507" cy="614045"/>
          </a:xfrm>
          <a:custGeom>
            <a:avLst/>
            <a:gdLst>
              <a:gd name="connsiteX0" fmla="*/ 0 w 967386"/>
              <a:gd name="connsiteY0" fmla="*/ 289493 h 1157972"/>
              <a:gd name="connsiteX1" fmla="*/ 483693 w 967386"/>
              <a:gd name="connsiteY1" fmla="*/ 289493 h 1157972"/>
              <a:gd name="connsiteX2" fmla="*/ 483693 w 967386"/>
              <a:gd name="connsiteY2" fmla="*/ 0 h 1157972"/>
              <a:gd name="connsiteX3" fmla="*/ 967386 w 967386"/>
              <a:gd name="connsiteY3" fmla="*/ 578986 h 1157972"/>
              <a:gd name="connsiteX4" fmla="*/ 483693 w 967386"/>
              <a:gd name="connsiteY4" fmla="*/ 1157972 h 1157972"/>
              <a:gd name="connsiteX5" fmla="*/ 483693 w 967386"/>
              <a:gd name="connsiteY5" fmla="*/ 868479 h 1157972"/>
              <a:gd name="connsiteX6" fmla="*/ 0 w 967386"/>
              <a:gd name="connsiteY6" fmla="*/ 868479 h 1157972"/>
              <a:gd name="connsiteX7" fmla="*/ 0 w 967386"/>
              <a:gd name="connsiteY7" fmla="*/ 289493 h 1157972"/>
              <a:gd name="connsiteX0-1" fmla="*/ 21772 w 989158"/>
              <a:gd name="connsiteY0-2" fmla="*/ 289493 h 1157972"/>
              <a:gd name="connsiteX1-3" fmla="*/ 505465 w 989158"/>
              <a:gd name="connsiteY1-4" fmla="*/ 289493 h 1157972"/>
              <a:gd name="connsiteX2-5" fmla="*/ 505465 w 989158"/>
              <a:gd name="connsiteY2-6" fmla="*/ 0 h 1157972"/>
              <a:gd name="connsiteX3-7" fmla="*/ 989158 w 989158"/>
              <a:gd name="connsiteY3-8" fmla="*/ 578986 h 1157972"/>
              <a:gd name="connsiteX4-9" fmla="*/ 505465 w 989158"/>
              <a:gd name="connsiteY4-10" fmla="*/ 1157972 h 1157972"/>
              <a:gd name="connsiteX5-11" fmla="*/ 505465 w 989158"/>
              <a:gd name="connsiteY5-12" fmla="*/ 868479 h 1157972"/>
              <a:gd name="connsiteX6-13" fmla="*/ 0 w 989158"/>
              <a:gd name="connsiteY6-14" fmla="*/ 1031765 h 1157972"/>
              <a:gd name="connsiteX7-15" fmla="*/ 21772 w 989158"/>
              <a:gd name="connsiteY7-16" fmla="*/ 289493 h 1157972"/>
              <a:gd name="connsiteX0-17" fmla="*/ 0 w 1021814"/>
              <a:gd name="connsiteY0-18" fmla="*/ 0 h 1184164"/>
              <a:gd name="connsiteX1-19" fmla="*/ 538121 w 1021814"/>
              <a:gd name="connsiteY1-20" fmla="*/ 315685 h 1184164"/>
              <a:gd name="connsiteX2-21" fmla="*/ 538121 w 1021814"/>
              <a:gd name="connsiteY2-22" fmla="*/ 26192 h 1184164"/>
              <a:gd name="connsiteX3-23" fmla="*/ 1021814 w 1021814"/>
              <a:gd name="connsiteY3-24" fmla="*/ 605178 h 1184164"/>
              <a:gd name="connsiteX4-25" fmla="*/ 538121 w 1021814"/>
              <a:gd name="connsiteY4-26" fmla="*/ 1184164 h 1184164"/>
              <a:gd name="connsiteX5-27" fmla="*/ 538121 w 1021814"/>
              <a:gd name="connsiteY5-28" fmla="*/ 894671 h 1184164"/>
              <a:gd name="connsiteX6-29" fmla="*/ 32656 w 1021814"/>
              <a:gd name="connsiteY6-30" fmla="*/ 1057957 h 1184164"/>
              <a:gd name="connsiteX7-31" fmla="*/ 0 w 1021814"/>
              <a:gd name="connsiteY7-32" fmla="*/ 0 h 1184164"/>
              <a:gd name="connsiteX0-33" fmla="*/ 43544 w 989158"/>
              <a:gd name="connsiteY0-34" fmla="*/ 93550 h 1157972"/>
              <a:gd name="connsiteX1-35" fmla="*/ 505465 w 989158"/>
              <a:gd name="connsiteY1-36" fmla="*/ 289493 h 1157972"/>
              <a:gd name="connsiteX2-37" fmla="*/ 505465 w 989158"/>
              <a:gd name="connsiteY2-38" fmla="*/ 0 h 1157972"/>
              <a:gd name="connsiteX3-39" fmla="*/ 989158 w 989158"/>
              <a:gd name="connsiteY3-40" fmla="*/ 578986 h 1157972"/>
              <a:gd name="connsiteX4-41" fmla="*/ 505465 w 989158"/>
              <a:gd name="connsiteY4-42" fmla="*/ 1157972 h 1157972"/>
              <a:gd name="connsiteX5-43" fmla="*/ 505465 w 989158"/>
              <a:gd name="connsiteY5-44" fmla="*/ 868479 h 1157972"/>
              <a:gd name="connsiteX6-45" fmla="*/ 0 w 989158"/>
              <a:gd name="connsiteY6-46" fmla="*/ 1031765 h 1157972"/>
              <a:gd name="connsiteX7-47" fmla="*/ 43544 w 989158"/>
              <a:gd name="connsiteY7-48" fmla="*/ 93550 h 1157972"/>
              <a:gd name="connsiteX0-49" fmla="*/ 0 w 1010928"/>
              <a:gd name="connsiteY0-50" fmla="*/ 39122 h 1157972"/>
              <a:gd name="connsiteX1-51" fmla="*/ 527235 w 1010928"/>
              <a:gd name="connsiteY1-52" fmla="*/ 289493 h 1157972"/>
              <a:gd name="connsiteX2-53" fmla="*/ 527235 w 1010928"/>
              <a:gd name="connsiteY2-54" fmla="*/ 0 h 1157972"/>
              <a:gd name="connsiteX3-55" fmla="*/ 1010928 w 1010928"/>
              <a:gd name="connsiteY3-56" fmla="*/ 578986 h 1157972"/>
              <a:gd name="connsiteX4-57" fmla="*/ 527235 w 1010928"/>
              <a:gd name="connsiteY4-58" fmla="*/ 1157972 h 1157972"/>
              <a:gd name="connsiteX5-59" fmla="*/ 527235 w 1010928"/>
              <a:gd name="connsiteY5-60" fmla="*/ 868479 h 1157972"/>
              <a:gd name="connsiteX6-61" fmla="*/ 21770 w 1010928"/>
              <a:gd name="connsiteY6-62" fmla="*/ 1031765 h 1157972"/>
              <a:gd name="connsiteX7-63" fmla="*/ 0 w 1010928"/>
              <a:gd name="connsiteY7-64" fmla="*/ 39122 h 1157972"/>
              <a:gd name="connsiteX0-65" fmla="*/ 10887 w 989158"/>
              <a:gd name="connsiteY0-66" fmla="*/ 82665 h 1157972"/>
              <a:gd name="connsiteX1-67" fmla="*/ 505465 w 989158"/>
              <a:gd name="connsiteY1-68" fmla="*/ 289493 h 1157972"/>
              <a:gd name="connsiteX2-69" fmla="*/ 505465 w 989158"/>
              <a:gd name="connsiteY2-70" fmla="*/ 0 h 1157972"/>
              <a:gd name="connsiteX3-71" fmla="*/ 989158 w 989158"/>
              <a:gd name="connsiteY3-72" fmla="*/ 578986 h 1157972"/>
              <a:gd name="connsiteX4-73" fmla="*/ 505465 w 989158"/>
              <a:gd name="connsiteY4-74" fmla="*/ 1157972 h 1157972"/>
              <a:gd name="connsiteX5-75" fmla="*/ 505465 w 989158"/>
              <a:gd name="connsiteY5-76" fmla="*/ 868479 h 1157972"/>
              <a:gd name="connsiteX6-77" fmla="*/ 0 w 989158"/>
              <a:gd name="connsiteY6-78" fmla="*/ 1031765 h 1157972"/>
              <a:gd name="connsiteX7-79" fmla="*/ 10887 w 989158"/>
              <a:gd name="connsiteY7-80" fmla="*/ 82665 h 1157972"/>
              <a:gd name="connsiteX0-81" fmla="*/ 10887 w 989158"/>
              <a:gd name="connsiteY0-82" fmla="*/ 82665 h 1157972"/>
              <a:gd name="connsiteX1-83" fmla="*/ 505465 w 989158"/>
              <a:gd name="connsiteY1-84" fmla="*/ 289493 h 1157972"/>
              <a:gd name="connsiteX2-85" fmla="*/ 505465 w 989158"/>
              <a:gd name="connsiteY2-86" fmla="*/ 0 h 1157972"/>
              <a:gd name="connsiteX3-87" fmla="*/ 989158 w 989158"/>
              <a:gd name="connsiteY3-88" fmla="*/ 578986 h 1157972"/>
              <a:gd name="connsiteX4-89" fmla="*/ 505465 w 989158"/>
              <a:gd name="connsiteY4-90" fmla="*/ 1157972 h 1157972"/>
              <a:gd name="connsiteX5-91" fmla="*/ 505465 w 989158"/>
              <a:gd name="connsiteY5-92" fmla="*/ 868479 h 1157972"/>
              <a:gd name="connsiteX6-93" fmla="*/ 0 w 989158"/>
              <a:gd name="connsiteY6-94" fmla="*/ 1031765 h 1157972"/>
              <a:gd name="connsiteX7-95" fmla="*/ 10887 w 989158"/>
              <a:gd name="connsiteY7-96" fmla="*/ 82665 h 1157972"/>
              <a:gd name="connsiteX0-97" fmla="*/ 10887 w 989158"/>
              <a:gd name="connsiteY0-98" fmla="*/ 82665 h 1157972"/>
              <a:gd name="connsiteX1-99" fmla="*/ 505465 w 989158"/>
              <a:gd name="connsiteY1-100" fmla="*/ 289493 h 1157972"/>
              <a:gd name="connsiteX2-101" fmla="*/ 505465 w 989158"/>
              <a:gd name="connsiteY2-102" fmla="*/ 0 h 1157972"/>
              <a:gd name="connsiteX3-103" fmla="*/ 989158 w 989158"/>
              <a:gd name="connsiteY3-104" fmla="*/ 578986 h 1157972"/>
              <a:gd name="connsiteX4-105" fmla="*/ 505465 w 989158"/>
              <a:gd name="connsiteY4-106" fmla="*/ 1157972 h 1157972"/>
              <a:gd name="connsiteX5-107" fmla="*/ 505465 w 989158"/>
              <a:gd name="connsiteY5-108" fmla="*/ 868479 h 1157972"/>
              <a:gd name="connsiteX6-109" fmla="*/ 0 w 989158"/>
              <a:gd name="connsiteY6-110" fmla="*/ 1031765 h 1157972"/>
              <a:gd name="connsiteX7-111" fmla="*/ 10887 w 989158"/>
              <a:gd name="connsiteY7-112" fmla="*/ 82665 h 1157972"/>
              <a:gd name="connsiteX0-113" fmla="*/ 10887 w 989158"/>
              <a:gd name="connsiteY0-114" fmla="*/ 82665 h 1157972"/>
              <a:gd name="connsiteX1-115" fmla="*/ 505465 w 989158"/>
              <a:gd name="connsiteY1-116" fmla="*/ 289493 h 1157972"/>
              <a:gd name="connsiteX2-117" fmla="*/ 505465 w 989158"/>
              <a:gd name="connsiteY2-118" fmla="*/ 0 h 1157972"/>
              <a:gd name="connsiteX3-119" fmla="*/ 989158 w 989158"/>
              <a:gd name="connsiteY3-120" fmla="*/ 578986 h 1157972"/>
              <a:gd name="connsiteX4-121" fmla="*/ 505465 w 989158"/>
              <a:gd name="connsiteY4-122" fmla="*/ 1157972 h 1157972"/>
              <a:gd name="connsiteX5-123" fmla="*/ 505465 w 989158"/>
              <a:gd name="connsiteY5-124" fmla="*/ 868479 h 1157972"/>
              <a:gd name="connsiteX6-125" fmla="*/ 0 w 989158"/>
              <a:gd name="connsiteY6-126" fmla="*/ 1031765 h 1157972"/>
              <a:gd name="connsiteX7-127" fmla="*/ 10887 w 989158"/>
              <a:gd name="connsiteY7-128" fmla="*/ 82665 h 1157972"/>
              <a:gd name="connsiteX0-129" fmla="*/ 10887 w 989158"/>
              <a:gd name="connsiteY0-130" fmla="*/ 82665 h 1157972"/>
              <a:gd name="connsiteX1-131" fmla="*/ 505465 w 989158"/>
              <a:gd name="connsiteY1-132" fmla="*/ 289493 h 1157972"/>
              <a:gd name="connsiteX2-133" fmla="*/ 505465 w 989158"/>
              <a:gd name="connsiteY2-134" fmla="*/ 0 h 1157972"/>
              <a:gd name="connsiteX3-135" fmla="*/ 989158 w 989158"/>
              <a:gd name="connsiteY3-136" fmla="*/ 578986 h 1157972"/>
              <a:gd name="connsiteX4-137" fmla="*/ 505465 w 989158"/>
              <a:gd name="connsiteY4-138" fmla="*/ 1157972 h 1157972"/>
              <a:gd name="connsiteX5-139" fmla="*/ 505465 w 989158"/>
              <a:gd name="connsiteY5-140" fmla="*/ 737851 h 1157972"/>
              <a:gd name="connsiteX6-141" fmla="*/ 0 w 989158"/>
              <a:gd name="connsiteY6-142" fmla="*/ 1031765 h 1157972"/>
              <a:gd name="connsiteX7-143" fmla="*/ 10887 w 989158"/>
              <a:gd name="connsiteY7-144" fmla="*/ 82665 h 1157972"/>
              <a:gd name="connsiteX0-145" fmla="*/ 10887 w 989158"/>
              <a:gd name="connsiteY0-146" fmla="*/ 82665 h 1157972"/>
              <a:gd name="connsiteX1-147" fmla="*/ 494580 w 989158"/>
              <a:gd name="connsiteY1-148" fmla="*/ 420122 h 1157972"/>
              <a:gd name="connsiteX2-149" fmla="*/ 505465 w 989158"/>
              <a:gd name="connsiteY2-150" fmla="*/ 0 h 1157972"/>
              <a:gd name="connsiteX3-151" fmla="*/ 989158 w 989158"/>
              <a:gd name="connsiteY3-152" fmla="*/ 578986 h 1157972"/>
              <a:gd name="connsiteX4-153" fmla="*/ 505465 w 989158"/>
              <a:gd name="connsiteY4-154" fmla="*/ 1157972 h 1157972"/>
              <a:gd name="connsiteX5-155" fmla="*/ 505465 w 989158"/>
              <a:gd name="connsiteY5-156" fmla="*/ 737851 h 1157972"/>
              <a:gd name="connsiteX6-157" fmla="*/ 0 w 989158"/>
              <a:gd name="connsiteY6-158" fmla="*/ 1031765 h 1157972"/>
              <a:gd name="connsiteX7-159" fmla="*/ 10887 w 989158"/>
              <a:gd name="connsiteY7-160" fmla="*/ 82665 h 1157972"/>
              <a:gd name="connsiteX0-161" fmla="*/ 10887 w 847870"/>
              <a:gd name="connsiteY0-162" fmla="*/ 82665 h 1157972"/>
              <a:gd name="connsiteX1-163" fmla="*/ 494580 w 847870"/>
              <a:gd name="connsiteY1-164" fmla="*/ 420122 h 1157972"/>
              <a:gd name="connsiteX2-165" fmla="*/ 505465 w 847870"/>
              <a:gd name="connsiteY2-166" fmla="*/ 0 h 1157972"/>
              <a:gd name="connsiteX3-167" fmla="*/ 847870 w 847870"/>
              <a:gd name="connsiteY3-168" fmla="*/ 572636 h 1157972"/>
              <a:gd name="connsiteX4-169" fmla="*/ 505465 w 847870"/>
              <a:gd name="connsiteY4-170" fmla="*/ 1157972 h 1157972"/>
              <a:gd name="connsiteX5-171" fmla="*/ 505465 w 847870"/>
              <a:gd name="connsiteY5-172" fmla="*/ 737851 h 1157972"/>
              <a:gd name="connsiteX6-173" fmla="*/ 0 w 847870"/>
              <a:gd name="connsiteY6-174" fmla="*/ 1031765 h 1157972"/>
              <a:gd name="connsiteX7-175" fmla="*/ 10887 w 847870"/>
              <a:gd name="connsiteY7-176" fmla="*/ 82665 h 1157972"/>
              <a:gd name="connsiteX0-177" fmla="*/ 10887 w 847870"/>
              <a:gd name="connsiteY0-178" fmla="*/ 82665 h 1157972"/>
              <a:gd name="connsiteX1-179" fmla="*/ 494580 w 847870"/>
              <a:gd name="connsiteY1-180" fmla="*/ 420122 h 1157972"/>
              <a:gd name="connsiteX2-181" fmla="*/ 505465 w 847870"/>
              <a:gd name="connsiteY2-182" fmla="*/ 0 h 1157972"/>
              <a:gd name="connsiteX3-183" fmla="*/ 847870 w 847870"/>
              <a:gd name="connsiteY3-184" fmla="*/ 572636 h 1157972"/>
              <a:gd name="connsiteX4-185" fmla="*/ 505465 w 847870"/>
              <a:gd name="connsiteY4-186" fmla="*/ 1157972 h 1157972"/>
              <a:gd name="connsiteX5-187" fmla="*/ 505465 w 847870"/>
              <a:gd name="connsiteY5-188" fmla="*/ 737851 h 1157972"/>
              <a:gd name="connsiteX6-189" fmla="*/ 0 w 847870"/>
              <a:gd name="connsiteY6-190" fmla="*/ 1031765 h 1157972"/>
              <a:gd name="connsiteX7-191" fmla="*/ 10887 w 847870"/>
              <a:gd name="connsiteY7-192" fmla="*/ 82665 h 1157972"/>
              <a:gd name="connsiteX0-193" fmla="*/ 10887 w 847870"/>
              <a:gd name="connsiteY0-194" fmla="*/ 82665 h 1070660"/>
              <a:gd name="connsiteX1-195" fmla="*/ 494580 w 847870"/>
              <a:gd name="connsiteY1-196" fmla="*/ 420122 h 1070660"/>
              <a:gd name="connsiteX2-197" fmla="*/ 505465 w 847870"/>
              <a:gd name="connsiteY2-198" fmla="*/ 0 h 1070660"/>
              <a:gd name="connsiteX3-199" fmla="*/ 847870 w 847870"/>
              <a:gd name="connsiteY3-200" fmla="*/ 572636 h 1070660"/>
              <a:gd name="connsiteX4-201" fmla="*/ 508640 w 847870"/>
              <a:gd name="connsiteY4-202" fmla="*/ 1070660 h 1070660"/>
              <a:gd name="connsiteX5-203" fmla="*/ 505465 w 847870"/>
              <a:gd name="connsiteY5-204" fmla="*/ 737851 h 1070660"/>
              <a:gd name="connsiteX6-205" fmla="*/ 0 w 847870"/>
              <a:gd name="connsiteY6-206" fmla="*/ 1031765 h 1070660"/>
              <a:gd name="connsiteX7-207" fmla="*/ 10887 w 847870"/>
              <a:gd name="connsiteY7-208" fmla="*/ 82665 h 1070660"/>
              <a:gd name="connsiteX0-209" fmla="*/ 10887 w 847870"/>
              <a:gd name="connsiteY0-210" fmla="*/ 0 h 987995"/>
              <a:gd name="connsiteX1-211" fmla="*/ 494580 w 847870"/>
              <a:gd name="connsiteY1-212" fmla="*/ 337457 h 987995"/>
              <a:gd name="connsiteX2-213" fmla="*/ 530865 w 847870"/>
              <a:gd name="connsiteY2-214" fmla="*/ 82435 h 987995"/>
              <a:gd name="connsiteX3-215" fmla="*/ 847870 w 847870"/>
              <a:gd name="connsiteY3-216" fmla="*/ 489971 h 987995"/>
              <a:gd name="connsiteX4-217" fmla="*/ 508640 w 847870"/>
              <a:gd name="connsiteY4-218" fmla="*/ 987995 h 987995"/>
              <a:gd name="connsiteX5-219" fmla="*/ 505465 w 847870"/>
              <a:gd name="connsiteY5-220" fmla="*/ 655186 h 987995"/>
              <a:gd name="connsiteX6-221" fmla="*/ 0 w 847870"/>
              <a:gd name="connsiteY6-222" fmla="*/ 949100 h 987995"/>
              <a:gd name="connsiteX7-223" fmla="*/ 10887 w 847870"/>
              <a:gd name="connsiteY7-224" fmla="*/ 0 h 987995"/>
              <a:gd name="connsiteX0-225" fmla="*/ 10887 w 847870"/>
              <a:gd name="connsiteY0-226" fmla="*/ 0 h 949100"/>
              <a:gd name="connsiteX1-227" fmla="*/ 494580 w 847870"/>
              <a:gd name="connsiteY1-228" fmla="*/ 337457 h 949100"/>
              <a:gd name="connsiteX2-229" fmla="*/ 530865 w 847870"/>
              <a:gd name="connsiteY2-230" fmla="*/ 82435 h 949100"/>
              <a:gd name="connsiteX3-231" fmla="*/ 847870 w 847870"/>
              <a:gd name="connsiteY3-232" fmla="*/ 489971 h 949100"/>
              <a:gd name="connsiteX4-233" fmla="*/ 511818 w 847870"/>
              <a:gd name="connsiteY4-234" fmla="*/ 921320 h 949100"/>
              <a:gd name="connsiteX5-235" fmla="*/ 505465 w 847870"/>
              <a:gd name="connsiteY5-236" fmla="*/ 655186 h 949100"/>
              <a:gd name="connsiteX6-237" fmla="*/ 0 w 847870"/>
              <a:gd name="connsiteY6-238" fmla="*/ 949100 h 949100"/>
              <a:gd name="connsiteX7-239" fmla="*/ 10887 w 847870"/>
              <a:gd name="connsiteY7-240" fmla="*/ 0 h 949100"/>
              <a:gd name="connsiteX0-241" fmla="*/ 10887 w 847870"/>
              <a:gd name="connsiteY0-242" fmla="*/ 0 h 949100"/>
              <a:gd name="connsiteX1-243" fmla="*/ 494580 w 847870"/>
              <a:gd name="connsiteY1-244" fmla="*/ 337457 h 949100"/>
              <a:gd name="connsiteX2-245" fmla="*/ 508640 w 847870"/>
              <a:gd name="connsiteY2-246" fmla="*/ 79260 h 949100"/>
              <a:gd name="connsiteX3-247" fmla="*/ 847870 w 847870"/>
              <a:gd name="connsiteY3-248" fmla="*/ 489971 h 949100"/>
              <a:gd name="connsiteX4-249" fmla="*/ 511818 w 847870"/>
              <a:gd name="connsiteY4-250" fmla="*/ 921320 h 949100"/>
              <a:gd name="connsiteX5-251" fmla="*/ 505465 w 847870"/>
              <a:gd name="connsiteY5-252" fmla="*/ 655186 h 949100"/>
              <a:gd name="connsiteX6-253" fmla="*/ 0 w 847870"/>
              <a:gd name="connsiteY6-254" fmla="*/ 949100 h 949100"/>
              <a:gd name="connsiteX7-255" fmla="*/ 10887 w 847870"/>
              <a:gd name="connsiteY7-256" fmla="*/ 0 h 949100"/>
              <a:gd name="connsiteX0-257" fmla="*/ 10887 w 847870"/>
              <a:gd name="connsiteY0-258" fmla="*/ 0 h 949100"/>
              <a:gd name="connsiteX1-259" fmla="*/ 494580 w 847870"/>
              <a:gd name="connsiteY1-260" fmla="*/ 337457 h 949100"/>
              <a:gd name="connsiteX2-261" fmla="*/ 516577 w 847870"/>
              <a:gd name="connsiteY2-262" fmla="*/ 61797 h 949100"/>
              <a:gd name="connsiteX3-263" fmla="*/ 847870 w 847870"/>
              <a:gd name="connsiteY3-264" fmla="*/ 489971 h 949100"/>
              <a:gd name="connsiteX4-265" fmla="*/ 511818 w 847870"/>
              <a:gd name="connsiteY4-266" fmla="*/ 921320 h 949100"/>
              <a:gd name="connsiteX5-267" fmla="*/ 505465 w 847870"/>
              <a:gd name="connsiteY5-268" fmla="*/ 655186 h 949100"/>
              <a:gd name="connsiteX6-269" fmla="*/ 0 w 847870"/>
              <a:gd name="connsiteY6-270" fmla="*/ 949100 h 949100"/>
              <a:gd name="connsiteX7-271" fmla="*/ 10887 w 847870"/>
              <a:gd name="connsiteY7-272" fmla="*/ 0 h 949100"/>
              <a:gd name="connsiteX0-273" fmla="*/ 10887 w 847870"/>
              <a:gd name="connsiteY0-274" fmla="*/ 0 h 949100"/>
              <a:gd name="connsiteX1-275" fmla="*/ 494580 w 847870"/>
              <a:gd name="connsiteY1-276" fmla="*/ 337457 h 949100"/>
              <a:gd name="connsiteX2-277" fmla="*/ 503877 w 847870"/>
              <a:gd name="connsiteY2-278" fmla="*/ 58622 h 949100"/>
              <a:gd name="connsiteX3-279" fmla="*/ 847870 w 847870"/>
              <a:gd name="connsiteY3-280" fmla="*/ 489971 h 949100"/>
              <a:gd name="connsiteX4-281" fmla="*/ 511818 w 847870"/>
              <a:gd name="connsiteY4-282" fmla="*/ 921320 h 949100"/>
              <a:gd name="connsiteX5-283" fmla="*/ 505465 w 847870"/>
              <a:gd name="connsiteY5-284" fmla="*/ 655186 h 949100"/>
              <a:gd name="connsiteX6-285" fmla="*/ 0 w 847870"/>
              <a:gd name="connsiteY6-286" fmla="*/ 949100 h 949100"/>
              <a:gd name="connsiteX7-287" fmla="*/ 10887 w 847870"/>
              <a:gd name="connsiteY7-288" fmla="*/ 0 h 949100"/>
              <a:gd name="connsiteX0-289" fmla="*/ 10887 w 847870"/>
              <a:gd name="connsiteY0-290" fmla="*/ 0 h 949100"/>
              <a:gd name="connsiteX1-291" fmla="*/ 504105 w 847870"/>
              <a:gd name="connsiteY1-292" fmla="*/ 345395 h 949100"/>
              <a:gd name="connsiteX2-293" fmla="*/ 503877 w 847870"/>
              <a:gd name="connsiteY2-294" fmla="*/ 58622 h 949100"/>
              <a:gd name="connsiteX3-295" fmla="*/ 847870 w 847870"/>
              <a:gd name="connsiteY3-296" fmla="*/ 489971 h 949100"/>
              <a:gd name="connsiteX4-297" fmla="*/ 511818 w 847870"/>
              <a:gd name="connsiteY4-298" fmla="*/ 921320 h 949100"/>
              <a:gd name="connsiteX5-299" fmla="*/ 505465 w 847870"/>
              <a:gd name="connsiteY5-300" fmla="*/ 655186 h 949100"/>
              <a:gd name="connsiteX6-301" fmla="*/ 0 w 847870"/>
              <a:gd name="connsiteY6-302" fmla="*/ 949100 h 949100"/>
              <a:gd name="connsiteX7-303" fmla="*/ 10887 w 847870"/>
              <a:gd name="connsiteY7-304" fmla="*/ 0 h 949100"/>
              <a:gd name="connsiteX0-305" fmla="*/ 10887 w 847870"/>
              <a:gd name="connsiteY0-306" fmla="*/ 0 h 949100"/>
              <a:gd name="connsiteX1-307" fmla="*/ 504105 w 847870"/>
              <a:gd name="connsiteY1-308" fmla="*/ 345395 h 949100"/>
              <a:gd name="connsiteX2-309" fmla="*/ 503877 w 847870"/>
              <a:gd name="connsiteY2-310" fmla="*/ 58622 h 949100"/>
              <a:gd name="connsiteX3-311" fmla="*/ 847870 w 847870"/>
              <a:gd name="connsiteY3-312" fmla="*/ 489971 h 949100"/>
              <a:gd name="connsiteX4-313" fmla="*/ 511818 w 847870"/>
              <a:gd name="connsiteY4-314" fmla="*/ 921320 h 949100"/>
              <a:gd name="connsiteX5-315" fmla="*/ 505465 w 847870"/>
              <a:gd name="connsiteY5-316" fmla="*/ 655186 h 949100"/>
              <a:gd name="connsiteX6-317" fmla="*/ 0 w 847870"/>
              <a:gd name="connsiteY6-318" fmla="*/ 949100 h 949100"/>
              <a:gd name="connsiteX7-319" fmla="*/ 10887 w 847870"/>
              <a:gd name="connsiteY7-320" fmla="*/ 0 h 949100"/>
              <a:gd name="connsiteX0-321" fmla="*/ 10887 w 847870"/>
              <a:gd name="connsiteY0-322" fmla="*/ 0 h 949100"/>
              <a:gd name="connsiteX1-323" fmla="*/ 504105 w 847870"/>
              <a:gd name="connsiteY1-324" fmla="*/ 345395 h 949100"/>
              <a:gd name="connsiteX2-325" fmla="*/ 503877 w 847870"/>
              <a:gd name="connsiteY2-326" fmla="*/ 58622 h 949100"/>
              <a:gd name="connsiteX3-327" fmla="*/ 847870 w 847870"/>
              <a:gd name="connsiteY3-328" fmla="*/ 489971 h 949100"/>
              <a:gd name="connsiteX4-329" fmla="*/ 511818 w 847870"/>
              <a:gd name="connsiteY4-330" fmla="*/ 921320 h 949100"/>
              <a:gd name="connsiteX5-331" fmla="*/ 507052 w 847870"/>
              <a:gd name="connsiteY5-332" fmla="*/ 675824 h 949100"/>
              <a:gd name="connsiteX6-333" fmla="*/ 0 w 847870"/>
              <a:gd name="connsiteY6-334" fmla="*/ 949100 h 949100"/>
              <a:gd name="connsiteX7-335" fmla="*/ 10887 w 847870"/>
              <a:gd name="connsiteY7-336" fmla="*/ 0 h 949100"/>
              <a:gd name="connsiteX0-337" fmla="*/ 10887 w 847870"/>
              <a:gd name="connsiteY0-338" fmla="*/ 0 h 949100"/>
              <a:gd name="connsiteX1-339" fmla="*/ 504105 w 847870"/>
              <a:gd name="connsiteY1-340" fmla="*/ 345395 h 949100"/>
              <a:gd name="connsiteX2-341" fmla="*/ 503877 w 847870"/>
              <a:gd name="connsiteY2-342" fmla="*/ 58622 h 949100"/>
              <a:gd name="connsiteX3-343" fmla="*/ 847870 w 847870"/>
              <a:gd name="connsiteY3-344" fmla="*/ 489971 h 949100"/>
              <a:gd name="connsiteX4-345" fmla="*/ 511818 w 847870"/>
              <a:gd name="connsiteY4-346" fmla="*/ 921320 h 949100"/>
              <a:gd name="connsiteX5-347" fmla="*/ 507052 w 847870"/>
              <a:gd name="connsiteY5-348" fmla="*/ 675824 h 949100"/>
              <a:gd name="connsiteX6-349" fmla="*/ 0 w 847870"/>
              <a:gd name="connsiteY6-350" fmla="*/ 949100 h 949100"/>
              <a:gd name="connsiteX7-351" fmla="*/ 10887 w 847870"/>
              <a:gd name="connsiteY7-352" fmla="*/ 0 h 949100"/>
              <a:gd name="connsiteX0-353" fmla="*/ 10887 w 847870"/>
              <a:gd name="connsiteY0-354" fmla="*/ 0 h 949100"/>
              <a:gd name="connsiteX1-355" fmla="*/ 504105 w 847870"/>
              <a:gd name="connsiteY1-356" fmla="*/ 345395 h 949100"/>
              <a:gd name="connsiteX2-357" fmla="*/ 503877 w 847870"/>
              <a:gd name="connsiteY2-358" fmla="*/ 58622 h 949100"/>
              <a:gd name="connsiteX3-359" fmla="*/ 847870 w 847870"/>
              <a:gd name="connsiteY3-360" fmla="*/ 489971 h 949100"/>
              <a:gd name="connsiteX4-361" fmla="*/ 511818 w 847870"/>
              <a:gd name="connsiteY4-362" fmla="*/ 921320 h 949100"/>
              <a:gd name="connsiteX5-363" fmla="*/ 507052 w 847870"/>
              <a:gd name="connsiteY5-364" fmla="*/ 675824 h 949100"/>
              <a:gd name="connsiteX6-365" fmla="*/ 0 w 847870"/>
              <a:gd name="connsiteY6-366" fmla="*/ 949100 h 949100"/>
              <a:gd name="connsiteX7-367" fmla="*/ 10887 w 847870"/>
              <a:gd name="connsiteY7-368" fmla="*/ 0 h 949100"/>
              <a:gd name="connsiteX0-369" fmla="*/ 10887 w 847870"/>
              <a:gd name="connsiteY0-370" fmla="*/ 0 h 949100"/>
              <a:gd name="connsiteX1-371" fmla="*/ 504105 w 847870"/>
              <a:gd name="connsiteY1-372" fmla="*/ 345395 h 949100"/>
              <a:gd name="connsiteX2-373" fmla="*/ 503877 w 847870"/>
              <a:gd name="connsiteY2-374" fmla="*/ 58622 h 949100"/>
              <a:gd name="connsiteX3-375" fmla="*/ 847870 w 847870"/>
              <a:gd name="connsiteY3-376" fmla="*/ 489971 h 949100"/>
              <a:gd name="connsiteX4-377" fmla="*/ 511818 w 847870"/>
              <a:gd name="connsiteY4-378" fmla="*/ 921320 h 949100"/>
              <a:gd name="connsiteX5-379" fmla="*/ 507052 w 847870"/>
              <a:gd name="connsiteY5-380" fmla="*/ 675824 h 949100"/>
              <a:gd name="connsiteX6-381" fmla="*/ 0 w 847870"/>
              <a:gd name="connsiteY6-382" fmla="*/ 949100 h 949100"/>
              <a:gd name="connsiteX7-383" fmla="*/ 10887 w 847870"/>
              <a:gd name="connsiteY7-384" fmla="*/ 0 h 949100"/>
              <a:gd name="connsiteX0-385" fmla="*/ 10887 w 847870"/>
              <a:gd name="connsiteY0-386" fmla="*/ 0 h 949100"/>
              <a:gd name="connsiteX1-387" fmla="*/ 504105 w 847870"/>
              <a:gd name="connsiteY1-388" fmla="*/ 345395 h 949100"/>
              <a:gd name="connsiteX2-389" fmla="*/ 503877 w 847870"/>
              <a:gd name="connsiteY2-390" fmla="*/ 58622 h 949100"/>
              <a:gd name="connsiteX3-391" fmla="*/ 847870 w 847870"/>
              <a:gd name="connsiteY3-392" fmla="*/ 489971 h 949100"/>
              <a:gd name="connsiteX4-393" fmla="*/ 511818 w 847870"/>
              <a:gd name="connsiteY4-394" fmla="*/ 921320 h 949100"/>
              <a:gd name="connsiteX5-395" fmla="*/ 507052 w 847870"/>
              <a:gd name="connsiteY5-396" fmla="*/ 675824 h 949100"/>
              <a:gd name="connsiteX6-397" fmla="*/ 0 w 847870"/>
              <a:gd name="connsiteY6-398" fmla="*/ 949100 h 949100"/>
              <a:gd name="connsiteX7-399" fmla="*/ 10887 w 847870"/>
              <a:gd name="connsiteY7-400" fmla="*/ 0 h 949100"/>
              <a:gd name="connsiteX0-401" fmla="*/ 10887 w 847870"/>
              <a:gd name="connsiteY0-402" fmla="*/ 0 h 949100"/>
              <a:gd name="connsiteX1-403" fmla="*/ 504105 w 847870"/>
              <a:gd name="connsiteY1-404" fmla="*/ 345395 h 949100"/>
              <a:gd name="connsiteX2-405" fmla="*/ 503877 w 847870"/>
              <a:gd name="connsiteY2-406" fmla="*/ 58622 h 949100"/>
              <a:gd name="connsiteX3-407" fmla="*/ 847870 w 847870"/>
              <a:gd name="connsiteY3-408" fmla="*/ 489971 h 949100"/>
              <a:gd name="connsiteX4-409" fmla="*/ 511818 w 847870"/>
              <a:gd name="connsiteY4-410" fmla="*/ 921320 h 949100"/>
              <a:gd name="connsiteX5-411" fmla="*/ 507052 w 847870"/>
              <a:gd name="connsiteY5-412" fmla="*/ 675824 h 949100"/>
              <a:gd name="connsiteX6-413" fmla="*/ 0 w 847870"/>
              <a:gd name="connsiteY6-414" fmla="*/ 949100 h 949100"/>
              <a:gd name="connsiteX7-415" fmla="*/ 10887 w 847870"/>
              <a:gd name="connsiteY7-416" fmla="*/ 0 h 949100"/>
              <a:gd name="connsiteX0-417" fmla="*/ 10887 w 847870"/>
              <a:gd name="connsiteY0-418" fmla="*/ 0 h 949100"/>
              <a:gd name="connsiteX1-419" fmla="*/ 504105 w 847870"/>
              <a:gd name="connsiteY1-420" fmla="*/ 345395 h 949100"/>
              <a:gd name="connsiteX2-421" fmla="*/ 503877 w 847870"/>
              <a:gd name="connsiteY2-422" fmla="*/ 58622 h 949100"/>
              <a:gd name="connsiteX3-423" fmla="*/ 847870 w 847870"/>
              <a:gd name="connsiteY3-424" fmla="*/ 489971 h 949100"/>
              <a:gd name="connsiteX4-425" fmla="*/ 511818 w 847870"/>
              <a:gd name="connsiteY4-426" fmla="*/ 809560 h 949100"/>
              <a:gd name="connsiteX5-427" fmla="*/ 507052 w 847870"/>
              <a:gd name="connsiteY5-428" fmla="*/ 675824 h 949100"/>
              <a:gd name="connsiteX6-429" fmla="*/ 0 w 847870"/>
              <a:gd name="connsiteY6-430" fmla="*/ 949100 h 949100"/>
              <a:gd name="connsiteX7-431" fmla="*/ 10887 w 847870"/>
              <a:gd name="connsiteY7-432" fmla="*/ 0 h 949100"/>
              <a:gd name="connsiteX0-433" fmla="*/ 10887 w 847870"/>
              <a:gd name="connsiteY0-434" fmla="*/ 0 h 949100"/>
              <a:gd name="connsiteX1-435" fmla="*/ 504105 w 847870"/>
              <a:gd name="connsiteY1-436" fmla="*/ 345395 h 949100"/>
              <a:gd name="connsiteX2-437" fmla="*/ 514037 w 847870"/>
              <a:gd name="connsiteY2-438" fmla="*/ 139902 h 949100"/>
              <a:gd name="connsiteX3-439" fmla="*/ 847870 w 847870"/>
              <a:gd name="connsiteY3-440" fmla="*/ 489971 h 949100"/>
              <a:gd name="connsiteX4-441" fmla="*/ 511818 w 847870"/>
              <a:gd name="connsiteY4-442" fmla="*/ 809560 h 949100"/>
              <a:gd name="connsiteX5-443" fmla="*/ 507052 w 847870"/>
              <a:gd name="connsiteY5-444" fmla="*/ 675824 h 949100"/>
              <a:gd name="connsiteX6-445" fmla="*/ 0 w 847870"/>
              <a:gd name="connsiteY6-446" fmla="*/ 949100 h 949100"/>
              <a:gd name="connsiteX7-447" fmla="*/ 10887 w 847870"/>
              <a:gd name="connsiteY7-448" fmla="*/ 0 h 949100"/>
              <a:gd name="connsiteX0-449" fmla="*/ 10887 w 746270"/>
              <a:gd name="connsiteY0-450" fmla="*/ 0 h 949100"/>
              <a:gd name="connsiteX1-451" fmla="*/ 504105 w 746270"/>
              <a:gd name="connsiteY1-452" fmla="*/ 345395 h 949100"/>
              <a:gd name="connsiteX2-453" fmla="*/ 514037 w 746270"/>
              <a:gd name="connsiteY2-454" fmla="*/ 139902 h 949100"/>
              <a:gd name="connsiteX3-455" fmla="*/ 746270 w 746270"/>
              <a:gd name="connsiteY3-456" fmla="*/ 495051 h 949100"/>
              <a:gd name="connsiteX4-457" fmla="*/ 511818 w 746270"/>
              <a:gd name="connsiteY4-458" fmla="*/ 809560 h 949100"/>
              <a:gd name="connsiteX5-459" fmla="*/ 507052 w 746270"/>
              <a:gd name="connsiteY5-460" fmla="*/ 675824 h 949100"/>
              <a:gd name="connsiteX6-461" fmla="*/ 0 w 746270"/>
              <a:gd name="connsiteY6-462" fmla="*/ 949100 h 949100"/>
              <a:gd name="connsiteX7-463" fmla="*/ 10887 w 746270"/>
              <a:gd name="connsiteY7-464" fmla="*/ 0 h 949100"/>
              <a:gd name="connsiteX0-465" fmla="*/ 10887 w 715790"/>
              <a:gd name="connsiteY0-466" fmla="*/ 0 h 949100"/>
              <a:gd name="connsiteX1-467" fmla="*/ 504105 w 715790"/>
              <a:gd name="connsiteY1-468" fmla="*/ 345395 h 949100"/>
              <a:gd name="connsiteX2-469" fmla="*/ 514037 w 715790"/>
              <a:gd name="connsiteY2-470" fmla="*/ 139902 h 949100"/>
              <a:gd name="connsiteX3-471" fmla="*/ 715790 w 715790"/>
              <a:gd name="connsiteY3-472" fmla="*/ 489971 h 949100"/>
              <a:gd name="connsiteX4-473" fmla="*/ 511818 w 715790"/>
              <a:gd name="connsiteY4-474" fmla="*/ 809560 h 949100"/>
              <a:gd name="connsiteX5-475" fmla="*/ 507052 w 715790"/>
              <a:gd name="connsiteY5-476" fmla="*/ 675824 h 949100"/>
              <a:gd name="connsiteX6-477" fmla="*/ 0 w 715790"/>
              <a:gd name="connsiteY6-478" fmla="*/ 949100 h 949100"/>
              <a:gd name="connsiteX7-479" fmla="*/ 10887 w 715790"/>
              <a:gd name="connsiteY7-480" fmla="*/ 0 h 9491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715790" h="949100">
                <a:moveTo>
                  <a:pt x="10887" y="0"/>
                </a:moveTo>
                <a:cubicBezTo>
                  <a:pt x="175746" y="68943"/>
                  <a:pt x="236738" y="507773"/>
                  <a:pt x="504105" y="345395"/>
                </a:cubicBezTo>
                <a:lnTo>
                  <a:pt x="514037" y="139902"/>
                </a:lnTo>
                <a:lnTo>
                  <a:pt x="715790" y="489971"/>
                </a:lnTo>
                <a:lnTo>
                  <a:pt x="511818" y="809560"/>
                </a:lnTo>
                <a:cubicBezTo>
                  <a:pt x="510760" y="698624"/>
                  <a:pt x="508110" y="786760"/>
                  <a:pt x="507052" y="675824"/>
                </a:cubicBezTo>
                <a:cubicBezTo>
                  <a:pt x="277332" y="443142"/>
                  <a:pt x="168488" y="894671"/>
                  <a:pt x="0" y="949100"/>
                </a:cubicBezTo>
                <a:lnTo>
                  <a:pt x="10887" y="0"/>
                </a:lnTo>
                <a:close/>
              </a:path>
            </a:pathLst>
          </a:custGeom>
          <a:gradFill>
            <a:gsLst>
              <a:gs pos="25840">
                <a:srgbClr val="4989FF">
                  <a:alpha val="14000"/>
                </a:srgbClr>
              </a:gs>
              <a:gs pos="10000">
                <a:srgbClr val="4989FF">
                  <a:alpha val="0"/>
                </a:srgbClr>
              </a:gs>
              <a:gs pos="82000">
                <a:srgbClr val="194FB5"/>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24" name="公众号：康帅PPT3">
            <a:extLst>
              <a:ext uri="{FF2B5EF4-FFF2-40B4-BE49-F238E27FC236}">
                <a16:creationId xmlns:a16="http://schemas.microsoft.com/office/drawing/2014/main" id="{1FD366F4-F8E3-811C-947B-DBEA259A823A}"/>
              </a:ext>
            </a:extLst>
          </p:cNvPr>
          <p:cNvSpPr/>
          <p:nvPr/>
        </p:nvSpPr>
        <p:spPr>
          <a:xfrm>
            <a:off x="403867" y="4577453"/>
            <a:ext cx="8756727" cy="1935103"/>
          </a:xfrm>
          <a:prstGeom prst="roundRect">
            <a:avLst>
              <a:gd name="adj" fmla="val 4313"/>
            </a:avLst>
          </a:prstGeom>
          <a:solidFill>
            <a:schemeClr val="bg1">
              <a:alpha val="46000"/>
            </a:schemeClr>
          </a:solidFill>
          <a:ln w="15875">
            <a:noFill/>
          </a:ln>
          <a:effectLst>
            <a:outerShdw blurRad="190500" dist="127000" dir="5400000" algn="t"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TW" altLang="en-US">
              <a:solidFill>
                <a:srgbClr val="FFFFFF"/>
              </a:solidFill>
              <a:latin typeface="等线" panose="02010600030101010101" charset="-122"/>
              <a:ea typeface="等线" panose="02010600030101010101" charset="-122"/>
            </a:endParaRPr>
          </a:p>
        </p:txBody>
      </p:sp>
      <p:sp>
        <p:nvSpPr>
          <p:cNvPr id="29" name="TextBox 70">
            <a:extLst>
              <a:ext uri="{FF2B5EF4-FFF2-40B4-BE49-F238E27FC236}">
                <a16:creationId xmlns:a16="http://schemas.microsoft.com/office/drawing/2014/main" id="{72BF91A2-821D-EDA3-2AF3-A1BB2D651D1E}"/>
              </a:ext>
            </a:extLst>
          </p:cNvPr>
          <p:cNvSpPr txBox="1">
            <a:spLocks noChangeArrowheads="1"/>
          </p:cNvSpPr>
          <p:nvPr/>
        </p:nvSpPr>
        <p:spPr bwMode="auto">
          <a:xfrm>
            <a:off x="5417170" y="5453173"/>
            <a:ext cx="68" cy="276999"/>
          </a:xfrm>
          <a:prstGeom prst="rect">
            <a:avLst/>
          </a:prstGeom>
          <a:solidFill>
            <a:srgbClr val="FFFF00"/>
          </a:solidFill>
          <a:ln>
            <a:noFill/>
          </a:ln>
        </p:spPr>
        <p:txBody>
          <a:bodyPr wrap="none" lIns="0" tIns="0" rIns="0" bIns="0">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微软雅黑" panose="020B0503020204020204" pitchFamily="34" charset="-122"/>
                <a:ea typeface="微软雅黑" panose="020B0503020204020204" pitchFamily="34" charset="-122"/>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微软雅黑" panose="020B0503020204020204" pitchFamily="34" charset="-122"/>
                <a:ea typeface="微软雅黑" panose="020B0503020204020204" pitchFamily="34" charset="-122"/>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微软雅黑" panose="020B0503020204020204" pitchFamily="34" charset="-122"/>
                <a:ea typeface="微软雅黑" panose="020B0503020204020204" pitchFamily="34" charset="-122"/>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9pPr>
          </a:lstStyle>
          <a:p>
            <a:pPr algn="ctr" eaLnBrk="1" hangingPunct="1">
              <a:spcBef>
                <a:spcPct val="0"/>
              </a:spcBef>
              <a:buClrTx/>
              <a:buSzTx/>
              <a:buFontTx/>
              <a:buNone/>
            </a:pPr>
            <a:endParaRPr lang="zh-CN" altLang="en-US" sz="1800" b="1" dirty="0">
              <a:latin typeface="Times New Roman" panose="02020603050405020304" pitchFamily="18" charset="0"/>
              <a:ea typeface="黑体" panose="02010609060101010101" charset="-122"/>
              <a:cs typeface="Times New Roman" panose="02020603050405020304" pitchFamily="18" charset="0"/>
            </a:endParaRPr>
          </a:p>
        </p:txBody>
      </p:sp>
      <p:grpSp>
        <p:nvGrpSpPr>
          <p:cNvPr id="25" name="组合 24">
            <a:extLst>
              <a:ext uri="{FF2B5EF4-FFF2-40B4-BE49-F238E27FC236}">
                <a16:creationId xmlns:a16="http://schemas.microsoft.com/office/drawing/2014/main" id="{DE72799D-A3B2-5324-4C69-EA0580E63E2B}"/>
              </a:ext>
            </a:extLst>
          </p:cNvPr>
          <p:cNvGrpSpPr/>
          <p:nvPr/>
        </p:nvGrpSpPr>
        <p:grpSpPr>
          <a:xfrm>
            <a:off x="5026074" y="1963163"/>
            <a:ext cx="2063044" cy="2044950"/>
            <a:chOff x="2662864" y="2454700"/>
            <a:chExt cx="3493850" cy="1553445"/>
          </a:xfrm>
        </p:grpSpPr>
        <p:sp>
          <p:nvSpPr>
            <p:cNvPr id="18" name="文本框 142">
              <a:extLst>
                <a:ext uri="{FF2B5EF4-FFF2-40B4-BE49-F238E27FC236}">
                  <a16:creationId xmlns:a16="http://schemas.microsoft.com/office/drawing/2014/main" id="{AC95D940-5936-6AD9-FBD7-05475EBA348D}"/>
                </a:ext>
              </a:extLst>
            </p:cNvPr>
            <p:cNvSpPr txBox="1"/>
            <p:nvPr/>
          </p:nvSpPr>
          <p:spPr>
            <a:xfrm>
              <a:off x="2662864" y="2454700"/>
              <a:ext cx="3493850" cy="1553445"/>
            </a:xfrm>
            <a:prstGeom prst="roundRect">
              <a:avLst>
                <a:gd name="adj" fmla="val 6552"/>
              </a:avLst>
            </a:prstGeom>
            <a:solidFill>
              <a:schemeClr val="bg1">
                <a:alpha val="75000"/>
              </a:schemeClr>
            </a:solidFill>
            <a:ln w="11638" cap="flat" cmpd="sng" algn="ctr">
              <a:solidFill>
                <a:schemeClr val="accent1">
                  <a:lumMod val="40000"/>
                  <a:lumOff val="60000"/>
                </a:schemeClr>
              </a:solidFill>
              <a:prstDash val="solid"/>
              <a:miter lim="800000"/>
            </a:ln>
            <a:effectLst>
              <a:outerShdw blurRad="102423" dist="55867" dir="5400000" algn="t" rotWithShape="0">
                <a:schemeClr val="accent1">
                  <a:alpha val="29000"/>
                </a:schemeClr>
              </a:outerShdw>
            </a:effectLst>
          </p:spPr>
          <p:txBody>
            <a:bodyPr lIns="67040" tIns="33520" rIns="67040" bIns="33520" rtlCol="0" anchor="ctr"/>
            <a:lstStyle>
              <a:defPPr>
                <a:defRPr lang="zh-CN"/>
              </a:defPPr>
              <a:lvl1pPr algn="just">
                <a:defRPr sz="1320" kern="0">
                  <a:solidFill>
                    <a:srgbClr val="FFFFFF"/>
                  </a:solidFill>
                  <a:latin typeface="思源黑体 CN Normal" panose="020B0400000000000000" pitchFamily="34" charset="-122"/>
                  <a:ea typeface="思源黑体 CN Normal" panose="020B0400000000000000" pitchFamily="34" charset="-122"/>
                </a:defRPr>
              </a:lvl1pPr>
            </a:lstStyle>
            <a:p>
              <a:endParaRPr lang="en-US" altLang="zh-CN" sz="1100" dirty="0">
                <a:solidFill>
                  <a:srgbClr val="0070C0"/>
                </a:solidFill>
                <a:latin typeface="微软雅黑" panose="020B0503020204020204" pitchFamily="34" charset="-122"/>
                <a:ea typeface="微软雅黑" panose="020B0503020204020204" pitchFamily="34" charset="-122"/>
              </a:endParaRPr>
            </a:p>
          </p:txBody>
        </p:sp>
        <p:grpSp>
          <p:nvGrpSpPr>
            <p:cNvPr id="54" name="组合 53">
              <a:extLst>
                <a:ext uri="{FF2B5EF4-FFF2-40B4-BE49-F238E27FC236}">
                  <a16:creationId xmlns:a16="http://schemas.microsoft.com/office/drawing/2014/main" id="{1E834727-85DF-033D-A328-16115C94354A}"/>
                </a:ext>
              </a:extLst>
            </p:cNvPr>
            <p:cNvGrpSpPr/>
            <p:nvPr/>
          </p:nvGrpSpPr>
          <p:grpSpPr>
            <a:xfrm>
              <a:off x="2771941" y="2545139"/>
              <a:ext cx="3256864" cy="1337111"/>
              <a:chOff x="4518123" y="5363599"/>
              <a:chExt cx="3120827" cy="1325778"/>
            </a:xfrm>
          </p:grpSpPr>
          <p:sp>
            <p:nvSpPr>
              <p:cNvPr id="55" name="矩形: 圆角 54">
                <a:extLst>
                  <a:ext uri="{FF2B5EF4-FFF2-40B4-BE49-F238E27FC236}">
                    <a16:creationId xmlns:a16="http://schemas.microsoft.com/office/drawing/2014/main" id="{03EF3CDA-8887-04BD-4298-E53AFD6E4C1F}"/>
                  </a:ext>
                </a:extLst>
              </p:cNvPr>
              <p:cNvSpPr/>
              <p:nvPr/>
            </p:nvSpPr>
            <p:spPr>
              <a:xfrm>
                <a:off x="4518124" y="5371600"/>
                <a:ext cx="3102780" cy="370269"/>
              </a:xfrm>
              <a:prstGeom prst="roundRect">
                <a:avLst/>
              </a:prstGeom>
              <a:solidFill>
                <a:schemeClr val="bg1"/>
              </a:solidFill>
              <a:ln w="12700">
                <a:solidFill>
                  <a:schemeClr val="accent5">
                    <a:lumMod val="40000"/>
                    <a:lumOff val="60000"/>
                  </a:schemeClr>
                </a:solidFill>
              </a:ln>
              <a:effectLst>
                <a:outerShdw blurRad="63500" algn="ctr" rotWithShape="0">
                  <a:schemeClr val="accent3">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93675"/>
                <a:endParaRPr kumimoji="1" lang="zh-CN" altLang="en-US" sz="1050">
                  <a:solidFill>
                    <a:srgbClr val="000000">
                      <a:lumMod val="85000"/>
                      <a:lumOff val="15000"/>
                    </a:srgbClr>
                  </a:solidFill>
                  <a:latin typeface="微软雅黑" panose="020B0503020204020204" pitchFamily="34" charset="-122"/>
                  <a:ea typeface="微软雅黑" panose="020B0503020204020204" pitchFamily="34" charset="-122"/>
                </a:endParaRPr>
              </a:p>
            </p:txBody>
          </p:sp>
          <p:sp>
            <p:nvSpPr>
              <p:cNvPr id="56" name="文本框 55">
                <a:extLst>
                  <a:ext uri="{FF2B5EF4-FFF2-40B4-BE49-F238E27FC236}">
                    <a16:creationId xmlns:a16="http://schemas.microsoft.com/office/drawing/2014/main" id="{22AE112E-55B0-6EEF-24CD-E988C740E156}"/>
                  </a:ext>
                </a:extLst>
              </p:cNvPr>
              <p:cNvSpPr txBox="1"/>
              <p:nvPr/>
            </p:nvSpPr>
            <p:spPr>
              <a:xfrm>
                <a:off x="4518124" y="5363599"/>
                <a:ext cx="3102780" cy="314987"/>
              </a:xfrm>
              <a:prstGeom prst="rect">
                <a:avLst/>
              </a:prstGeom>
              <a:noFill/>
            </p:spPr>
            <p:txBody>
              <a:bodyPr wrap="square" rtlCol="0">
                <a:spAutoFit/>
              </a:bodyPr>
              <a:lstStyle/>
              <a:p>
                <a:pPr algn="ctr">
                  <a:lnSpc>
                    <a:spcPct val="150000"/>
                  </a:lnSpc>
                </a:pPr>
                <a:r>
                  <a:rPr lang="zh-CN" altLang="en-US" sz="1600" dirty="0">
                    <a:effectLst/>
                    <a:latin typeface="思源黑体" panose="020B0500000000000000" pitchFamily="34" charset="-122"/>
                    <a:ea typeface="思源黑体" panose="020B0500000000000000" pitchFamily="34" charset="-122"/>
                  </a:rPr>
                  <a:t>透视畸变</a:t>
                </a:r>
              </a:p>
            </p:txBody>
          </p:sp>
          <p:sp>
            <p:nvSpPr>
              <p:cNvPr id="57" name="矩形: 圆角 56">
                <a:extLst>
                  <a:ext uri="{FF2B5EF4-FFF2-40B4-BE49-F238E27FC236}">
                    <a16:creationId xmlns:a16="http://schemas.microsoft.com/office/drawing/2014/main" id="{DF36704E-B671-8A62-D34D-B3CC41A67446}"/>
                  </a:ext>
                </a:extLst>
              </p:cNvPr>
              <p:cNvSpPr/>
              <p:nvPr/>
            </p:nvSpPr>
            <p:spPr>
              <a:xfrm>
                <a:off x="4518124" y="5842724"/>
                <a:ext cx="3102780" cy="370269"/>
              </a:xfrm>
              <a:prstGeom prst="roundRect">
                <a:avLst/>
              </a:prstGeom>
              <a:solidFill>
                <a:schemeClr val="bg1"/>
              </a:solidFill>
              <a:ln w="12700">
                <a:solidFill>
                  <a:schemeClr val="accent5">
                    <a:lumMod val="40000"/>
                    <a:lumOff val="60000"/>
                  </a:schemeClr>
                </a:solidFill>
              </a:ln>
              <a:effectLst>
                <a:outerShdw blurRad="63500" algn="ctr" rotWithShape="0">
                  <a:schemeClr val="accent3">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93675"/>
                <a:endParaRPr kumimoji="1" lang="zh-CN" altLang="en-US" sz="1050">
                  <a:solidFill>
                    <a:srgbClr val="000000">
                      <a:lumMod val="85000"/>
                      <a:lumOff val="15000"/>
                    </a:srgbClr>
                  </a:solidFill>
                  <a:latin typeface="微软雅黑" panose="020B0503020204020204" pitchFamily="34" charset="-122"/>
                  <a:ea typeface="微软雅黑" panose="020B0503020204020204" pitchFamily="34" charset="-122"/>
                </a:endParaRPr>
              </a:p>
            </p:txBody>
          </p:sp>
          <p:sp>
            <p:nvSpPr>
              <p:cNvPr id="58" name="文本框 57">
                <a:extLst>
                  <a:ext uri="{FF2B5EF4-FFF2-40B4-BE49-F238E27FC236}">
                    <a16:creationId xmlns:a16="http://schemas.microsoft.com/office/drawing/2014/main" id="{DEBB5254-B088-EEEA-B3E6-057891551CF6}"/>
                  </a:ext>
                </a:extLst>
              </p:cNvPr>
              <p:cNvSpPr txBox="1"/>
              <p:nvPr/>
            </p:nvSpPr>
            <p:spPr>
              <a:xfrm>
                <a:off x="4518125" y="5850858"/>
                <a:ext cx="3102780" cy="314986"/>
              </a:xfrm>
              <a:prstGeom prst="rect">
                <a:avLst/>
              </a:prstGeom>
              <a:noFill/>
            </p:spPr>
            <p:txBody>
              <a:bodyPr wrap="square" rtlCol="0">
                <a:spAutoFit/>
              </a:bodyPr>
              <a:lstStyle/>
              <a:p>
                <a:pPr algn="ctr">
                  <a:lnSpc>
                    <a:spcPct val="150000"/>
                  </a:lnSpc>
                </a:pPr>
                <a:r>
                  <a:rPr lang="zh-CN" altLang="en-US" sz="1600" dirty="0">
                    <a:latin typeface="思源黑体" panose="020B0500000000000000" pitchFamily="34" charset="-122"/>
                    <a:ea typeface="思源黑体" panose="020B0500000000000000" pitchFamily="34" charset="-122"/>
                  </a:rPr>
                  <a:t>棋盘难识别</a:t>
                </a:r>
                <a:endParaRPr lang="zh-CN" altLang="en-US" sz="1600" dirty="0">
                  <a:effectLst/>
                  <a:latin typeface="思源黑体" panose="020B0500000000000000" pitchFamily="34" charset="-122"/>
                  <a:ea typeface="思源黑体" panose="020B0500000000000000" pitchFamily="34" charset="-122"/>
                </a:endParaRPr>
              </a:p>
            </p:txBody>
          </p:sp>
          <p:sp>
            <p:nvSpPr>
              <p:cNvPr id="59" name="矩形: 圆角 58">
                <a:extLst>
                  <a:ext uri="{FF2B5EF4-FFF2-40B4-BE49-F238E27FC236}">
                    <a16:creationId xmlns:a16="http://schemas.microsoft.com/office/drawing/2014/main" id="{10CF46C2-0078-A530-0842-E171845C9638}"/>
                  </a:ext>
                </a:extLst>
              </p:cNvPr>
              <p:cNvSpPr/>
              <p:nvPr/>
            </p:nvSpPr>
            <p:spPr>
              <a:xfrm>
                <a:off x="4518123" y="6319108"/>
                <a:ext cx="3102780" cy="370269"/>
              </a:xfrm>
              <a:prstGeom prst="roundRect">
                <a:avLst/>
              </a:prstGeom>
              <a:solidFill>
                <a:schemeClr val="bg1"/>
              </a:solidFill>
              <a:ln w="12700">
                <a:solidFill>
                  <a:schemeClr val="accent5">
                    <a:lumMod val="40000"/>
                    <a:lumOff val="60000"/>
                  </a:schemeClr>
                </a:solidFill>
              </a:ln>
              <a:effectLst>
                <a:outerShdw blurRad="63500" algn="ctr" rotWithShape="0">
                  <a:schemeClr val="accent3">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93675"/>
                <a:endParaRPr kumimoji="1" lang="zh-CN" altLang="en-US" sz="1050">
                  <a:solidFill>
                    <a:srgbClr val="000000">
                      <a:lumMod val="85000"/>
                      <a:lumOff val="15000"/>
                    </a:srgbClr>
                  </a:solidFill>
                  <a:latin typeface="微软雅黑" panose="020B0503020204020204" pitchFamily="34" charset="-122"/>
                  <a:ea typeface="微软雅黑" panose="020B0503020204020204" pitchFamily="34" charset="-122"/>
                </a:endParaRPr>
              </a:p>
            </p:txBody>
          </p:sp>
          <p:sp>
            <p:nvSpPr>
              <p:cNvPr id="60" name="文本框 59">
                <a:extLst>
                  <a:ext uri="{FF2B5EF4-FFF2-40B4-BE49-F238E27FC236}">
                    <a16:creationId xmlns:a16="http://schemas.microsoft.com/office/drawing/2014/main" id="{E201658A-245E-2DE1-06EE-C1908363D359}"/>
                  </a:ext>
                </a:extLst>
              </p:cNvPr>
              <p:cNvSpPr txBox="1"/>
              <p:nvPr/>
            </p:nvSpPr>
            <p:spPr>
              <a:xfrm>
                <a:off x="4536170" y="6307034"/>
                <a:ext cx="3102780" cy="314986"/>
              </a:xfrm>
              <a:prstGeom prst="rect">
                <a:avLst/>
              </a:prstGeom>
              <a:noFill/>
            </p:spPr>
            <p:txBody>
              <a:bodyPr wrap="square" rtlCol="0">
                <a:spAutoFit/>
              </a:bodyPr>
              <a:lstStyle/>
              <a:p>
                <a:pPr algn="ctr">
                  <a:lnSpc>
                    <a:spcPct val="150000"/>
                  </a:lnSpc>
                </a:pPr>
                <a:r>
                  <a:rPr lang="zh-CN" altLang="en-US" sz="1600" dirty="0">
                    <a:effectLst/>
                    <a:latin typeface="思源黑体" panose="020B0500000000000000" pitchFamily="34" charset="-122"/>
                    <a:ea typeface="思源黑体" panose="020B0500000000000000" pitchFamily="34" charset="-122"/>
                  </a:rPr>
                  <a:t>棋子难识别</a:t>
                </a:r>
              </a:p>
            </p:txBody>
          </p:sp>
        </p:grpSp>
      </p:grpSp>
      <p:sp>
        <p:nvSpPr>
          <p:cNvPr id="67" name="文本框 142">
            <a:extLst>
              <a:ext uri="{FF2B5EF4-FFF2-40B4-BE49-F238E27FC236}">
                <a16:creationId xmlns:a16="http://schemas.microsoft.com/office/drawing/2014/main" id="{8F228830-7FB1-0670-A4AF-8EC7DB2F1970}"/>
              </a:ext>
            </a:extLst>
          </p:cNvPr>
          <p:cNvSpPr txBox="1"/>
          <p:nvPr/>
        </p:nvSpPr>
        <p:spPr>
          <a:xfrm>
            <a:off x="4289274" y="4315975"/>
            <a:ext cx="3493850" cy="2102422"/>
          </a:xfrm>
          <a:prstGeom prst="roundRect">
            <a:avLst>
              <a:gd name="adj" fmla="val 6552"/>
            </a:avLst>
          </a:prstGeom>
          <a:solidFill>
            <a:schemeClr val="bg1">
              <a:alpha val="75000"/>
            </a:schemeClr>
          </a:solidFill>
          <a:ln w="11638" cap="flat" cmpd="sng" algn="ctr">
            <a:solidFill>
              <a:schemeClr val="accent1">
                <a:lumMod val="40000"/>
                <a:lumOff val="60000"/>
              </a:schemeClr>
            </a:solidFill>
            <a:prstDash val="solid"/>
            <a:miter lim="800000"/>
          </a:ln>
          <a:effectLst>
            <a:outerShdw blurRad="102423" dist="55867" dir="5400000" algn="t" rotWithShape="0">
              <a:schemeClr val="accent1">
                <a:alpha val="29000"/>
              </a:schemeClr>
            </a:outerShdw>
          </a:effectLst>
        </p:spPr>
        <p:txBody>
          <a:bodyPr lIns="67040" tIns="33520" rIns="67040" bIns="33520" rtlCol="0" anchor="ctr"/>
          <a:lstStyle>
            <a:defPPr>
              <a:defRPr lang="zh-CN"/>
            </a:defPPr>
            <a:lvl1pPr algn="just">
              <a:defRPr sz="1320" kern="0">
                <a:solidFill>
                  <a:srgbClr val="FFFFFF"/>
                </a:solidFill>
                <a:latin typeface="思源黑体 CN Normal" panose="020B0400000000000000" pitchFamily="34" charset="-122"/>
                <a:ea typeface="思源黑体 CN Normal" panose="020B0400000000000000" pitchFamily="34" charset="-122"/>
              </a:defRPr>
            </a:lvl1pPr>
          </a:lstStyle>
          <a:p>
            <a:endParaRPr lang="en-US" altLang="zh-CN" sz="1100" dirty="0">
              <a:solidFill>
                <a:srgbClr val="0070C0"/>
              </a:solidFill>
              <a:latin typeface="微软雅黑" panose="020B0503020204020204" pitchFamily="34" charset="-122"/>
              <a:ea typeface="微软雅黑" panose="020B0503020204020204" pitchFamily="34" charset="-122"/>
            </a:endParaRPr>
          </a:p>
        </p:txBody>
      </p:sp>
      <p:sp>
        <p:nvSpPr>
          <p:cNvPr id="68" name="文本框 142">
            <a:extLst>
              <a:ext uri="{FF2B5EF4-FFF2-40B4-BE49-F238E27FC236}">
                <a16:creationId xmlns:a16="http://schemas.microsoft.com/office/drawing/2014/main" id="{31FAD675-B60A-CA84-4437-91386E3A1E34}"/>
              </a:ext>
            </a:extLst>
          </p:cNvPr>
          <p:cNvSpPr txBox="1"/>
          <p:nvPr/>
        </p:nvSpPr>
        <p:spPr>
          <a:xfrm>
            <a:off x="8002205" y="4336294"/>
            <a:ext cx="3493850" cy="2065477"/>
          </a:xfrm>
          <a:prstGeom prst="roundRect">
            <a:avLst>
              <a:gd name="adj" fmla="val 6552"/>
            </a:avLst>
          </a:prstGeom>
          <a:solidFill>
            <a:schemeClr val="bg1">
              <a:alpha val="75000"/>
            </a:schemeClr>
          </a:solidFill>
          <a:ln w="11638" cap="flat" cmpd="sng" algn="ctr">
            <a:solidFill>
              <a:schemeClr val="accent1">
                <a:lumMod val="40000"/>
                <a:lumOff val="60000"/>
              </a:schemeClr>
            </a:solidFill>
            <a:prstDash val="solid"/>
            <a:miter lim="800000"/>
          </a:ln>
          <a:effectLst>
            <a:outerShdw blurRad="102423" dist="55867" dir="5400000" algn="t" rotWithShape="0">
              <a:schemeClr val="accent1">
                <a:alpha val="29000"/>
              </a:schemeClr>
            </a:outerShdw>
          </a:effectLst>
        </p:spPr>
        <p:txBody>
          <a:bodyPr lIns="67040" tIns="33520" rIns="67040" bIns="33520" rtlCol="0" anchor="ctr"/>
          <a:lstStyle>
            <a:defPPr>
              <a:defRPr lang="zh-CN"/>
            </a:defPPr>
            <a:lvl1pPr algn="just">
              <a:defRPr sz="1320" kern="0">
                <a:solidFill>
                  <a:srgbClr val="FFFFFF"/>
                </a:solidFill>
                <a:latin typeface="思源黑体 CN Normal" panose="020B0400000000000000" pitchFamily="34" charset="-122"/>
                <a:ea typeface="思源黑体 CN Normal" panose="020B0400000000000000" pitchFamily="34" charset="-122"/>
              </a:defRPr>
            </a:lvl1pPr>
          </a:lstStyle>
          <a:p>
            <a:endParaRPr lang="en-US" altLang="zh-CN" sz="1100" dirty="0">
              <a:solidFill>
                <a:srgbClr val="0070C0"/>
              </a:solidFill>
              <a:latin typeface="微软雅黑" panose="020B0503020204020204" pitchFamily="34" charset="-122"/>
              <a:ea typeface="微软雅黑" panose="020B0503020204020204" pitchFamily="34" charset="-122"/>
            </a:endParaRPr>
          </a:p>
        </p:txBody>
      </p:sp>
      <p:sp>
        <p:nvSpPr>
          <p:cNvPr id="75" name="文本框 74">
            <a:extLst>
              <a:ext uri="{FF2B5EF4-FFF2-40B4-BE49-F238E27FC236}">
                <a16:creationId xmlns:a16="http://schemas.microsoft.com/office/drawing/2014/main" id="{0789C819-F24B-FAE4-F7AD-870257BF0636}"/>
              </a:ext>
            </a:extLst>
          </p:cNvPr>
          <p:cNvSpPr txBox="1"/>
          <p:nvPr/>
        </p:nvSpPr>
        <p:spPr>
          <a:xfrm>
            <a:off x="4363932" y="5039562"/>
            <a:ext cx="3409304" cy="1346907"/>
          </a:xfrm>
          <a:prstGeom prst="rect">
            <a:avLst/>
          </a:prstGeom>
          <a:noFill/>
        </p:spPr>
        <p:txBody>
          <a:bodyPr wrap="square">
            <a:spAutoFit/>
          </a:bodyPr>
          <a:lstStyle/>
          <a:p>
            <a:pPr marL="285750" indent="-285750">
              <a:lnSpc>
                <a:spcPct val="150000"/>
              </a:lnSpc>
              <a:buFont typeface="Wingdings" panose="05000000000000000000" pitchFamily="2" charset="2"/>
              <a:buChar char="Ø"/>
            </a:pPr>
            <a:r>
              <a:rPr lang="zh-CN" altLang="en-US" sz="1400" b="0" i="0" dirty="0">
                <a:solidFill>
                  <a:srgbClr val="000000"/>
                </a:solidFill>
                <a:effectLst/>
                <a:latin typeface="思源黑体 CN Medium" panose="020B0600000000000000" pitchFamily="34" charset="-122"/>
                <a:ea typeface="思源黑体 CN Medium" panose="020B0600000000000000" pitchFamily="34" charset="-122"/>
              </a:rPr>
              <a:t>在校正后的图像中手动标定棋盘四个顶点以建立固定坐标系，再通过等分算法重构全盘角点，避免直接提取横竖线的算法失效。</a:t>
            </a:r>
          </a:p>
        </p:txBody>
      </p:sp>
      <p:sp>
        <p:nvSpPr>
          <p:cNvPr id="76" name="文本框 75">
            <a:extLst>
              <a:ext uri="{FF2B5EF4-FFF2-40B4-BE49-F238E27FC236}">
                <a16:creationId xmlns:a16="http://schemas.microsoft.com/office/drawing/2014/main" id="{0291044F-26AA-BD5A-B029-DE8115DB5573}"/>
              </a:ext>
            </a:extLst>
          </p:cNvPr>
          <p:cNvSpPr txBox="1"/>
          <p:nvPr/>
        </p:nvSpPr>
        <p:spPr>
          <a:xfrm>
            <a:off x="8030430" y="5010416"/>
            <a:ext cx="3465625" cy="1346907"/>
          </a:xfrm>
          <a:prstGeom prst="rect">
            <a:avLst/>
          </a:prstGeom>
          <a:noFill/>
        </p:spPr>
        <p:txBody>
          <a:bodyPr wrap="square">
            <a:spAutoFit/>
          </a:bodyPr>
          <a:lstStyle/>
          <a:p>
            <a:pPr marL="285750" indent="-285750">
              <a:lnSpc>
                <a:spcPct val="150000"/>
              </a:lnSpc>
              <a:buFont typeface="Wingdings" panose="05000000000000000000" pitchFamily="2" charset="2"/>
              <a:buChar char="Ø"/>
            </a:pPr>
            <a:r>
              <a:rPr lang="zh-CN" altLang="en-US" sz="1400" dirty="0">
                <a:solidFill>
                  <a:srgbClr val="000000"/>
                </a:solidFill>
                <a:latin typeface="思源黑体 CN Medium" panose="020B0600000000000000" pitchFamily="34" charset="-122"/>
                <a:ea typeface="思源黑体 CN Medium" panose="020B0600000000000000" pitchFamily="34" charset="-122"/>
              </a:rPr>
              <a:t>对采集图像进行灰度化、归一化等图像预处理以增强识别稳定性，并引入多帧稳定性判断与差分分析算法进行落子检测。</a:t>
            </a:r>
            <a:endParaRPr lang="zh-CN" altLang="en-US" sz="1400" b="0" i="0" dirty="0">
              <a:solidFill>
                <a:srgbClr val="000000"/>
              </a:solidFill>
              <a:effectLst/>
              <a:latin typeface="思源黑体 CN Medium" panose="020B0600000000000000" pitchFamily="34" charset="-122"/>
              <a:ea typeface="思源黑体 CN Medium" panose="020B0600000000000000" pitchFamily="34" charset="-122"/>
            </a:endParaRPr>
          </a:p>
        </p:txBody>
      </p:sp>
      <p:grpSp>
        <p:nvGrpSpPr>
          <p:cNvPr id="43" name="组合 42">
            <a:extLst>
              <a:ext uri="{FF2B5EF4-FFF2-40B4-BE49-F238E27FC236}">
                <a16:creationId xmlns:a16="http://schemas.microsoft.com/office/drawing/2014/main" id="{41265D8E-DE3E-50D2-E382-B68859C49F9B}"/>
              </a:ext>
            </a:extLst>
          </p:cNvPr>
          <p:cNvGrpSpPr/>
          <p:nvPr/>
        </p:nvGrpSpPr>
        <p:grpSpPr>
          <a:xfrm>
            <a:off x="576338" y="4318632"/>
            <a:ext cx="3493850" cy="2108078"/>
            <a:chOff x="576338" y="4764316"/>
            <a:chExt cx="3493850" cy="1662394"/>
          </a:xfrm>
        </p:grpSpPr>
        <p:sp>
          <p:nvSpPr>
            <p:cNvPr id="28" name="文本框 142">
              <a:extLst>
                <a:ext uri="{FF2B5EF4-FFF2-40B4-BE49-F238E27FC236}">
                  <a16:creationId xmlns:a16="http://schemas.microsoft.com/office/drawing/2014/main" id="{7BB99479-8283-7365-5099-858C89FCE574}"/>
                </a:ext>
              </a:extLst>
            </p:cNvPr>
            <p:cNvSpPr txBox="1"/>
            <p:nvPr/>
          </p:nvSpPr>
          <p:spPr>
            <a:xfrm>
              <a:off x="576338" y="4764316"/>
              <a:ext cx="3493850" cy="1662394"/>
            </a:xfrm>
            <a:prstGeom prst="roundRect">
              <a:avLst>
                <a:gd name="adj" fmla="val 6552"/>
              </a:avLst>
            </a:prstGeom>
            <a:solidFill>
              <a:schemeClr val="bg1">
                <a:alpha val="75000"/>
              </a:schemeClr>
            </a:solidFill>
            <a:ln w="11638" cap="flat" cmpd="sng" algn="ctr">
              <a:solidFill>
                <a:schemeClr val="accent1">
                  <a:lumMod val="40000"/>
                  <a:lumOff val="60000"/>
                </a:schemeClr>
              </a:solidFill>
              <a:prstDash val="solid"/>
              <a:miter lim="800000"/>
            </a:ln>
            <a:effectLst>
              <a:outerShdw blurRad="102423" dist="55867" dir="5400000" algn="t" rotWithShape="0">
                <a:schemeClr val="accent1">
                  <a:alpha val="29000"/>
                </a:schemeClr>
              </a:outerShdw>
            </a:effectLst>
          </p:spPr>
          <p:txBody>
            <a:bodyPr lIns="67040" tIns="33520" rIns="67040" bIns="33520" rtlCol="0" anchor="ctr"/>
            <a:lstStyle>
              <a:defPPr>
                <a:defRPr lang="zh-CN"/>
              </a:defPPr>
              <a:lvl1pPr algn="just">
                <a:defRPr sz="1320" kern="0">
                  <a:solidFill>
                    <a:srgbClr val="FFFFFF"/>
                  </a:solidFill>
                  <a:latin typeface="思源黑体 CN Normal" panose="020B0400000000000000" pitchFamily="34" charset="-122"/>
                  <a:ea typeface="思源黑体 CN Normal" panose="020B0400000000000000" pitchFamily="34" charset="-122"/>
                </a:defRPr>
              </a:lvl1pPr>
            </a:lstStyle>
            <a:p>
              <a:endParaRPr lang="en-US" altLang="zh-CN" sz="1100" dirty="0">
                <a:solidFill>
                  <a:srgbClr val="0070C0"/>
                </a:solidFill>
                <a:latin typeface="微软雅黑" panose="020B0503020204020204" pitchFamily="34" charset="-122"/>
                <a:ea typeface="微软雅黑" panose="020B0503020204020204" pitchFamily="34" charset="-122"/>
              </a:endParaRPr>
            </a:p>
          </p:txBody>
        </p:sp>
        <p:sp>
          <p:nvSpPr>
            <p:cNvPr id="74" name="文本框 73">
              <a:extLst>
                <a:ext uri="{FF2B5EF4-FFF2-40B4-BE49-F238E27FC236}">
                  <a16:creationId xmlns:a16="http://schemas.microsoft.com/office/drawing/2014/main" id="{5453F35B-DF12-2A2F-9B90-563B83A3255E}"/>
                </a:ext>
              </a:extLst>
            </p:cNvPr>
            <p:cNvSpPr txBox="1"/>
            <p:nvPr/>
          </p:nvSpPr>
          <p:spPr>
            <a:xfrm>
              <a:off x="660884" y="5367773"/>
              <a:ext cx="3409304" cy="912276"/>
            </a:xfrm>
            <a:prstGeom prst="rect">
              <a:avLst/>
            </a:prstGeom>
            <a:noFill/>
          </p:spPr>
          <p:txBody>
            <a:bodyPr wrap="square">
              <a:spAutoFit/>
            </a:bodyPr>
            <a:lstStyle/>
            <a:p>
              <a:pPr marL="285750" indent="-285750">
                <a:lnSpc>
                  <a:spcPct val="150000"/>
                </a:lnSpc>
                <a:buFont typeface="Wingdings" panose="05000000000000000000" pitchFamily="2" charset="2"/>
                <a:buChar char="Ø"/>
              </a:pPr>
              <a:r>
                <a:rPr lang="zh-CN" altLang="en-US" sz="1600" dirty="0">
                  <a:solidFill>
                    <a:srgbClr val="000000"/>
                  </a:solidFill>
                  <a:latin typeface="思源黑体 CN Medium" panose="020B0600000000000000" pitchFamily="34" charset="-122"/>
                  <a:ea typeface="思源黑体 CN Medium" panose="020B0600000000000000" pitchFamily="34" charset="-122"/>
                </a:rPr>
                <a:t>利用黑白格标定板完成相机标定与畸变校正，将原始倾斜图像转换为统一的俯视棋盘视图。</a:t>
              </a:r>
              <a:endParaRPr lang="zh-CN" altLang="en-US" sz="1600" b="1" dirty="0">
                <a:solidFill>
                  <a:srgbClr val="C00000"/>
                </a:solidFill>
                <a:latin typeface="思源黑体 CN Medium" panose="020B0600000000000000" pitchFamily="34" charset="-122"/>
                <a:ea typeface="思源黑体 CN Medium" panose="020B0600000000000000" pitchFamily="34" charset="-122"/>
              </a:endParaRPr>
            </a:p>
          </p:txBody>
        </p:sp>
      </p:grpSp>
      <p:grpSp>
        <p:nvGrpSpPr>
          <p:cNvPr id="48" name="组合 47">
            <a:extLst>
              <a:ext uri="{FF2B5EF4-FFF2-40B4-BE49-F238E27FC236}">
                <a16:creationId xmlns:a16="http://schemas.microsoft.com/office/drawing/2014/main" id="{6AD04848-26F4-05A9-92EF-6B0232881EBA}"/>
              </a:ext>
            </a:extLst>
          </p:cNvPr>
          <p:cNvGrpSpPr/>
          <p:nvPr/>
        </p:nvGrpSpPr>
        <p:grpSpPr>
          <a:xfrm>
            <a:off x="4550445" y="4509611"/>
            <a:ext cx="3036278" cy="465512"/>
            <a:chOff x="4563181" y="4894942"/>
            <a:chExt cx="3036278" cy="465512"/>
          </a:xfrm>
        </p:grpSpPr>
        <p:sp>
          <p:nvSpPr>
            <p:cNvPr id="71" name="箭头: V 形 70">
              <a:extLst>
                <a:ext uri="{FF2B5EF4-FFF2-40B4-BE49-F238E27FC236}">
                  <a16:creationId xmlns:a16="http://schemas.microsoft.com/office/drawing/2014/main" id="{8B92D7F6-9EDC-0268-1A63-DEE270C2241C}"/>
                </a:ext>
              </a:extLst>
            </p:cNvPr>
            <p:cNvSpPr/>
            <p:nvPr/>
          </p:nvSpPr>
          <p:spPr>
            <a:xfrm>
              <a:off x="4563181" y="4894942"/>
              <a:ext cx="3036278" cy="465512"/>
            </a:xfrm>
            <a:prstGeom prst="chevron">
              <a:avLst>
                <a:gd name="adj" fmla="val 35714"/>
              </a:avLst>
            </a:prstGeom>
            <a:gradFill>
              <a:gsLst>
                <a:gs pos="0">
                  <a:srgbClr val="194DB2"/>
                </a:gs>
                <a:gs pos="100000">
                  <a:srgbClr val="0D5DBD"/>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rgbClr val="FFFFFF"/>
                </a:solidFill>
                <a:latin typeface="微软雅黑" panose="020B0503020204020204" pitchFamily="34" charset="-122"/>
                <a:ea typeface="微软雅黑" panose="020B0503020204020204" pitchFamily="34" charset="-122"/>
              </a:endParaRPr>
            </a:p>
          </p:txBody>
        </p:sp>
        <p:sp>
          <p:nvSpPr>
            <p:cNvPr id="78" name="文本框 52">
              <a:extLst>
                <a:ext uri="{FF2B5EF4-FFF2-40B4-BE49-F238E27FC236}">
                  <a16:creationId xmlns:a16="http://schemas.microsoft.com/office/drawing/2014/main" id="{3BAE0E41-47C4-27C1-1834-9E950B93C1DE}"/>
                </a:ext>
              </a:extLst>
            </p:cNvPr>
            <p:cNvSpPr txBox="1"/>
            <p:nvPr/>
          </p:nvSpPr>
          <p:spPr>
            <a:xfrm>
              <a:off x="4739512" y="4918901"/>
              <a:ext cx="2712470" cy="438150"/>
            </a:xfrm>
            <a:prstGeom prst="rect">
              <a:avLst/>
            </a:prstGeom>
            <a:noFill/>
          </p:spPr>
          <p:txBody>
            <a:bodyPr wrap="square" rtlCol="0" anchor="t">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120000"/>
                </a:lnSpc>
              </a:pPr>
              <a:r>
                <a:rPr lang="zh-CN" altLang="en-US" b="1" dirty="0">
                  <a:solidFill>
                    <a:schemeClr val="bg1"/>
                  </a:solidFill>
                  <a:latin typeface="思源黑体 CN Medium" panose="020B0600000000000000" pitchFamily="34" charset="-122"/>
                  <a:ea typeface="思源黑体 CN Medium" panose="020B0600000000000000" pitchFamily="34" charset="-122"/>
                </a:rPr>
                <a:t>棋盘难识别</a:t>
              </a:r>
            </a:p>
          </p:txBody>
        </p:sp>
      </p:grpSp>
      <p:grpSp>
        <p:nvGrpSpPr>
          <p:cNvPr id="44" name="组合 43">
            <a:extLst>
              <a:ext uri="{FF2B5EF4-FFF2-40B4-BE49-F238E27FC236}">
                <a16:creationId xmlns:a16="http://schemas.microsoft.com/office/drawing/2014/main" id="{54C3F3E5-4BBD-6830-DC42-C4B753F8D95D}"/>
              </a:ext>
            </a:extLst>
          </p:cNvPr>
          <p:cNvGrpSpPr/>
          <p:nvPr/>
        </p:nvGrpSpPr>
        <p:grpSpPr>
          <a:xfrm>
            <a:off x="8317287" y="4516279"/>
            <a:ext cx="2897477" cy="465512"/>
            <a:chOff x="8302141" y="4903255"/>
            <a:chExt cx="2897477" cy="465512"/>
          </a:xfrm>
        </p:grpSpPr>
        <p:sp>
          <p:nvSpPr>
            <p:cNvPr id="72" name="箭头: V 形 71">
              <a:extLst>
                <a:ext uri="{FF2B5EF4-FFF2-40B4-BE49-F238E27FC236}">
                  <a16:creationId xmlns:a16="http://schemas.microsoft.com/office/drawing/2014/main" id="{9915741E-3DE9-EF4A-ECD2-A0B8AFD78EFD}"/>
                </a:ext>
              </a:extLst>
            </p:cNvPr>
            <p:cNvSpPr/>
            <p:nvPr/>
          </p:nvSpPr>
          <p:spPr>
            <a:xfrm>
              <a:off x="8302141" y="4903255"/>
              <a:ext cx="2897477" cy="465512"/>
            </a:xfrm>
            <a:prstGeom prst="chevron">
              <a:avLst>
                <a:gd name="adj" fmla="val 39286"/>
              </a:avLst>
            </a:prstGeom>
            <a:gradFill>
              <a:gsLst>
                <a:gs pos="0">
                  <a:srgbClr val="194DB2"/>
                </a:gs>
                <a:gs pos="100000">
                  <a:srgbClr val="0D5DBD"/>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rgbClr val="FFFFFF"/>
                </a:solidFill>
                <a:latin typeface="微软雅黑" panose="020B0503020204020204" pitchFamily="34" charset="-122"/>
                <a:ea typeface="微软雅黑" panose="020B0503020204020204" pitchFamily="34" charset="-122"/>
              </a:endParaRPr>
            </a:p>
          </p:txBody>
        </p:sp>
        <p:sp>
          <p:nvSpPr>
            <p:cNvPr id="79" name="文本框 52">
              <a:extLst>
                <a:ext uri="{FF2B5EF4-FFF2-40B4-BE49-F238E27FC236}">
                  <a16:creationId xmlns:a16="http://schemas.microsoft.com/office/drawing/2014/main" id="{6C19E71A-2291-B5E9-62D3-92A2361C66EB}"/>
                </a:ext>
              </a:extLst>
            </p:cNvPr>
            <p:cNvSpPr txBox="1"/>
            <p:nvPr/>
          </p:nvSpPr>
          <p:spPr>
            <a:xfrm>
              <a:off x="8409070" y="4927214"/>
              <a:ext cx="2712470" cy="438150"/>
            </a:xfrm>
            <a:prstGeom prst="rect">
              <a:avLst/>
            </a:prstGeom>
            <a:noFill/>
          </p:spPr>
          <p:txBody>
            <a:bodyPr wrap="square" rtlCol="0" anchor="t">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120000"/>
                </a:lnSpc>
              </a:pPr>
              <a:r>
                <a:rPr lang="zh-CN" altLang="en-US" b="1" dirty="0">
                  <a:solidFill>
                    <a:schemeClr val="bg1"/>
                  </a:solidFill>
                  <a:latin typeface="思源黑体 CN Medium" panose="020B0600000000000000" pitchFamily="34" charset="-122"/>
                  <a:ea typeface="思源黑体 CN Medium" panose="020B0600000000000000" pitchFamily="34" charset="-122"/>
                </a:rPr>
                <a:t>棋子难识别</a:t>
              </a:r>
            </a:p>
          </p:txBody>
        </p:sp>
      </p:grpSp>
      <p:grpSp>
        <p:nvGrpSpPr>
          <p:cNvPr id="81" name="组合 80">
            <a:extLst>
              <a:ext uri="{FF2B5EF4-FFF2-40B4-BE49-F238E27FC236}">
                <a16:creationId xmlns:a16="http://schemas.microsoft.com/office/drawing/2014/main" id="{7BA2FB2C-03A3-F305-1338-289BAB8C969B}"/>
              </a:ext>
            </a:extLst>
          </p:cNvPr>
          <p:cNvGrpSpPr/>
          <p:nvPr/>
        </p:nvGrpSpPr>
        <p:grpSpPr>
          <a:xfrm>
            <a:off x="323077" y="1103303"/>
            <a:ext cx="11537910" cy="697392"/>
            <a:chOff x="2058730" y="1399516"/>
            <a:chExt cx="9112332" cy="572018"/>
          </a:xfrm>
        </p:grpSpPr>
        <p:sp>
          <p:nvSpPr>
            <p:cNvPr id="82" name="圆角矩形 142">
              <a:extLst>
                <a:ext uri="{FF2B5EF4-FFF2-40B4-BE49-F238E27FC236}">
                  <a16:creationId xmlns:a16="http://schemas.microsoft.com/office/drawing/2014/main" id="{91C13CCE-A63D-CC5C-9747-A0DF8D6A67A1}"/>
                </a:ext>
              </a:extLst>
            </p:cNvPr>
            <p:cNvSpPr/>
            <p:nvPr/>
          </p:nvSpPr>
          <p:spPr>
            <a:xfrm>
              <a:off x="2058730" y="1399516"/>
              <a:ext cx="9112332" cy="572018"/>
            </a:xfrm>
            <a:prstGeom prst="roundRect">
              <a:avLst>
                <a:gd name="adj" fmla="val 4200"/>
              </a:avLst>
            </a:prstGeom>
            <a:solidFill>
              <a:schemeClr val="bg1"/>
            </a:solidFill>
            <a:ln>
              <a:noFill/>
            </a:ln>
            <a:effectLst>
              <a:outerShdw blurRad="254000" dist="254000" dir="2700000" sx="96000" sy="96000" algn="tl"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FFFF"/>
                </a:solidFill>
                <a:effectLst/>
                <a:uLnTx/>
                <a:uFillTx/>
                <a:latin typeface="思源黑体 CN Bold" panose="020B0800000000000000" pitchFamily="34" charset="-122"/>
                <a:ea typeface="思源黑体 CN Bold" panose="020B0800000000000000" pitchFamily="34" charset="-122"/>
              </a:endParaRPr>
            </a:p>
          </p:txBody>
        </p:sp>
        <p:grpSp>
          <p:nvGrpSpPr>
            <p:cNvPr id="83" name="组合 82">
              <a:extLst>
                <a:ext uri="{FF2B5EF4-FFF2-40B4-BE49-F238E27FC236}">
                  <a16:creationId xmlns:a16="http://schemas.microsoft.com/office/drawing/2014/main" id="{CBB78961-F753-DA98-4B1F-FBF4CB910702}"/>
                </a:ext>
              </a:extLst>
            </p:cNvPr>
            <p:cNvGrpSpPr/>
            <p:nvPr/>
          </p:nvGrpSpPr>
          <p:grpSpPr>
            <a:xfrm>
              <a:off x="2265907" y="1407885"/>
              <a:ext cx="8631969" cy="488995"/>
              <a:chOff x="6011081" y="1657306"/>
              <a:chExt cx="4460872" cy="488995"/>
            </a:xfrm>
          </p:grpSpPr>
          <p:sp>
            <p:nvSpPr>
              <p:cNvPr id="84" name="矩形: 圆角 83">
                <a:extLst>
                  <a:ext uri="{FF2B5EF4-FFF2-40B4-BE49-F238E27FC236}">
                    <a16:creationId xmlns:a16="http://schemas.microsoft.com/office/drawing/2014/main" id="{247EC042-AEA8-DC05-DD66-262490505935}"/>
                  </a:ext>
                </a:extLst>
              </p:cNvPr>
              <p:cNvSpPr/>
              <p:nvPr/>
            </p:nvSpPr>
            <p:spPr>
              <a:xfrm>
                <a:off x="6011081" y="1657306"/>
                <a:ext cx="4460872" cy="488995"/>
              </a:xfrm>
              <a:prstGeom prst="roundRect">
                <a:avLst>
                  <a:gd name="adj" fmla="val 11939"/>
                </a:avLst>
              </a:prstGeom>
              <a:gradFill>
                <a:gsLst>
                  <a:gs pos="0">
                    <a:srgbClr val="194DB2"/>
                  </a:gs>
                  <a:gs pos="100000">
                    <a:srgbClr val="0D5DBD"/>
                  </a:gs>
                </a:gsLst>
                <a:lin ang="16200000" scaled="1"/>
              </a:gradFill>
              <a:ln>
                <a:noFill/>
              </a:ln>
              <a:effectLst>
                <a:outerShdw blurRad="190500" dist="63500" dir="5400000" algn="t"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85" name="文本框 108">
                <a:extLst>
                  <a:ext uri="{FF2B5EF4-FFF2-40B4-BE49-F238E27FC236}">
                    <a16:creationId xmlns:a16="http://schemas.microsoft.com/office/drawing/2014/main" id="{33582F0A-2990-3FF4-8FCE-C368B931E6B5}"/>
                  </a:ext>
                </a:extLst>
              </p:cNvPr>
              <p:cNvSpPr txBox="1"/>
              <p:nvPr/>
            </p:nvSpPr>
            <p:spPr>
              <a:xfrm>
                <a:off x="6012072" y="1746668"/>
                <a:ext cx="4454731" cy="302935"/>
              </a:xfrm>
              <a:prstGeom prst="rect">
                <a:avLst/>
              </a:prstGeom>
              <a:noFill/>
            </p:spPr>
            <p:txBody>
              <a:bodyPr wrap="square" lIns="0" tIns="0" rIns="0" bIns="0"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2400" b="1" i="0" u="none" strike="noStrike" kern="1200" cap="none" spc="0" normalizeH="0" baseline="0" noProof="0" dirty="0">
                    <a:ln>
                      <a:noFill/>
                    </a:ln>
                    <a:solidFill>
                      <a:srgbClr val="FFFFFF"/>
                    </a:solidFill>
                    <a:effectLst/>
                    <a:uLnTx/>
                    <a:uFillTx/>
                    <a:latin typeface="思源黑体 CN Bold" panose="020B0800000000000000" pitchFamily="34" charset="-122"/>
                    <a:ea typeface="思源黑体 CN Bold" panose="020B0800000000000000" pitchFamily="34" charset="-122"/>
                    <a:cs typeface="微软雅黑" panose="020B0503020204020204" pitchFamily="34" charset="-122"/>
                  </a:rPr>
                  <a:t>视觉识别过程中遭遇的问题</a:t>
                </a:r>
              </a:p>
            </p:txBody>
          </p:sp>
        </p:grpSp>
      </p:grpSp>
      <p:sp>
        <p:nvSpPr>
          <p:cNvPr id="40" name="任意多边形: 形状 39">
            <a:extLst>
              <a:ext uri="{FF2B5EF4-FFF2-40B4-BE49-F238E27FC236}">
                <a16:creationId xmlns:a16="http://schemas.microsoft.com/office/drawing/2014/main" id="{19C08CE4-26C5-ED71-4478-2DD3792CC2B2}"/>
              </a:ext>
            </a:extLst>
          </p:cNvPr>
          <p:cNvSpPr/>
          <p:nvPr/>
        </p:nvSpPr>
        <p:spPr>
          <a:xfrm flipH="1">
            <a:off x="10880471" y="1219199"/>
            <a:ext cx="489495" cy="337832"/>
          </a:xfrm>
          <a:custGeom>
            <a:avLst/>
            <a:gdLst>
              <a:gd name="connsiteX0" fmla="*/ 0 w 748665"/>
              <a:gd name="connsiteY0" fmla="*/ 240030 h 240030"/>
              <a:gd name="connsiteX1" fmla="*/ 78105 w 748665"/>
              <a:gd name="connsiteY1" fmla="*/ 76200 h 240030"/>
              <a:gd name="connsiteX2" fmla="*/ 120015 w 748665"/>
              <a:gd name="connsiteY2" fmla="*/ 186690 h 240030"/>
              <a:gd name="connsiteX3" fmla="*/ 182880 w 748665"/>
              <a:gd name="connsiteY3" fmla="*/ 0 h 240030"/>
              <a:gd name="connsiteX4" fmla="*/ 272415 w 748665"/>
              <a:gd name="connsiteY4" fmla="*/ 175260 h 240030"/>
              <a:gd name="connsiteX5" fmla="*/ 386715 w 748665"/>
              <a:gd name="connsiteY5" fmla="*/ 70485 h 240030"/>
              <a:gd name="connsiteX6" fmla="*/ 447675 w 748665"/>
              <a:gd name="connsiteY6" fmla="*/ 173355 h 240030"/>
              <a:gd name="connsiteX7" fmla="*/ 748665 w 748665"/>
              <a:gd name="connsiteY7" fmla="*/ 169545 h 240030"/>
              <a:gd name="connsiteX8" fmla="*/ 748665 w 748665"/>
              <a:gd name="connsiteY8" fmla="*/ 167640 h 240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48665" h="240030">
                <a:moveTo>
                  <a:pt x="0" y="240030"/>
                </a:moveTo>
                <a:lnTo>
                  <a:pt x="78105" y="76200"/>
                </a:lnTo>
                <a:lnTo>
                  <a:pt x="120015" y="186690"/>
                </a:lnTo>
                <a:lnTo>
                  <a:pt x="182880" y="0"/>
                </a:lnTo>
                <a:lnTo>
                  <a:pt x="272415" y="175260"/>
                </a:lnTo>
                <a:lnTo>
                  <a:pt x="386715" y="70485"/>
                </a:lnTo>
                <a:lnTo>
                  <a:pt x="447675" y="173355"/>
                </a:lnTo>
                <a:lnTo>
                  <a:pt x="748665" y="169545"/>
                </a:lnTo>
                <a:lnTo>
                  <a:pt x="748665" y="167640"/>
                </a:lnTo>
              </a:path>
            </a:pathLst>
          </a:custGeom>
          <a:noFill/>
          <a:ln w="6350">
            <a:gradFill>
              <a:gsLst>
                <a:gs pos="0">
                  <a:schemeClr val="accent1">
                    <a:lumMod val="5000"/>
                    <a:lumOff val="95000"/>
                  </a:schemeClr>
                </a:gs>
                <a:gs pos="100000">
                  <a:schemeClr val="accent3"/>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latin typeface="思源黑体 CN Medium" panose="020B0600000000000000" pitchFamily="34" charset="-122"/>
              <a:ea typeface="思源黑体 CN Medium" panose="020B0600000000000000" pitchFamily="34" charset="-122"/>
              <a:sym typeface="思源黑体 CN Medium" panose="020B0600000000000000" pitchFamily="34" charset="-122"/>
            </a:endParaRPr>
          </a:p>
        </p:txBody>
      </p:sp>
      <p:sp>
        <p:nvSpPr>
          <p:cNvPr id="39" name="任意多边形: 形状 38">
            <a:extLst>
              <a:ext uri="{FF2B5EF4-FFF2-40B4-BE49-F238E27FC236}">
                <a16:creationId xmlns:a16="http://schemas.microsoft.com/office/drawing/2014/main" id="{11E1A1C9-9526-AB02-21FF-813583F4ACAE}"/>
              </a:ext>
            </a:extLst>
          </p:cNvPr>
          <p:cNvSpPr/>
          <p:nvPr/>
        </p:nvSpPr>
        <p:spPr>
          <a:xfrm>
            <a:off x="708132" y="1186542"/>
            <a:ext cx="541485" cy="373714"/>
          </a:xfrm>
          <a:custGeom>
            <a:avLst/>
            <a:gdLst>
              <a:gd name="connsiteX0" fmla="*/ 0 w 748665"/>
              <a:gd name="connsiteY0" fmla="*/ 240030 h 240030"/>
              <a:gd name="connsiteX1" fmla="*/ 78105 w 748665"/>
              <a:gd name="connsiteY1" fmla="*/ 76200 h 240030"/>
              <a:gd name="connsiteX2" fmla="*/ 120015 w 748665"/>
              <a:gd name="connsiteY2" fmla="*/ 186690 h 240030"/>
              <a:gd name="connsiteX3" fmla="*/ 182880 w 748665"/>
              <a:gd name="connsiteY3" fmla="*/ 0 h 240030"/>
              <a:gd name="connsiteX4" fmla="*/ 272415 w 748665"/>
              <a:gd name="connsiteY4" fmla="*/ 175260 h 240030"/>
              <a:gd name="connsiteX5" fmla="*/ 386715 w 748665"/>
              <a:gd name="connsiteY5" fmla="*/ 70485 h 240030"/>
              <a:gd name="connsiteX6" fmla="*/ 447675 w 748665"/>
              <a:gd name="connsiteY6" fmla="*/ 173355 h 240030"/>
              <a:gd name="connsiteX7" fmla="*/ 748665 w 748665"/>
              <a:gd name="connsiteY7" fmla="*/ 169545 h 240030"/>
              <a:gd name="connsiteX8" fmla="*/ 748665 w 748665"/>
              <a:gd name="connsiteY8" fmla="*/ 167640 h 240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48665" h="240030">
                <a:moveTo>
                  <a:pt x="0" y="240030"/>
                </a:moveTo>
                <a:lnTo>
                  <a:pt x="78105" y="76200"/>
                </a:lnTo>
                <a:lnTo>
                  <a:pt x="120015" y="186690"/>
                </a:lnTo>
                <a:lnTo>
                  <a:pt x="182880" y="0"/>
                </a:lnTo>
                <a:lnTo>
                  <a:pt x="272415" y="175260"/>
                </a:lnTo>
                <a:lnTo>
                  <a:pt x="386715" y="70485"/>
                </a:lnTo>
                <a:lnTo>
                  <a:pt x="447675" y="173355"/>
                </a:lnTo>
                <a:lnTo>
                  <a:pt x="748665" y="169545"/>
                </a:lnTo>
                <a:lnTo>
                  <a:pt x="748665" y="167640"/>
                </a:lnTo>
              </a:path>
            </a:pathLst>
          </a:custGeom>
          <a:noFill/>
          <a:ln w="6350">
            <a:gradFill>
              <a:gsLst>
                <a:gs pos="0">
                  <a:schemeClr val="accent1">
                    <a:lumMod val="5000"/>
                    <a:lumOff val="95000"/>
                  </a:schemeClr>
                </a:gs>
                <a:gs pos="100000">
                  <a:schemeClr val="accent3"/>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latin typeface="思源黑体 CN Medium" panose="020B0600000000000000" pitchFamily="34" charset="-122"/>
              <a:ea typeface="思源黑体 CN Medium" panose="020B0600000000000000" pitchFamily="34" charset="-122"/>
              <a:sym typeface="思源黑体 CN Medium" panose="020B0600000000000000" pitchFamily="34" charset="-122"/>
            </a:endParaRPr>
          </a:p>
        </p:txBody>
      </p:sp>
      <p:sp>
        <p:nvSpPr>
          <p:cNvPr id="2" name="矩形 1">
            <a:extLst>
              <a:ext uri="{FF2B5EF4-FFF2-40B4-BE49-F238E27FC236}">
                <a16:creationId xmlns:a16="http://schemas.microsoft.com/office/drawing/2014/main" id="{CD01B5EB-4564-38CF-B1B8-2CFE545A5A75}"/>
              </a:ext>
            </a:extLst>
          </p:cNvPr>
          <p:cNvSpPr/>
          <p:nvPr/>
        </p:nvSpPr>
        <p:spPr>
          <a:xfrm>
            <a:off x="0" y="6693896"/>
            <a:ext cx="12192000" cy="164104"/>
          </a:xfrm>
          <a:prstGeom prst="rect">
            <a:avLst/>
          </a:prstGeom>
          <a:gradFill>
            <a:gsLst>
              <a:gs pos="0">
                <a:srgbClr val="0D5DBD"/>
              </a:gs>
              <a:gs pos="100000">
                <a:srgbClr val="0D4F9D"/>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42">
            <a:extLst>
              <a:ext uri="{FF2B5EF4-FFF2-40B4-BE49-F238E27FC236}">
                <a16:creationId xmlns:a16="http://schemas.microsoft.com/office/drawing/2014/main" id="{DEBE79DD-72CB-8247-1A1C-6EB8D47A6A12}"/>
              </a:ext>
            </a:extLst>
          </p:cNvPr>
          <p:cNvSpPr txBox="1"/>
          <p:nvPr/>
        </p:nvSpPr>
        <p:spPr>
          <a:xfrm>
            <a:off x="852456" y="1913282"/>
            <a:ext cx="3142897" cy="2113225"/>
          </a:xfrm>
          <a:prstGeom prst="roundRect">
            <a:avLst>
              <a:gd name="adj" fmla="val 6552"/>
            </a:avLst>
          </a:prstGeom>
          <a:solidFill>
            <a:schemeClr val="bg1">
              <a:alpha val="75000"/>
            </a:schemeClr>
          </a:solidFill>
          <a:ln w="11638" cap="flat" cmpd="sng" algn="ctr">
            <a:solidFill>
              <a:schemeClr val="accent1">
                <a:lumMod val="40000"/>
                <a:lumOff val="60000"/>
              </a:schemeClr>
            </a:solidFill>
            <a:prstDash val="solid"/>
            <a:miter lim="800000"/>
          </a:ln>
          <a:effectLst>
            <a:outerShdw blurRad="102423" dist="55867" dir="5400000" algn="t" rotWithShape="0">
              <a:schemeClr val="accent1">
                <a:alpha val="29000"/>
              </a:schemeClr>
            </a:outerShdw>
          </a:effectLst>
        </p:spPr>
        <p:txBody>
          <a:bodyPr lIns="67040" tIns="33520" rIns="67040" bIns="33520" rtlCol="0" anchor="ctr"/>
          <a:lstStyle>
            <a:defPPr>
              <a:defRPr lang="zh-CN"/>
            </a:defPPr>
            <a:lvl1pPr algn="just">
              <a:defRPr sz="1320" kern="0">
                <a:solidFill>
                  <a:srgbClr val="FFFFFF"/>
                </a:solidFill>
                <a:latin typeface="思源黑体 CN Normal" panose="020B0400000000000000" pitchFamily="34" charset="-122"/>
                <a:ea typeface="思源黑体 CN Normal" panose="020B0400000000000000" pitchFamily="34" charset="-122"/>
              </a:defRPr>
            </a:lvl1pPr>
          </a:lstStyle>
          <a:p>
            <a:endParaRPr lang="en-US" altLang="zh-CN" sz="1100" dirty="0">
              <a:solidFill>
                <a:srgbClr val="0070C0"/>
              </a:solidFill>
              <a:latin typeface="微软雅黑" panose="020B0503020204020204" pitchFamily="34" charset="-122"/>
              <a:ea typeface="微软雅黑" panose="020B0503020204020204" pitchFamily="34" charset="-122"/>
            </a:endParaRPr>
          </a:p>
        </p:txBody>
      </p:sp>
      <p:sp>
        <p:nvSpPr>
          <p:cNvPr id="3" name="公众号：康帅PPT5-2">
            <a:extLst>
              <a:ext uri="{FF2B5EF4-FFF2-40B4-BE49-F238E27FC236}">
                <a16:creationId xmlns:a16="http://schemas.microsoft.com/office/drawing/2014/main" id="{BC7FE746-06C0-49A9-672C-AB1A9C6DC390}"/>
              </a:ext>
            </a:extLst>
          </p:cNvPr>
          <p:cNvSpPr/>
          <p:nvPr/>
        </p:nvSpPr>
        <p:spPr>
          <a:xfrm>
            <a:off x="0" y="609930"/>
            <a:ext cx="12276000" cy="36000"/>
          </a:xfrm>
          <a:prstGeom prst="rect">
            <a:avLst/>
          </a:prstGeom>
          <a:gradFill flip="none" rotWithShape="1">
            <a:gsLst>
              <a:gs pos="100000">
                <a:srgbClr val="0D4F9D"/>
              </a:gs>
              <a:gs pos="2000">
                <a:srgbClr val="0D5DBD"/>
              </a:gs>
            </a:gsLst>
            <a:path path="circle">
              <a:fillToRect r="100000" b="100000"/>
            </a:path>
            <a:tileRect l="-100000" t="-100000"/>
          </a:gradFill>
          <a:ln w="12700" cap="flat" cmpd="sng" algn="ctr">
            <a:noFill/>
            <a:prstDash val="solid"/>
            <a:miter lim="800000"/>
          </a:ln>
          <a:effectLst>
            <a:outerShdw blurRad="50800" dist="38100" dir="2700000" algn="tl" rotWithShape="0">
              <a:schemeClr val="accent5">
                <a:lumMod val="20000"/>
                <a:lumOff val="80000"/>
                <a:alpha val="40000"/>
              </a:schemeClr>
            </a:outerShdw>
          </a:effectLst>
          <a:scene3d>
            <a:camera prst="orthographicFront"/>
            <a:lightRig rig="contrasting" dir="t"/>
          </a:scene3d>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sz="2000" kern="0">
              <a:solidFill>
                <a:prstClr val="white"/>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9" name="矩形 8">
            <a:extLst>
              <a:ext uri="{FF2B5EF4-FFF2-40B4-BE49-F238E27FC236}">
                <a16:creationId xmlns:a16="http://schemas.microsoft.com/office/drawing/2014/main" id="{D43D464F-AF57-D539-669E-D7DEDC464F5A}"/>
              </a:ext>
            </a:extLst>
          </p:cNvPr>
          <p:cNvSpPr/>
          <p:nvPr/>
        </p:nvSpPr>
        <p:spPr>
          <a:xfrm>
            <a:off x="1340952" y="108508"/>
            <a:ext cx="9501505" cy="521970"/>
          </a:xfrm>
          <a:prstGeom prst="rect">
            <a:avLst/>
          </a:prstGeom>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800" b="1" dirty="0">
                <a:gradFill>
                  <a:gsLst>
                    <a:gs pos="100000">
                      <a:srgbClr val="0D4F9D"/>
                    </a:gs>
                    <a:gs pos="2000">
                      <a:srgbClr val="0D5DBD"/>
                    </a:gs>
                  </a:gsLst>
                  <a:path path="circle">
                    <a:fillToRect r="100000" b="100000"/>
                  </a:path>
                </a:gradFill>
                <a:latin typeface="思源黑体 CN Bold" panose="020B0800000000000000" pitchFamily="34" charset="-122"/>
                <a:ea typeface="思源黑体 CN Bold" panose="020B0800000000000000" pitchFamily="34" charset="-122"/>
              </a:rPr>
              <a:t>视觉识别遭遇的问题及解决方法</a:t>
            </a:r>
          </a:p>
        </p:txBody>
      </p:sp>
      <p:grpSp>
        <p:nvGrpSpPr>
          <p:cNvPr id="11" name="组合 10">
            <a:extLst>
              <a:ext uri="{FF2B5EF4-FFF2-40B4-BE49-F238E27FC236}">
                <a16:creationId xmlns:a16="http://schemas.microsoft.com/office/drawing/2014/main" id="{07E1211A-E839-050F-1FA1-D86035F9BF23}"/>
              </a:ext>
            </a:extLst>
          </p:cNvPr>
          <p:cNvGrpSpPr/>
          <p:nvPr/>
        </p:nvGrpSpPr>
        <p:grpSpPr>
          <a:xfrm>
            <a:off x="0" y="69215"/>
            <a:ext cx="995681" cy="611505"/>
            <a:chOff x="-124969" y="77016"/>
            <a:chExt cx="1333093" cy="818840"/>
          </a:xfrm>
        </p:grpSpPr>
        <p:sp>
          <p:nvSpPr>
            <p:cNvPr id="14" name="矩形 13">
              <a:extLst>
                <a:ext uri="{FF2B5EF4-FFF2-40B4-BE49-F238E27FC236}">
                  <a16:creationId xmlns:a16="http://schemas.microsoft.com/office/drawing/2014/main" id="{8ABE7186-D0DE-560F-7CE5-6B5E66C58563}"/>
                </a:ext>
              </a:extLst>
            </p:cNvPr>
            <p:cNvSpPr/>
            <p:nvPr/>
          </p:nvSpPr>
          <p:spPr>
            <a:xfrm>
              <a:off x="-124969" y="175286"/>
              <a:ext cx="952293" cy="675088"/>
            </a:xfrm>
            <a:prstGeom prst="rect">
              <a:avLst/>
            </a:prstGeom>
            <a:gradFill flip="none" rotWithShape="1">
              <a:gsLst>
                <a:gs pos="0">
                  <a:srgbClr val="0D5DBD"/>
                </a:gs>
                <a:gs pos="100000">
                  <a:srgbClr val="0D4F9D"/>
                </a:gs>
              </a:gsLst>
              <a:lin ang="5400000" scaled="1"/>
              <a:tileRect/>
            </a:gra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srgbClr val="FFFFFF"/>
                </a:solidFill>
                <a:effectLst/>
                <a:uLnTx/>
                <a:uFillTx/>
                <a:latin typeface="Arial" panose="020B0604020202020204"/>
                <a:ea typeface="宋体" panose="02010600030101010101" pitchFamily="2" charset="-122"/>
                <a:cs typeface="+mn-cs"/>
              </a:endParaRPr>
            </a:p>
          </p:txBody>
        </p:sp>
        <p:sp>
          <p:nvSpPr>
            <p:cNvPr id="17" name="椭圆 16">
              <a:extLst>
                <a:ext uri="{FF2B5EF4-FFF2-40B4-BE49-F238E27FC236}">
                  <a16:creationId xmlns:a16="http://schemas.microsoft.com/office/drawing/2014/main" id="{69892D1A-1E30-75AC-17D8-BB76732C9BE0}"/>
                </a:ext>
              </a:extLst>
            </p:cNvPr>
            <p:cNvSpPr/>
            <p:nvPr/>
          </p:nvSpPr>
          <p:spPr>
            <a:xfrm>
              <a:off x="389284" y="77016"/>
              <a:ext cx="818840" cy="818840"/>
            </a:xfrm>
            <a:prstGeom prst="ellipse">
              <a:avLst/>
            </a:prstGeom>
            <a:solidFill>
              <a:srgbClr val="FFFFFF"/>
            </a:solidFill>
            <a:ln w="12700" cap="flat" cmpd="sng" algn="ctr">
              <a:solidFill>
                <a:srgbClr val="FFFFFF"/>
              </a:solid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solidFill>
                    <a:srgbClr val="FFFFFF"/>
                  </a:solidFill>
                </a:ln>
                <a:solidFill>
                  <a:srgbClr val="FFFFFF"/>
                </a:solidFill>
                <a:effectLst/>
                <a:uLnTx/>
                <a:uFillTx/>
                <a:latin typeface="Arial" panose="020B0604020202020204"/>
                <a:ea typeface="宋体" panose="02010600030101010101" pitchFamily="2" charset="-122"/>
                <a:cs typeface="+mn-cs"/>
              </a:endParaRPr>
            </a:p>
          </p:txBody>
        </p:sp>
      </p:grpSp>
      <p:pic>
        <p:nvPicPr>
          <p:cNvPr id="21" name="Picture 2" descr="浙江大学-四川久光科技有限公司">
            <a:extLst>
              <a:ext uri="{FF2B5EF4-FFF2-40B4-BE49-F238E27FC236}">
                <a16:creationId xmlns:a16="http://schemas.microsoft.com/office/drawing/2014/main" id="{59B0C6A7-F6C5-6911-93C8-E8E45CDCBD53}"/>
              </a:ext>
            </a:extLst>
          </p:cNvPr>
          <p:cNvPicPr>
            <a:picLocks noChangeAspect="1" noChangeArrowheads="1"/>
          </p:cNvPicPr>
          <p:nvPr/>
        </p:nvPicPr>
        <p:blipFill rotWithShape="1">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t="29557" r="68065" b="28547"/>
          <a:stretch/>
        </p:blipFill>
        <p:spPr bwMode="auto">
          <a:xfrm>
            <a:off x="348256" y="24795"/>
            <a:ext cx="647425" cy="679492"/>
          </a:xfrm>
          <a:prstGeom prst="rect">
            <a:avLst/>
          </a:prstGeom>
          <a:noFill/>
          <a:extLst>
            <a:ext uri="{909E8E84-426E-40DD-AFC4-6F175D3DCCD1}">
              <a14:hiddenFill xmlns:a14="http://schemas.microsoft.com/office/drawing/2010/main">
                <a:solidFill>
                  <a:srgbClr val="FFFFFF"/>
                </a:solidFill>
              </a14:hiddenFill>
            </a:ext>
          </a:extLst>
        </p:spPr>
      </p:pic>
      <p:grpSp>
        <p:nvGrpSpPr>
          <p:cNvPr id="26" name="组合 25">
            <a:extLst>
              <a:ext uri="{FF2B5EF4-FFF2-40B4-BE49-F238E27FC236}">
                <a16:creationId xmlns:a16="http://schemas.microsoft.com/office/drawing/2014/main" id="{05E1C697-9B73-D3A8-A891-3E086C923968}"/>
              </a:ext>
            </a:extLst>
          </p:cNvPr>
          <p:cNvGrpSpPr/>
          <p:nvPr/>
        </p:nvGrpSpPr>
        <p:grpSpPr>
          <a:xfrm>
            <a:off x="7955672" y="1971254"/>
            <a:ext cx="2886785" cy="2044950"/>
            <a:chOff x="2662864" y="2454700"/>
            <a:chExt cx="3493850" cy="1553445"/>
          </a:xfrm>
        </p:grpSpPr>
        <p:sp>
          <p:nvSpPr>
            <p:cNvPr id="27" name="文本框 142">
              <a:extLst>
                <a:ext uri="{FF2B5EF4-FFF2-40B4-BE49-F238E27FC236}">
                  <a16:creationId xmlns:a16="http://schemas.microsoft.com/office/drawing/2014/main" id="{AF4ADD99-A4DD-365B-7B90-468B16ACD257}"/>
                </a:ext>
              </a:extLst>
            </p:cNvPr>
            <p:cNvSpPr txBox="1"/>
            <p:nvPr/>
          </p:nvSpPr>
          <p:spPr>
            <a:xfrm>
              <a:off x="2662864" y="2454700"/>
              <a:ext cx="3493850" cy="1553445"/>
            </a:xfrm>
            <a:prstGeom prst="roundRect">
              <a:avLst>
                <a:gd name="adj" fmla="val 6552"/>
              </a:avLst>
            </a:prstGeom>
            <a:solidFill>
              <a:schemeClr val="bg1">
                <a:alpha val="75000"/>
              </a:schemeClr>
            </a:solidFill>
            <a:ln w="11638" cap="flat" cmpd="sng" algn="ctr">
              <a:solidFill>
                <a:schemeClr val="accent1">
                  <a:lumMod val="40000"/>
                  <a:lumOff val="60000"/>
                </a:schemeClr>
              </a:solidFill>
              <a:prstDash val="solid"/>
              <a:miter lim="800000"/>
            </a:ln>
            <a:effectLst>
              <a:outerShdw blurRad="102423" dist="55867" dir="5400000" algn="t" rotWithShape="0">
                <a:schemeClr val="accent1">
                  <a:alpha val="29000"/>
                </a:schemeClr>
              </a:outerShdw>
            </a:effectLst>
          </p:spPr>
          <p:txBody>
            <a:bodyPr lIns="67040" tIns="33520" rIns="67040" bIns="33520" rtlCol="0" anchor="ctr"/>
            <a:lstStyle>
              <a:defPPr>
                <a:defRPr lang="zh-CN"/>
              </a:defPPr>
              <a:lvl1pPr algn="just">
                <a:defRPr sz="1320" kern="0">
                  <a:solidFill>
                    <a:srgbClr val="FFFFFF"/>
                  </a:solidFill>
                  <a:latin typeface="思源黑体 CN Normal" panose="020B0400000000000000" pitchFamily="34" charset="-122"/>
                  <a:ea typeface="思源黑体 CN Normal" panose="020B0400000000000000" pitchFamily="34" charset="-122"/>
                </a:defRPr>
              </a:lvl1pPr>
            </a:lstStyle>
            <a:p>
              <a:endParaRPr lang="en-US" altLang="zh-CN" sz="1100" dirty="0">
                <a:solidFill>
                  <a:srgbClr val="0070C0"/>
                </a:solidFill>
                <a:latin typeface="微软雅黑" panose="020B0503020204020204" pitchFamily="34" charset="-122"/>
                <a:ea typeface="微软雅黑" panose="020B0503020204020204" pitchFamily="34" charset="-122"/>
              </a:endParaRPr>
            </a:p>
          </p:txBody>
        </p:sp>
        <p:grpSp>
          <p:nvGrpSpPr>
            <p:cNvPr id="30" name="组合 29">
              <a:extLst>
                <a:ext uri="{FF2B5EF4-FFF2-40B4-BE49-F238E27FC236}">
                  <a16:creationId xmlns:a16="http://schemas.microsoft.com/office/drawing/2014/main" id="{E1A3C1BF-5BD9-9204-5E58-1CBE62806D17}"/>
                </a:ext>
              </a:extLst>
            </p:cNvPr>
            <p:cNvGrpSpPr/>
            <p:nvPr/>
          </p:nvGrpSpPr>
          <p:grpSpPr>
            <a:xfrm>
              <a:off x="2771940" y="2545139"/>
              <a:ext cx="3238032" cy="1337111"/>
              <a:chOff x="4518123" y="5363599"/>
              <a:chExt cx="3102782" cy="1325778"/>
            </a:xfrm>
          </p:grpSpPr>
          <p:sp>
            <p:nvSpPr>
              <p:cNvPr id="31" name="矩形: 圆角 30">
                <a:extLst>
                  <a:ext uri="{FF2B5EF4-FFF2-40B4-BE49-F238E27FC236}">
                    <a16:creationId xmlns:a16="http://schemas.microsoft.com/office/drawing/2014/main" id="{0E54005F-1D98-93D2-B0DA-312B43E13120}"/>
                  </a:ext>
                </a:extLst>
              </p:cNvPr>
              <p:cNvSpPr/>
              <p:nvPr/>
            </p:nvSpPr>
            <p:spPr>
              <a:xfrm>
                <a:off x="4518124" y="5371600"/>
                <a:ext cx="3102780" cy="370269"/>
              </a:xfrm>
              <a:prstGeom prst="roundRect">
                <a:avLst/>
              </a:prstGeom>
              <a:solidFill>
                <a:schemeClr val="bg1"/>
              </a:solidFill>
              <a:ln w="12700">
                <a:solidFill>
                  <a:schemeClr val="accent5">
                    <a:lumMod val="40000"/>
                    <a:lumOff val="60000"/>
                  </a:schemeClr>
                </a:solidFill>
              </a:ln>
              <a:effectLst>
                <a:outerShdw blurRad="63500" algn="ctr" rotWithShape="0">
                  <a:schemeClr val="accent3">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93675"/>
                <a:endParaRPr kumimoji="1" lang="zh-CN" altLang="en-US" sz="1050">
                  <a:solidFill>
                    <a:srgbClr val="000000">
                      <a:lumMod val="85000"/>
                      <a:lumOff val="15000"/>
                    </a:srgbClr>
                  </a:solidFill>
                  <a:latin typeface="微软雅黑" panose="020B0503020204020204" pitchFamily="34" charset="-122"/>
                  <a:ea typeface="微软雅黑" panose="020B0503020204020204" pitchFamily="34" charset="-122"/>
                </a:endParaRPr>
              </a:p>
            </p:txBody>
          </p:sp>
          <p:sp>
            <p:nvSpPr>
              <p:cNvPr id="32" name="文本框 31">
                <a:extLst>
                  <a:ext uri="{FF2B5EF4-FFF2-40B4-BE49-F238E27FC236}">
                    <a16:creationId xmlns:a16="http://schemas.microsoft.com/office/drawing/2014/main" id="{011906B2-17A1-D412-5687-EAD9D16381CB}"/>
                  </a:ext>
                </a:extLst>
              </p:cNvPr>
              <p:cNvSpPr txBox="1"/>
              <p:nvPr/>
            </p:nvSpPr>
            <p:spPr>
              <a:xfrm>
                <a:off x="4518124" y="5363599"/>
                <a:ext cx="3102780" cy="314986"/>
              </a:xfrm>
              <a:prstGeom prst="rect">
                <a:avLst/>
              </a:prstGeom>
              <a:noFill/>
            </p:spPr>
            <p:txBody>
              <a:bodyPr wrap="square" rtlCol="0">
                <a:spAutoFit/>
              </a:bodyPr>
              <a:lstStyle/>
              <a:p>
                <a:pPr algn="ctr">
                  <a:lnSpc>
                    <a:spcPct val="150000"/>
                  </a:lnSpc>
                </a:pPr>
                <a:r>
                  <a:rPr lang="zh-CN" altLang="en-US" sz="1600" dirty="0">
                    <a:effectLst/>
                    <a:latin typeface="思源黑体" panose="020B0500000000000000" pitchFamily="34" charset="-122"/>
                    <a:ea typeface="思源黑体" panose="020B0500000000000000" pitchFamily="34" charset="-122"/>
                  </a:rPr>
                  <a:t>黑白格标定</a:t>
                </a:r>
              </a:p>
            </p:txBody>
          </p:sp>
          <p:sp>
            <p:nvSpPr>
              <p:cNvPr id="33" name="矩形: 圆角 32">
                <a:extLst>
                  <a:ext uri="{FF2B5EF4-FFF2-40B4-BE49-F238E27FC236}">
                    <a16:creationId xmlns:a16="http://schemas.microsoft.com/office/drawing/2014/main" id="{18B3572C-95F9-D848-F5BC-E90DEE798444}"/>
                  </a:ext>
                </a:extLst>
              </p:cNvPr>
              <p:cNvSpPr/>
              <p:nvPr/>
            </p:nvSpPr>
            <p:spPr>
              <a:xfrm>
                <a:off x="4518124" y="5842724"/>
                <a:ext cx="3102780" cy="370269"/>
              </a:xfrm>
              <a:prstGeom prst="roundRect">
                <a:avLst/>
              </a:prstGeom>
              <a:solidFill>
                <a:schemeClr val="bg1"/>
              </a:solidFill>
              <a:ln w="12700">
                <a:solidFill>
                  <a:schemeClr val="accent5">
                    <a:lumMod val="40000"/>
                    <a:lumOff val="60000"/>
                  </a:schemeClr>
                </a:solidFill>
              </a:ln>
              <a:effectLst>
                <a:outerShdw blurRad="63500" algn="ctr" rotWithShape="0">
                  <a:schemeClr val="accent3">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93675"/>
                <a:endParaRPr kumimoji="1" lang="zh-CN" altLang="en-US" sz="1050">
                  <a:solidFill>
                    <a:srgbClr val="000000">
                      <a:lumMod val="85000"/>
                      <a:lumOff val="15000"/>
                    </a:srgbClr>
                  </a:solidFill>
                  <a:latin typeface="微软雅黑" panose="020B0503020204020204" pitchFamily="34" charset="-122"/>
                  <a:ea typeface="微软雅黑" panose="020B0503020204020204" pitchFamily="34" charset="-122"/>
                </a:endParaRPr>
              </a:p>
            </p:txBody>
          </p:sp>
          <p:sp>
            <p:nvSpPr>
              <p:cNvPr id="34" name="文本框 33">
                <a:extLst>
                  <a:ext uri="{FF2B5EF4-FFF2-40B4-BE49-F238E27FC236}">
                    <a16:creationId xmlns:a16="http://schemas.microsoft.com/office/drawing/2014/main" id="{46DD34AC-A4CA-9444-4F6A-4A6B9800FFD7}"/>
                  </a:ext>
                </a:extLst>
              </p:cNvPr>
              <p:cNvSpPr txBox="1"/>
              <p:nvPr/>
            </p:nvSpPr>
            <p:spPr>
              <a:xfrm>
                <a:off x="4518125" y="5835554"/>
                <a:ext cx="3102780" cy="314986"/>
              </a:xfrm>
              <a:prstGeom prst="rect">
                <a:avLst/>
              </a:prstGeom>
              <a:noFill/>
            </p:spPr>
            <p:txBody>
              <a:bodyPr wrap="square" rtlCol="0">
                <a:spAutoFit/>
              </a:bodyPr>
              <a:lstStyle/>
              <a:p>
                <a:pPr algn="ctr">
                  <a:lnSpc>
                    <a:spcPct val="150000"/>
                  </a:lnSpc>
                </a:pPr>
                <a:r>
                  <a:rPr lang="zh-CN" altLang="en-US" sz="1600" dirty="0">
                    <a:latin typeface="思源黑体" panose="020B0500000000000000" pitchFamily="34" charset="-122"/>
                    <a:ea typeface="思源黑体" panose="020B0500000000000000" pitchFamily="34" charset="-122"/>
                  </a:rPr>
                  <a:t>手动四角</a:t>
                </a:r>
                <a:endParaRPr lang="zh-CN" altLang="en-US" sz="1600" dirty="0">
                  <a:effectLst/>
                  <a:latin typeface="思源黑体" panose="020B0500000000000000" pitchFamily="34" charset="-122"/>
                  <a:ea typeface="思源黑体" panose="020B0500000000000000" pitchFamily="34" charset="-122"/>
                </a:endParaRPr>
              </a:p>
            </p:txBody>
          </p:sp>
          <p:sp>
            <p:nvSpPr>
              <p:cNvPr id="35" name="矩形: 圆角 34">
                <a:extLst>
                  <a:ext uri="{FF2B5EF4-FFF2-40B4-BE49-F238E27FC236}">
                    <a16:creationId xmlns:a16="http://schemas.microsoft.com/office/drawing/2014/main" id="{EE81DEA3-CA38-10CA-9FAC-A51D42E38E3D}"/>
                  </a:ext>
                </a:extLst>
              </p:cNvPr>
              <p:cNvSpPr/>
              <p:nvPr/>
            </p:nvSpPr>
            <p:spPr>
              <a:xfrm>
                <a:off x="4518123" y="6319108"/>
                <a:ext cx="3102780" cy="370269"/>
              </a:xfrm>
              <a:prstGeom prst="roundRect">
                <a:avLst/>
              </a:prstGeom>
              <a:solidFill>
                <a:schemeClr val="bg1"/>
              </a:solidFill>
              <a:ln w="12700">
                <a:solidFill>
                  <a:schemeClr val="accent5">
                    <a:lumMod val="40000"/>
                    <a:lumOff val="60000"/>
                  </a:schemeClr>
                </a:solidFill>
              </a:ln>
              <a:effectLst>
                <a:outerShdw blurRad="63500" algn="ctr" rotWithShape="0">
                  <a:schemeClr val="accent3">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93675"/>
                <a:endParaRPr kumimoji="1" lang="zh-CN" altLang="en-US" sz="1050">
                  <a:solidFill>
                    <a:srgbClr val="000000">
                      <a:lumMod val="85000"/>
                      <a:lumOff val="15000"/>
                    </a:srgbClr>
                  </a:solidFill>
                  <a:latin typeface="微软雅黑" panose="020B0503020204020204" pitchFamily="34" charset="-122"/>
                  <a:ea typeface="微软雅黑" panose="020B0503020204020204" pitchFamily="34" charset="-122"/>
                </a:endParaRPr>
              </a:p>
            </p:txBody>
          </p:sp>
          <p:sp>
            <p:nvSpPr>
              <p:cNvPr id="36" name="文本框 35">
                <a:extLst>
                  <a:ext uri="{FF2B5EF4-FFF2-40B4-BE49-F238E27FC236}">
                    <a16:creationId xmlns:a16="http://schemas.microsoft.com/office/drawing/2014/main" id="{496BBF32-EB91-68D0-5019-567427B63C8F}"/>
                  </a:ext>
                </a:extLst>
              </p:cNvPr>
              <p:cNvSpPr txBox="1"/>
              <p:nvPr/>
            </p:nvSpPr>
            <p:spPr>
              <a:xfrm>
                <a:off x="4518124" y="6329198"/>
                <a:ext cx="3102780" cy="314986"/>
              </a:xfrm>
              <a:prstGeom prst="rect">
                <a:avLst/>
              </a:prstGeom>
              <a:noFill/>
            </p:spPr>
            <p:txBody>
              <a:bodyPr wrap="square" rtlCol="0">
                <a:spAutoFit/>
              </a:bodyPr>
              <a:lstStyle/>
              <a:p>
                <a:pPr algn="ctr">
                  <a:lnSpc>
                    <a:spcPct val="150000"/>
                  </a:lnSpc>
                </a:pPr>
                <a:r>
                  <a:rPr lang="zh-CN" altLang="en-US" sz="1600" dirty="0">
                    <a:effectLst/>
                    <a:latin typeface="思源黑体" panose="020B0500000000000000" pitchFamily="34" charset="-122"/>
                    <a:ea typeface="思源黑体" panose="020B0500000000000000" pitchFamily="34" charset="-122"/>
                  </a:rPr>
                  <a:t>图像预处理与差分算法</a:t>
                </a:r>
              </a:p>
            </p:txBody>
          </p:sp>
        </p:grpSp>
      </p:grpSp>
      <p:grpSp>
        <p:nvGrpSpPr>
          <p:cNvPr id="45" name="组合 44">
            <a:extLst>
              <a:ext uri="{FF2B5EF4-FFF2-40B4-BE49-F238E27FC236}">
                <a16:creationId xmlns:a16="http://schemas.microsoft.com/office/drawing/2014/main" id="{A3531996-4E27-356C-66B5-EEB29FF06332}"/>
              </a:ext>
            </a:extLst>
          </p:cNvPr>
          <p:cNvGrpSpPr/>
          <p:nvPr/>
        </p:nvGrpSpPr>
        <p:grpSpPr>
          <a:xfrm>
            <a:off x="874524" y="4487822"/>
            <a:ext cx="2897477" cy="465512"/>
            <a:chOff x="8302141" y="4903255"/>
            <a:chExt cx="2897477" cy="465512"/>
          </a:xfrm>
        </p:grpSpPr>
        <p:sp>
          <p:nvSpPr>
            <p:cNvPr id="46" name="箭头: V 形 45">
              <a:extLst>
                <a:ext uri="{FF2B5EF4-FFF2-40B4-BE49-F238E27FC236}">
                  <a16:creationId xmlns:a16="http://schemas.microsoft.com/office/drawing/2014/main" id="{D2F78460-423B-8A0F-A208-C4A8E1584ED2}"/>
                </a:ext>
              </a:extLst>
            </p:cNvPr>
            <p:cNvSpPr/>
            <p:nvPr/>
          </p:nvSpPr>
          <p:spPr>
            <a:xfrm>
              <a:off x="8302141" y="4903255"/>
              <a:ext cx="2897477" cy="465512"/>
            </a:xfrm>
            <a:prstGeom prst="chevron">
              <a:avLst>
                <a:gd name="adj" fmla="val 39286"/>
              </a:avLst>
            </a:prstGeom>
            <a:gradFill>
              <a:gsLst>
                <a:gs pos="0">
                  <a:srgbClr val="194DB2"/>
                </a:gs>
                <a:gs pos="100000">
                  <a:srgbClr val="0D5DBD"/>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rgbClr val="FFFFFF"/>
                </a:solidFill>
                <a:latin typeface="微软雅黑" panose="020B0503020204020204" pitchFamily="34" charset="-122"/>
                <a:ea typeface="微软雅黑" panose="020B0503020204020204" pitchFamily="34" charset="-122"/>
              </a:endParaRPr>
            </a:p>
          </p:txBody>
        </p:sp>
        <p:sp>
          <p:nvSpPr>
            <p:cNvPr id="47" name="文本框 52">
              <a:extLst>
                <a:ext uri="{FF2B5EF4-FFF2-40B4-BE49-F238E27FC236}">
                  <a16:creationId xmlns:a16="http://schemas.microsoft.com/office/drawing/2014/main" id="{A4CF0D1A-458F-C6AB-D823-5628F8A7419B}"/>
                </a:ext>
              </a:extLst>
            </p:cNvPr>
            <p:cNvSpPr txBox="1"/>
            <p:nvPr/>
          </p:nvSpPr>
          <p:spPr>
            <a:xfrm>
              <a:off x="8409070" y="4927214"/>
              <a:ext cx="2712470" cy="438150"/>
            </a:xfrm>
            <a:prstGeom prst="rect">
              <a:avLst/>
            </a:prstGeom>
            <a:noFill/>
          </p:spPr>
          <p:txBody>
            <a:bodyPr wrap="square" rtlCol="0" anchor="t">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120000"/>
                </a:lnSpc>
              </a:pPr>
              <a:r>
                <a:rPr lang="zh-CN" altLang="en-US" b="1" dirty="0">
                  <a:solidFill>
                    <a:schemeClr val="bg1"/>
                  </a:solidFill>
                  <a:latin typeface="思源黑体 CN Medium" panose="020B0600000000000000" pitchFamily="34" charset="-122"/>
                  <a:ea typeface="思源黑体 CN Medium" panose="020B0600000000000000" pitchFamily="34" charset="-122"/>
                </a:rPr>
                <a:t>黑白格标定</a:t>
              </a:r>
            </a:p>
          </p:txBody>
        </p:sp>
      </p:grpSp>
      <p:pic>
        <p:nvPicPr>
          <p:cNvPr id="5" name="图片 4">
            <a:extLst>
              <a:ext uri="{FF2B5EF4-FFF2-40B4-BE49-F238E27FC236}">
                <a16:creationId xmlns:a16="http://schemas.microsoft.com/office/drawing/2014/main" id="{77AEA26F-08AC-4C3F-11BC-72F468987401}"/>
              </a:ext>
            </a:extLst>
          </p:cNvPr>
          <p:cNvPicPr>
            <a:picLocks noChangeAspect="1"/>
          </p:cNvPicPr>
          <p:nvPr/>
        </p:nvPicPr>
        <p:blipFill>
          <a:blip r:embed="rId3" cstate="print">
            <a:extLst>
              <a:ext uri="{28A0092B-C50C-407E-A947-70E740481C1C}">
                <a14:useLocalDpi xmlns:a14="http://schemas.microsoft.com/office/drawing/2010/main" val="0"/>
              </a:ext>
            </a:extLst>
          </a:blip>
          <a:srcRect l="10083" t="16326" r="46983" b="13585"/>
          <a:stretch>
            <a:fillRect/>
          </a:stretch>
        </p:blipFill>
        <p:spPr>
          <a:xfrm>
            <a:off x="1087850" y="2010358"/>
            <a:ext cx="2545229" cy="1894515"/>
          </a:xfrm>
          <a:prstGeom prst="rect">
            <a:avLst/>
          </a:prstGeom>
        </p:spPr>
      </p:pic>
      <p:pic>
        <p:nvPicPr>
          <p:cNvPr id="7" name="图片 6">
            <a:extLst>
              <a:ext uri="{FF2B5EF4-FFF2-40B4-BE49-F238E27FC236}">
                <a16:creationId xmlns:a16="http://schemas.microsoft.com/office/drawing/2014/main" id="{B446D9E5-7426-A626-BA35-A6E7D09ACFEC}"/>
              </a:ext>
            </a:extLst>
          </p:cNvPr>
          <p:cNvPicPr>
            <a:picLocks noChangeAspect="1"/>
          </p:cNvPicPr>
          <p:nvPr/>
        </p:nvPicPr>
        <p:blipFill>
          <a:blip r:embed="rId4">
            <a:extLst>
              <a:ext uri="{28A0092B-C50C-407E-A947-70E740481C1C}">
                <a14:useLocalDpi xmlns:a14="http://schemas.microsoft.com/office/drawing/2010/main" val="0"/>
              </a:ext>
            </a:extLst>
          </a:blip>
          <a:srcRect l="1409" t="1817" r="1288" b="2456"/>
          <a:stretch>
            <a:fillRect/>
          </a:stretch>
        </p:blipFill>
        <p:spPr>
          <a:xfrm>
            <a:off x="6164340" y="2152157"/>
            <a:ext cx="6014749" cy="4685704"/>
          </a:xfrm>
          <a:prstGeom prst="rect">
            <a:avLst/>
          </a:prstGeom>
        </p:spPr>
      </p:pic>
    </p:spTree>
    <p:extLst>
      <p:ext uri="{BB962C8B-B14F-4D97-AF65-F5344CB8AC3E}">
        <p14:creationId xmlns:p14="http://schemas.microsoft.com/office/powerpoint/2010/main" val="2909632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B25BE4-12B3-7D38-4DF3-A87E8100EEF5}"/>
            </a:ext>
          </a:extLst>
        </p:cNvPr>
        <p:cNvGrpSpPr/>
        <p:nvPr/>
      </p:nvGrpSpPr>
      <p:grpSpPr>
        <a:xfrm>
          <a:off x="0" y="0"/>
          <a:ext cx="0" cy="0"/>
          <a:chOff x="0" y="0"/>
          <a:chExt cx="0" cy="0"/>
        </a:xfrm>
      </p:grpSpPr>
      <p:sp>
        <p:nvSpPr>
          <p:cNvPr id="4" name="公众号：康帅PPT5-2">
            <a:extLst>
              <a:ext uri="{FF2B5EF4-FFF2-40B4-BE49-F238E27FC236}">
                <a16:creationId xmlns:a16="http://schemas.microsoft.com/office/drawing/2014/main" id="{A12D9925-3841-8336-8779-A14351FC7269}"/>
              </a:ext>
            </a:extLst>
          </p:cNvPr>
          <p:cNvSpPr/>
          <p:nvPr/>
        </p:nvSpPr>
        <p:spPr>
          <a:xfrm>
            <a:off x="0" y="609930"/>
            <a:ext cx="12276000" cy="36000"/>
          </a:xfrm>
          <a:prstGeom prst="rect">
            <a:avLst/>
          </a:prstGeom>
          <a:gradFill flip="none" rotWithShape="1">
            <a:gsLst>
              <a:gs pos="100000">
                <a:srgbClr val="0D4F9D"/>
              </a:gs>
              <a:gs pos="2000">
                <a:srgbClr val="0D5DBD"/>
              </a:gs>
            </a:gsLst>
            <a:path path="circle">
              <a:fillToRect r="100000" b="100000"/>
            </a:path>
            <a:tileRect l="-100000" t="-100000"/>
          </a:gradFill>
          <a:ln w="12700" cap="flat" cmpd="sng" algn="ctr">
            <a:noFill/>
            <a:prstDash val="solid"/>
            <a:miter lim="800000"/>
          </a:ln>
          <a:effectLst>
            <a:outerShdw blurRad="50800" dist="38100" dir="2700000" algn="tl" rotWithShape="0">
              <a:schemeClr val="accent5">
                <a:lumMod val="20000"/>
                <a:lumOff val="80000"/>
                <a:alpha val="40000"/>
              </a:schemeClr>
            </a:outerShdw>
          </a:effectLst>
          <a:scene3d>
            <a:camera prst="orthographicFront"/>
            <a:lightRig rig="contrasting" dir="t"/>
          </a:scene3d>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sz="2000" kern="0">
              <a:solidFill>
                <a:prstClr val="white"/>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5" name="矩形 4">
            <a:extLst>
              <a:ext uri="{FF2B5EF4-FFF2-40B4-BE49-F238E27FC236}">
                <a16:creationId xmlns:a16="http://schemas.microsoft.com/office/drawing/2014/main" id="{2F42560C-3B56-4BD6-892F-2A4F182F88E9}"/>
              </a:ext>
            </a:extLst>
          </p:cNvPr>
          <p:cNvSpPr/>
          <p:nvPr/>
        </p:nvSpPr>
        <p:spPr>
          <a:xfrm>
            <a:off x="1340952" y="108508"/>
            <a:ext cx="9501505" cy="521970"/>
          </a:xfrm>
          <a:prstGeom prst="rect">
            <a:avLst/>
          </a:prstGeom>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800" b="1" dirty="0">
                <a:gradFill>
                  <a:gsLst>
                    <a:gs pos="100000">
                      <a:srgbClr val="0D4F9D"/>
                    </a:gs>
                    <a:gs pos="2000">
                      <a:srgbClr val="0D5DBD"/>
                    </a:gs>
                  </a:gsLst>
                  <a:path path="circle">
                    <a:fillToRect r="100000" b="100000"/>
                  </a:path>
                </a:gradFill>
                <a:latin typeface="思源黑体 CN Bold" panose="020B0800000000000000" pitchFamily="34" charset="-122"/>
                <a:ea typeface="思源黑体 CN Bold" panose="020B0800000000000000" pitchFamily="34" charset="-122"/>
              </a:rPr>
              <a:t>机器人控制</a:t>
            </a:r>
          </a:p>
        </p:txBody>
      </p:sp>
      <p:grpSp>
        <p:nvGrpSpPr>
          <p:cNvPr id="6" name="组合 5">
            <a:extLst>
              <a:ext uri="{FF2B5EF4-FFF2-40B4-BE49-F238E27FC236}">
                <a16:creationId xmlns:a16="http://schemas.microsoft.com/office/drawing/2014/main" id="{95036954-1C93-3815-C752-05BC93F2438A}"/>
              </a:ext>
            </a:extLst>
          </p:cNvPr>
          <p:cNvGrpSpPr/>
          <p:nvPr/>
        </p:nvGrpSpPr>
        <p:grpSpPr>
          <a:xfrm>
            <a:off x="0" y="69215"/>
            <a:ext cx="995681" cy="611505"/>
            <a:chOff x="-124969" y="77016"/>
            <a:chExt cx="1333093" cy="818840"/>
          </a:xfrm>
        </p:grpSpPr>
        <p:sp>
          <p:nvSpPr>
            <p:cNvPr id="7" name="矩形 6">
              <a:extLst>
                <a:ext uri="{FF2B5EF4-FFF2-40B4-BE49-F238E27FC236}">
                  <a16:creationId xmlns:a16="http://schemas.microsoft.com/office/drawing/2014/main" id="{921E14B1-E593-E9E4-B4D7-4734153932AA}"/>
                </a:ext>
              </a:extLst>
            </p:cNvPr>
            <p:cNvSpPr/>
            <p:nvPr/>
          </p:nvSpPr>
          <p:spPr>
            <a:xfrm>
              <a:off x="-124969" y="175286"/>
              <a:ext cx="952293" cy="675088"/>
            </a:xfrm>
            <a:prstGeom prst="rect">
              <a:avLst/>
            </a:prstGeom>
            <a:gradFill flip="none" rotWithShape="1">
              <a:gsLst>
                <a:gs pos="0">
                  <a:srgbClr val="0D5DBD"/>
                </a:gs>
                <a:gs pos="100000">
                  <a:srgbClr val="0D4F9D"/>
                </a:gs>
              </a:gsLst>
              <a:lin ang="5400000" scaled="1"/>
              <a:tileRect/>
            </a:gra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srgbClr val="FFFFFF"/>
                </a:solidFill>
                <a:effectLst/>
                <a:uLnTx/>
                <a:uFillTx/>
                <a:latin typeface="Arial" panose="020B0604020202020204"/>
                <a:ea typeface="宋体" panose="02010600030101010101" pitchFamily="2" charset="-122"/>
                <a:cs typeface="+mn-cs"/>
              </a:endParaRPr>
            </a:p>
          </p:txBody>
        </p:sp>
        <p:sp>
          <p:nvSpPr>
            <p:cNvPr id="8" name="椭圆 7">
              <a:extLst>
                <a:ext uri="{FF2B5EF4-FFF2-40B4-BE49-F238E27FC236}">
                  <a16:creationId xmlns:a16="http://schemas.microsoft.com/office/drawing/2014/main" id="{AEEF5C36-42A3-0996-126A-384E0C58CABB}"/>
                </a:ext>
              </a:extLst>
            </p:cNvPr>
            <p:cNvSpPr/>
            <p:nvPr/>
          </p:nvSpPr>
          <p:spPr>
            <a:xfrm>
              <a:off x="389284" y="77016"/>
              <a:ext cx="818840" cy="818840"/>
            </a:xfrm>
            <a:prstGeom prst="ellipse">
              <a:avLst/>
            </a:prstGeom>
            <a:solidFill>
              <a:srgbClr val="FFFFFF"/>
            </a:solidFill>
            <a:ln w="12700" cap="flat" cmpd="sng" algn="ctr">
              <a:solidFill>
                <a:srgbClr val="FFFFFF"/>
              </a:solid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solidFill>
                    <a:srgbClr val="FFFFFF"/>
                  </a:solidFill>
                </a:ln>
                <a:solidFill>
                  <a:srgbClr val="FFFFFF"/>
                </a:solidFill>
                <a:effectLst/>
                <a:uLnTx/>
                <a:uFillTx/>
                <a:latin typeface="Arial" panose="020B0604020202020204"/>
                <a:ea typeface="宋体" panose="02010600030101010101" pitchFamily="2" charset="-122"/>
                <a:cs typeface="+mn-cs"/>
              </a:endParaRPr>
            </a:p>
          </p:txBody>
        </p:sp>
      </p:grpSp>
      <p:grpSp>
        <p:nvGrpSpPr>
          <p:cNvPr id="31" name="组合 30">
            <a:extLst>
              <a:ext uri="{FF2B5EF4-FFF2-40B4-BE49-F238E27FC236}">
                <a16:creationId xmlns:a16="http://schemas.microsoft.com/office/drawing/2014/main" id="{9A02DF1D-DE2E-827D-230A-BE0279714A44}"/>
              </a:ext>
            </a:extLst>
          </p:cNvPr>
          <p:cNvGrpSpPr/>
          <p:nvPr/>
        </p:nvGrpSpPr>
        <p:grpSpPr>
          <a:xfrm>
            <a:off x="404334" y="1273539"/>
            <a:ext cx="3550811" cy="3946250"/>
            <a:chOff x="404334" y="1273539"/>
            <a:chExt cx="3642884" cy="3946250"/>
          </a:xfrm>
        </p:grpSpPr>
        <p:sp>
          <p:nvSpPr>
            <p:cNvPr id="11" name="圆角矩形 119">
              <a:extLst>
                <a:ext uri="{FF2B5EF4-FFF2-40B4-BE49-F238E27FC236}">
                  <a16:creationId xmlns:a16="http://schemas.microsoft.com/office/drawing/2014/main" id="{D51E2646-2670-D8B5-3C67-45B791717944}"/>
                </a:ext>
              </a:extLst>
            </p:cNvPr>
            <p:cNvSpPr/>
            <p:nvPr/>
          </p:nvSpPr>
          <p:spPr>
            <a:xfrm>
              <a:off x="404334" y="1273539"/>
              <a:ext cx="3642884" cy="3946250"/>
            </a:xfrm>
            <a:prstGeom prst="roundRect">
              <a:avLst>
                <a:gd name="adj" fmla="val 0"/>
              </a:avLst>
            </a:prstGeom>
            <a:solidFill>
              <a:sysClr val="window" lastClr="FFFFFF"/>
            </a:solidFill>
            <a:ln w="6350" cap="flat" cmpd="sng" algn="ctr">
              <a:solidFill>
                <a:schemeClr val="tx2">
                  <a:lumMod val="50000"/>
                  <a:lumOff val="50000"/>
                </a:schemeClr>
              </a:solidFill>
              <a:prstDash val="solid"/>
              <a:miter lim="800000"/>
            </a:ln>
            <a:effectLst>
              <a:outerShdw blurRad="101600" sx="101000" sy="101000" algn="ctr" rotWithShape="0">
                <a:srgbClr val="194F9A">
                  <a:alpha val="25000"/>
                </a:srgbClr>
              </a:outerShdw>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1400" b="0" i="0" u="none" strike="noStrike" kern="0" cap="none" spc="0" normalizeH="0" baseline="0" noProof="0" dirty="0">
                <a:ln>
                  <a:noFill/>
                </a:ln>
                <a:solidFill>
                  <a:srgbClr val="E7E6E6">
                    <a:lumMod val="25000"/>
                  </a:srgbClr>
                </a:solidFill>
                <a:effectLst/>
                <a:uLnTx/>
                <a:uFillTx/>
                <a:latin typeface="微软雅黑" panose="020B0503020204020204" pitchFamily="34" charset="-122"/>
                <a:cs typeface="+mn-cs"/>
              </a:endParaRPr>
            </a:p>
          </p:txBody>
        </p:sp>
        <p:sp>
          <p:nvSpPr>
            <p:cNvPr id="13" name="矩形 12">
              <a:extLst>
                <a:ext uri="{FF2B5EF4-FFF2-40B4-BE49-F238E27FC236}">
                  <a16:creationId xmlns:a16="http://schemas.microsoft.com/office/drawing/2014/main" id="{4B42A4C4-4C2A-9FD3-8FB2-CE8A237FCEC4}"/>
                </a:ext>
              </a:extLst>
            </p:cNvPr>
            <p:cNvSpPr/>
            <p:nvPr/>
          </p:nvSpPr>
          <p:spPr>
            <a:xfrm>
              <a:off x="551671" y="2056389"/>
              <a:ext cx="3382838" cy="3026191"/>
            </a:xfrm>
            <a:prstGeom prst="rect">
              <a:avLst/>
            </a:prstGeom>
            <a:solidFill>
              <a:schemeClr val="accent5">
                <a:lumMod val="20000"/>
                <a:lumOff val="80000"/>
                <a:alpha val="41000"/>
              </a:schemeClr>
            </a:solidFill>
            <a:ln w="1905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2400" b="0" i="0" u="none" strike="noStrike" kern="0" cap="none" spc="0" normalizeH="0" baseline="0" noProof="0">
                <a:ln>
                  <a:noFill/>
                </a:ln>
                <a:solidFill>
                  <a:prstClr val="white"/>
                </a:solidFill>
                <a:effectLst/>
                <a:uLnTx/>
                <a:uFillTx/>
                <a:latin typeface="微软雅黑" panose="020B0503020204020204" pitchFamily="34" charset="-122"/>
                <a:cs typeface="+mn-cs"/>
              </a:endParaRPr>
            </a:p>
          </p:txBody>
        </p:sp>
        <p:sp>
          <p:nvSpPr>
            <p:cNvPr id="49" name="矩形: 圆角 48">
              <a:extLst>
                <a:ext uri="{FF2B5EF4-FFF2-40B4-BE49-F238E27FC236}">
                  <a16:creationId xmlns:a16="http://schemas.microsoft.com/office/drawing/2014/main" id="{2479559C-9BAA-7064-F253-2EDF65F524AB}"/>
                </a:ext>
              </a:extLst>
            </p:cNvPr>
            <p:cNvSpPr/>
            <p:nvPr/>
          </p:nvSpPr>
          <p:spPr>
            <a:xfrm>
              <a:off x="567295" y="1369807"/>
              <a:ext cx="3341641" cy="579583"/>
            </a:xfrm>
            <a:prstGeom prst="roundRect">
              <a:avLst>
                <a:gd name="adj" fmla="val 0"/>
              </a:avLst>
            </a:prstGeom>
            <a:gradFill>
              <a:gsLst>
                <a:gs pos="0">
                  <a:srgbClr val="194DB2"/>
                </a:gs>
                <a:gs pos="100000">
                  <a:srgbClr val="0D5DBD"/>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400" b="0"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58" name="文本框 57">
              <a:extLst>
                <a:ext uri="{FF2B5EF4-FFF2-40B4-BE49-F238E27FC236}">
                  <a16:creationId xmlns:a16="http://schemas.microsoft.com/office/drawing/2014/main" id="{F678BD0A-6C4D-39DE-EE22-A894886F544B}"/>
                </a:ext>
              </a:extLst>
            </p:cNvPr>
            <p:cNvSpPr txBox="1"/>
            <p:nvPr/>
          </p:nvSpPr>
          <p:spPr>
            <a:xfrm>
              <a:off x="622367" y="1465410"/>
              <a:ext cx="3286569" cy="338554"/>
            </a:xfrm>
            <a:prstGeom prst="rect">
              <a:avLst/>
            </a:prstGeom>
            <a:noFill/>
          </p:spPr>
          <p:txBody>
            <a:bodyPr wrap="square">
              <a:spAutoFit/>
            </a:bodyPr>
            <a:lstStyle/>
            <a:p>
              <a:pPr algn="ctr"/>
              <a:r>
                <a:rPr lang="zh-CN" altLang="en-US" sz="1600" b="1" dirty="0">
                  <a:solidFill>
                    <a:schemeClr val="bg1"/>
                  </a:solidFill>
                  <a:latin typeface="思源黑体 CN Bold" panose="020B0800000000000000" pitchFamily="34" charset="-122"/>
                  <a:ea typeface="思源黑体 CN Bold" panose="020B0800000000000000" pitchFamily="34" charset="-122"/>
                </a:rPr>
                <a:t>目标位置接收与坐标转换</a:t>
              </a:r>
              <a:endParaRPr lang="zh-CN" altLang="en-US" sz="1600" dirty="0">
                <a:solidFill>
                  <a:schemeClr val="bg1"/>
                </a:solidFill>
              </a:endParaRPr>
            </a:p>
          </p:txBody>
        </p:sp>
        <p:sp>
          <p:nvSpPr>
            <p:cNvPr id="62" name="文本框 61">
              <a:extLst>
                <a:ext uri="{FF2B5EF4-FFF2-40B4-BE49-F238E27FC236}">
                  <a16:creationId xmlns:a16="http://schemas.microsoft.com/office/drawing/2014/main" id="{1ACBDFC5-CEFB-DEBC-A66A-FF3FCD84C870}"/>
                </a:ext>
              </a:extLst>
            </p:cNvPr>
            <p:cNvSpPr txBox="1"/>
            <p:nvPr/>
          </p:nvSpPr>
          <p:spPr>
            <a:xfrm>
              <a:off x="655321" y="2374961"/>
              <a:ext cx="3165589" cy="1993238"/>
            </a:xfrm>
            <a:prstGeom prst="rect">
              <a:avLst/>
            </a:prstGeom>
            <a:noFill/>
          </p:spPr>
          <p:txBody>
            <a:bodyPr wrap="square">
              <a:spAutoFit/>
            </a:bodyPr>
            <a:lstStyle/>
            <a:p>
              <a:pPr>
                <a:lnSpc>
                  <a:spcPct val="150000"/>
                </a:lnSpc>
              </a:pPr>
              <a:r>
                <a:rPr lang="zh-CN" altLang="en-US" sz="1400" dirty="0">
                  <a:latin typeface="思源黑体 CN Medium" panose="020B0600000000000000" pitchFamily="34" charset="-122"/>
                  <a:ea typeface="思源黑体 CN Medium" panose="020B0600000000000000" pitchFamily="34" charset="-122"/>
                </a:rPr>
                <a:t>机械臂控制模块首先接收视觉识别或流程编排模块给出的目标落子位置，并根据系统中定义的坐标映射关系，将相机坐标或棋盘坐标转换为机械臂可执行的目标坐标，为后续动作控制提供准确输入。</a:t>
              </a:r>
            </a:p>
          </p:txBody>
        </p:sp>
      </p:grpSp>
      <p:grpSp>
        <p:nvGrpSpPr>
          <p:cNvPr id="32" name="组合 31">
            <a:extLst>
              <a:ext uri="{FF2B5EF4-FFF2-40B4-BE49-F238E27FC236}">
                <a16:creationId xmlns:a16="http://schemas.microsoft.com/office/drawing/2014/main" id="{70029274-3056-5425-E35D-36B377B9CC74}"/>
              </a:ext>
            </a:extLst>
          </p:cNvPr>
          <p:cNvGrpSpPr/>
          <p:nvPr/>
        </p:nvGrpSpPr>
        <p:grpSpPr>
          <a:xfrm>
            <a:off x="4336223" y="1282455"/>
            <a:ext cx="3632118" cy="3946250"/>
            <a:chOff x="4241882" y="1282455"/>
            <a:chExt cx="3642884" cy="3946250"/>
          </a:xfrm>
        </p:grpSpPr>
        <p:sp>
          <p:nvSpPr>
            <p:cNvPr id="50" name="圆角矩形 119">
              <a:extLst>
                <a:ext uri="{FF2B5EF4-FFF2-40B4-BE49-F238E27FC236}">
                  <a16:creationId xmlns:a16="http://schemas.microsoft.com/office/drawing/2014/main" id="{9BE2D681-5B14-BD5C-F296-395773340739}"/>
                </a:ext>
              </a:extLst>
            </p:cNvPr>
            <p:cNvSpPr/>
            <p:nvPr/>
          </p:nvSpPr>
          <p:spPr>
            <a:xfrm>
              <a:off x="4241882" y="1282455"/>
              <a:ext cx="3642884" cy="3946250"/>
            </a:xfrm>
            <a:prstGeom prst="roundRect">
              <a:avLst>
                <a:gd name="adj" fmla="val 0"/>
              </a:avLst>
            </a:prstGeom>
            <a:solidFill>
              <a:sysClr val="window" lastClr="FFFFFF"/>
            </a:solidFill>
            <a:ln w="6350" cap="flat" cmpd="sng" algn="ctr">
              <a:solidFill>
                <a:schemeClr val="tx2">
                  <a:lumMod val="50000"/>
                  <a:lumOff val="50000"/>
                </a:schemeClr>
              </a:solidFill>
              <a:prstDash val="solid"/>
              <a:miter lim="800000"/>
            </a:ln>
            <a:effectLst>
              <a:outerShdw blurRad="101600" sx="101000" sy="101000" algn="ctr" rotWithShape="0">
                <a:srgbClr val="194F9A">
                  <a:alpha val="25000"/>
                </a:srgbClr>
              </a:outerShdw>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1400" b="0" i="0" u="none" strike="noStrike" kern="0" cap="none" spc="0" normalizeH="0" baseline="0" noProof="0" dirty="0">
                <a:ln>
                  <a:noFill/>
                </a:ln>
                <a:solidFill>
                  <a:srgbClr val="E7E6E6">
                    <a:lumMod val="25000"/>
                  </a:srgbClr>
                </a:solidFill>
                <a:effectLst/>
                <a:uLnTx/>
                <a:uFillTx/>
                <a:latin typeface="微软雅黑" panose="020B0503020204020204" pitchFamily="34" charset="-122"/>
                <a:cs typeface="+mn-cs"/>
              </a:endParaRPr>
            </a:p>
          </p:txBody>
        </p:sp>
        <p:sp>
          <p:nvSpPr>
            <p:cNvPr id="51" name="矩形 50">
              <a:extLst>
                <a:ext uri="{FF2B5EF4-FFF2-40B4-BE49-F238E27FC236}">
                  <a16:creationId xmlns:a16="http://schemas.microsoft.com/office/drawing/2014/main" id="{C5BF53FA-03BF-5985-7741-10F6D61D9E62}"/>
                </a:ext>
              </a:extLst>
            </p:cNvPr>
            <p:cNvSpPr/>
            <p:nvPr/>
          </p:nvSpPr>
          <p:spPr>
            <a:xfrm>
              <a:off x="4389219" y="2065305"/>
              <a:ext cx="3382838" cy="3026191"/>
            </a:xfrm>
            <a:prstGeom prst="rect">
              <a:avLst/>
            </a:prstGeom>
            <a:solidFill>
              <a:schemeClr val="accent5">
                <a:lumMod val="20000"/>
                <a:lumOff val="80000"/>
                <a:alpha val="41000"/>
              </a:schemeClr>
            </a:solidFill>
            <a:ln w="1905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2400" b="0" i="0" u="none" strike="noStrike" kern="0" cap="none" spc="0" normalizeH="0" baseline="0" noProof="0" dirty="0">
                <a:ln>
                  <a:noFill/>
                </a:ln>
                <a:solidFill>
                  <a:prstClr val="white"/>
                </a:solidFill>
                <a:effectLst/>
                <a:uLnTx/>
                <a:uFillTx/>
                <a:latin typeface="微软雅黑" panose="020B0503020204020204" pitchFamily="34" charset="-122"/>
                <a:cs typeface="+mn-cs"/>
              </a:endParaRPr>
            </a:p>
          </p:txBody>
        </p:sp>
        <p:sp>
          <p:nvSpPr>
            <p:cNvPr id="52" name="矩形: 圆角 51">
              <a:extLst>
                <a:ext uri="{FF2B5EF4-FFF2-40B4-BE49-F238E27FC236}">
                  <a16:creationId xmlns:a16="http://schemas.microsoft.com/office/drawing/2014/main" id="{E53455A3-FBBC-47E5-E219-69D5EA63A120}"/>
                </a:ext>
              </a:extLst>
            </p:cNvPr>
            <p:cNvSpPr/>
            <p:nvPr/>
          </p:nvSpPr>
          <p:spPr>
            <a:xfrm>
              <a:off x="4404843" y="1378723"/>
              <a:ext cx="3341641" cy="579583"/>
            </a:xfrm>
            <a:prstGeom prst="roundRect">
              <a:avLst>
                <a:gd name="adj" fmla="val 0"/>
              </a:avLst>
            </a:prstGeom>
            <a:gradFill>
              <a:gsLst>
                <a:gs pos="0">
                  <a:srgbClr val="194DB2"/>
                </a:gs>
                <a:gs pos="100000">
                  <a:srgbClr val="0D5DBD"/>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400" b="0"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2054" name="文本框 2053">
              <a:extLst>
                <a:ext uri="{FF2B5EF4-FFF2-40B4-BE49-F238E27FC236}">
                  <a16:creationId xmlns:a16="http://schemas.microsoft.com/office/drawing/2014/main" id="{8CD809B9-EB7B-E43C-5B3B-DEC04296B4F6}"/>
                </a:ext>
              </a:extLst>
            </p:cNvPr>
            <p:cNvSpPr txBox="1"/>
            <p:nvPr/>
          </p:nvSpPr>
          <p:spPr>
            <a:xfrm>
              <a:off x="4389120" y="1498661"/>
              <a:ext cx="3449782" cy="338554"/>
            </a:xfrm>
            <a:prstGeom prst="rect">
              <a:avLst/>
            </a:prstGeom>
            <a:noFill/>
          </p:spPr>
          <p:txBody>
            <a:bodyPr wrap="square">
              <a:spAutoFit/>
            </a:bodyPr>
            <a:lstStyle/>
            <a:p>
              <a:pPr algn="ctr"/>
              <a:r>
                <a:rPr lang="zh-CN" altLang="en-US" sz="1600" b="1" dirty="0">
                  <a:solidFill>
                    <a:schemeClr val="bg1"/>
                  </a:solidFill>
                  <a:latin typeface="思源黑体 CN Bold" panose="020B0800000000000000" pitchFamily="34" charset="-122"/>
                  <a:ea typeface="思源黑体 CN Bold" panose="020B0800000000000000" pitchFamily="34" charset="-122"/>
                </a:rPr>
                <a:t>抓取、搬运与落子执行</a:t>
              </a:r>
              <a:endParaRPr lang="zh-CN" altLang="en-US" sz="1600" dirty="0">
                <a:solidFill>
                  <a:schemeClr val="bg1"/>
                </a:solidFill>
              </a:endParaRPr>
            </a:p>
          </p:txBody>
        </p:sp>
      </p:grpSp>
      <p:sp>
        <p:nvSpPr>
          <p:cNvPr id="53" name="圆角矩形 119">
            <a:extLst>
              <a:ext uri="{FF2B5EF4-FFF2-40B4-BE49-F238E27FC236}">
                <a16:creationId xmlns:a16="http://schemas.microsoft.com/office/drawing/2014/main" id="{5FE9903C-EDAA-88B0-F232-F70728AC2C4D}"/>
              </a:ext>
            </a:extLst>
          </p:cNvPr>
          <p:cNvSpPr/>
          <p:nvPr/>
        </p:nvSpPr>
        <p:spPr>
          <a:xfrm>
            <a:off x="8360228" y="1282455"/>
            <a:ext cx="3544255" cy="3946250"/>
          </a:xfrm>
          <a:prstGeom prst="roundRect">
            <a:avLst>
              <a:gd name="adj" fmla="val 0"/>
            </a:avLst>
          </a:prstGeom>
          <a:solidFill>
            <a:sysClr val="window" lastClr="FFFFFF"/>
          </a:solidFill>
          <a:ln w="6350" cap="flat" cmpd="sng" algn="ctr">
            <a:solidFill>
              <a:schemeClr val="tx2">
                <a:lumMod val="50000"/>
                <a:lumOff val="50000"/>
              </a:schemeClr>
            </a:solidFill>
            <a:prstDash val="solid"/>
            <a:miter lim="800000"/>
          </a:ln>
          <a:effectLst>
            <a:outerShdw blurRad="101600" sx="101000" sy="101000" algn="ctr" rotWithShape="0">
              <a:srgbClr val="194F9A">
                <a:alpha val="25000"/>
              </a:srgbClr>
            </a:outerShdw>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1400" b="0" i="0" u="none" strike="noStrike" kern="0" cap="none" spc="0" normalizeH="0" baseline="0" noProof="0" dirty="0">
              <a:ln>
                <a:noFill/>
              </a:ln>
              <a:solidFill>
                <a:srgbClr val="E7E6E6">
                  <a:lumMod val="25000"/>
                </a:srgbClr>
              </a:solidFill>
              <a:effectLst/>
              <a:uLnTx/>
              <a:uFillTx/>
              <a:latin typeface="微软雅黑" panose="020B0503020204020204" pitchFamily="34" charset="-122"/>
              <a:cs typeface="+mn-cs"/>
            </a:endParaRPr>
          </a:p>
        </p:txBody>
      </p:sp>
      <p:sp>
        <p:nvSpPr>
          <p:cNvPr id="54" name="矩形 53">
            <a:extLst>
              <a:ext uri="{FF2B5EF4-FFF2-40B4-BE49-F238E27FC236}">
                <a16:creationId xmlns:a16="http://schemas.microsoft.com/office/drawing/2014/main" id="{8D8AB290-4364-55E7-43C7-39252B4019D3}"/>
              </a:ext>
            </a:extLst>
          </p:cNvPr>
          <p:cNvSpPr/>
          <p:nvPr/>
        </p:nvSpPr>
        <p:spPr>
          <a:xfrm>
            <a:off x="8534401" y="2065305"/>
            <a:ext cx="3291250" cy="3026191"/>
          </a:xfrm>
          <a:prstGeom prst="rect">
            <a:avLst/>
          </a:prstGeom>
          <a:solidFill>
            <a:schemeClr val="accent5">
              <a:lumMod val="20000"/>
              <a:lumOff val="80000"/>
              <a:alpha val="41000"/>
            </a:schemeClr>
          </a:solidFill>
          <a:ln w="1905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2400" b="0" i="0" u="none" strike="noStrike" kern="0" cap="none" spc="0" normalizeH="0" baseline="0" noProof="0">
              <a:ln>
                <a:noFill/>
              </a:ln>
              <a:solidFill>
                <a:prstClr val="white"/>
              </a:solidFill>
              <a:effectLst/>
              <a:uLnTx/>
              <a:uFillTx/>
              <a:latin typeface="微软雅黑" panose="020B0503020204020204" pitchFamily="34" charset="-122"/>
              <a:cs typeface="+mn-cs"/>
            </a:endParaRPr>
          </a:p>
        </p:txBody>
      </p:sp>
      <p:sp>
        <p:nvSpPr>
          <p:cNvPr id="55" name="矩形: 圆角 54">
            <a:extLst>
              <a:ext uri="{FF2B5EF4-FFF2-40B4-BE49-F238E27FC236}">
                <a16:creationId xmlns:a16="http://schemas.microsoft.com/office/drawing/2014/main" id="{AB320081-53F8-D4F5-0FA2-45BB4649E45A}"/>
              </a:ext>
            </a:extLst>
          </p:cNvPr>
          <p:cNvSpPr/>
          <p:nvPr/>
        </p:nvSpPr>
        <p:spPr>
          <a:xfrm>
            <a:off x="8518777" y="1378723"/>
            <a:ext cx="3251168" cy="579583"/>
          </a:xfrm>
          <a:prstGeom prst="roundRect">
            <a:avLst>
              <a:gd name="adj" fmla="val 0"/>
            </a:avLst>
          </a:prstGeom>
          <a:gradFill>
            <a:gsLst>
              <a:gs pos="0">
                <a:srgbClr val="194DB2"/>
              </a:gs>
              <a:gs pos="100000">
                <a:srgbClr val="0D5DBD"/>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400" b="0"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2" name="文本框 1">
            <a:extLst>
              <a:ext uri="{FF2B5EF4-FFF2-40B4-BE49-F238E27FC236}">
                <a16:creationId xmlns:a16="http://schemas.microsoft.com/office/drawing/2014/main" id="{78ABCDBF-FC0E-CA2C-D0C8-8E4E43D2EC5B}"/>
              </a:ext>
            </a:extLst>
          </p:cNvPr>
          <p:cNvSpPr txBox="1"/>
          <p:nvPr/>
        </p:nvSpPr>
        <p:spPr>
          <a:xfrm>
            <a:off x="8534401" y="1483577"/>
            <a:ext cx="3222170" cy="338554"/>
          </a:xfrm>
          <a:prstGeom prst="rect">
            <a:avLst/>
          </a:prstGeom>
          <a:noFill/>
        </p:spPr>
        <p:txBody>
          <a:bodyPr wrap="square">
            <a:spAutoFit/>
          </a:bodyPr>
          <a:lstStyle/>
          <a:p>
            <a:pPr algn="ctr"/>
            <a:r>
              <a:rPr lang="zh-CN" altLang="en-US" sz="1600" b="1" dirty="0">
                <a:solidFill>
                  <a:schemeClr val="bg1"/>
                </a:solidFill>
                <a:ea typeface="思源黑体 CN Bold" panose="020B0800000000000000" pitchFamily="34" charset="-122"/>
              </a:rPr>
              <a:t>动作复位与执行状态反馈</a:t>
            </a:r>
          </a:p>
        </p:txBody>
      </p:sp>
      <p:grpSp>
        <p:nvGrpSpPr>
          <p:cNvPr id="28" name="组合 27">
            <a:extLst>
              <a:ext uri="{FF2B5EF4-FFF2-40B4-BE49-F238E27FC236}">
                <a16:creationId xmlns:a16="http://schemas.microsoft.com/office/drawing/2014/main" id="{87F2700B-85EB-D103-79B4-08349674700A}"/>
              </a:ext>
            </a:extLst>
          </p:cNvPr>
          <p:cNvGrpSpPr/>
          <p:nvPr/>
        </p:nvGrpSpPr>
        <p:grpSpPr>
          <a:xfrm>
            <a:off x="8051166" y="3044402"/>
            <a:ext cx="237839" cy="654361"/>
            <a:chOff x="11716023" y="4111202"/>
            <a:chExt cx="237839" cy="654361"/>
          </a:xfrm>
        </p:grpSpPr>
        <p:sp>
          <p:nvSpPr>
            <p:cNvPr id="29" name="任意形状 79">
              <a:extLst>
                <a:ext uri="{FF2B5EF4-FFF2-40B4-BE49-F238E27FC236}">
                  <a16:creationId xmlns:a16="http://schemas.microsoft.com/office/drawing/2014/main" id="{ABB8B88A-BF56-E87E-5E84-D866951C3264}"/>
                </a:ext>
              </a:extLst>
            </p:cNvPr>
            <p:cNvSpPr/>
            <p:nvPr/>
          </p:nvSpPr>
          <p:spPr>
            <a:xfrm rot="5400000" flipH="1">
              <a:off x="11480391" y="4346834"/>
              <a:ext cx="654361" cy="183097"/>
            </a:xfrm>
            <a:custGeom>
              <a:avLst/>
              <a:gdLst>
                <a:gd name="connsiteX0" fmla="*/ 732665 w 1457604"/>
                <a:gd name="connsiteY0" fmla="*/ 0 h 715059"/>
                <a:gd name="connsiteX1" fmla="*/ 728802 w 1457604"/>
                <a:gd name="connsiteY1" fmla="*/ 3771 h 715059"/>
                <a:gd name="connsiteX2" fmla="*/ 724939 w 1457604"/>
                <a:gd name="connsiteY2" fmla="*/ 0 h 715059"/>
                <a:gd name="connsiteX3" fmla="*/ 724921 w 1457604"/>
                <a:gd name="connsiteY3" fmla="*/ 7558 h 715059"/>
                <a:gd name="connsiteX4" fmla="*/ 0 w 1457604"/>
                <a:gd name="connsiteY4" fmla="*/ 715059 h 715059"/>
                <a:gd name="connsiteX5" fmla="*/ 728802 w 1457604"/>
                <a:gd name="connsiteY5" fmla="*/ 483764 h 715059"/>
                <a:gd name="connsiteX6" fmla="*/ 1457604 w 1457604"/>
                <a:gd name="connsiteY6" fmla="*/ 715059 h 715059"/>
                <a:gd name="connsiteX7" fmla="*/ 732683 w 1457604"/>
                <a:gd name="connsiteY7" fmla="*/ 7558 h 7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457604" h="715059">
                  <a:moveTo>
                    <a:pt x="732665" y="0"/>
                  </a:moveTo>
                  <a:lnTo>
                    <a:pt x="728802" y="3771"/>
                  </a:lnTo>
                  <a:lnTo>
                    <a:pt x="724939" y="0"/>
                  </a:lnTo>
                  <a:lnTo>
                    <a:pt x="724921" y="7558"/>
                  </a:lnTo>
                  <a:lnTo>
                    <a:pt x="0" y="715059"/>
                  </a:lnTo>
                  <a:lnTo>
                    <a:pt x="728802" y="483764"/>
                  </a:lnTo>
                  <a:lnTo>
                    <a:pt x="1457604" y="715059"/>
                  </a:lnTo>
                  <a:lnTo>
                    <a:pt x="732683" y="7558"/>
                  </a:lnTo>
                  <a:close/>
                </a:path>
              </a:pathLst>
            </a:custGeom>
            <a:gradFill flip="none" rotWithShape="1">
              <a:gsLst>
                <a:gs pos="89000">
                  <a:srgbClr val="0070C0"/>
                </a:gs>
                <a:gs pos="0">
                  <a:srgbClr val="0070C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30" name="任意形状 89">
              <a:extLst>
                <a:ext uri="{FF2B5EF4-FFF2-40B4-BE49-F238E27FC236}">
                  <a16:creationId xmlns:a16="http://schemas.microsoft.com/office/drawing/2014/main" id="{5FC40935-2F87-15C8-8EB5-AB39D9205624}"/>
                </a:ext>
              </a:extLst>
            </p:cNvPr>
            <p:cNvSpPr/>
            <p:nvPr/>
          </p:nvSpPr>
          <p:spPr>
            <a:xfrm rot="5400000" flipH="1">
              <a:off x="11635940" y="4373827"/>
              <a:ext cx="506736" cy="129108"/>
            </a:xfrm>
            <a:custGeom>
              <a:avLst/>
              <a:gdLst>
                <a:gd name="connsiteX0" fmla="*/ 732665 w 1457604"/>
                <a:gd name="connsiteY0" fmla="*/ 0 h 715059"/>
                <a:gd name="connsiteX1" fmla="*/ 728802 w 1457604"/>
                <a:gd name="connsiteY1" fmla="*/ 3771 h 715059"/>
                <a:gd name="connsiteX2" fmla="*/ 724939 w 1457604"/>
                <a:gd name="connsiteY2" fmla="*/ 0 h 715059"/>
                <a:gd name="connsiteX3" fmla="*/ 724921 w 1457604"/>
                <a:gd name="connsiteY3" fmla="*/ 7558 h 715059"/>
                <a:gd name="connsiteX4" fmla="*/ 0 w 1457604"/>
                <a:gd name="connsiteY4" fmla="*/ 715059 h 715059"/>
                <a:gd name="connsiteX5" fmla="*/ 728802 w 1457604"/>
                <a:gd name="connsiteY5" fmla="*/ 483764 h 715059"/>
                <a:gd name="connsiteX6" fmla="*/ 1457604 w 1457604"/>
                <a:gd name="connsiteY6" fmla="*/ 715059 h 715059"/>
                <a:gd name="connsiteX7" fmla="*/ 732683 w 1457604"/>
                <a:gd name="connsiteY7" fmla="*/ 7558 h 7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457604" h="715059">
                  <a:moveTo>
                    <a:pt x="732665" y="0"/>
                  </a:moveTo>
                  <a:lnTo>
                    <a:pt x="728802" y="3771"/>
                  </a:lnTo>
                  <a:lnTo>
                    <a:pt x="724939" y="0"/>
                  </a:lnTo>
                  <a:lnTo>
                    <a:pt x="724921" y="7558"/>
                  </a:lnTo>
                  <a:lnTo>
                    <a:pt x="0" y="715059"/>
                  </a:lnTo>
                  <a:lnTo>
                    <a:pt x="728802" y="483764"/>
                  </a:lnTo>
                  <a:lnTo>
                    <a:pt x="1457604" y="715059"/>
                  </a:lnTo>
                  <a:lnTo>
                    <a:pt x="732683" y="7558"/>
                  </a:lnTo>
                  <a:close/>
                </a:path>
              </a:pathLst>
            </a:custGeom>
            <a:gradFill flip="none" rotWithShape="1">
              <a:gsLst>
                <a:gs pos="89000">
                  <a:srgbClr val="0070C0"/>
                </a:gs>
                <a:gs pos="0">
                  <a:srgbClr val="0070C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a:solidFill>
                  <a:srgbClr val="FFFFFF"/>
                </a:solidFill>
                <a:latin typeface="微软雅黑" panose="020B0503020204020204" pitchFamily="34" charset="-122"/>
                <a:ea typeface="微软雅黑" panose="020B0503020204020204" pitchFamily="34" charset="-122"/>
              </a:endParaRPr>
            </a:p>
          </p:txBody>
        </p:sp>
      </p:grpSp>
      <p:grpSp>
        <p:nvGrpSpPr>
          <p:cNvPr id="33" name="组合 32">
            <a:extLst>
              <a:ext uri="{FF2B5EF4-FFF2-40B4-BE49-F238E27FC236}">
                <a16:creationId xmlns:a16="http://schemas.microsoft.com/office/drawing/2014/main" id="{7CBEEFDB-8755-5275-DC7A-DF74394A084D}"/>
              </a:ext>
            </a:extLst>
          </p:cNvPr>
          <p:cNvGrpSpPr/>
          <p:nvPr/>
        </p:nvGrpSpPr>
        <p:grpSpPr>
          <a:xfrm>
            <a:off x="4045224" y="3037145"/>
            <a:ext cx="237839" cy="654361"/>
            <a:chOff x="11716023" y="4111202"/>
            <a:chExt cx="237839" cy="654361"/>
          </a:xfrm>
        </p:grpSpPr>
        <p:sp>
          <p:nvSpPr>
            <p:cNvPr id="34" name="任意形状 79">
              <a:extLst>
                <a:ext uri="{FF2B5EF4-FFF2-40B4-BE49-F238E27FC236}">
                  <a16:creationId xmlns:a16="http://schemas.microsoft.com/office/drawing/2014/main" id="{7754B1B6-1053-1BA4-C125-E4C654711A3A}"/>
                </a:ext>
              </a:extLst>
            </p:cNvPr>
            <p:cNvSpPr/>
            <p:nvPr/>
          </p:nvSpPr>
          <p:spPr>
            <a:xfrm rot="5400000" flipH="1">
              <a:off x="11480391" y="4346834"/>
              <a:ext cx="654361" cy="183097"/>
            </a:xfrm>
            <a:custGeom>
              <a:avLst/>
              <a:gdLst>
                <a:gd name="connsiteX0" fmla="*/ 732665 w 1457604"/>
                <a:gd name="connsiteY0" fmla="*/ 0 h 715059"/>
                <a:gd name="connsiteX1" fmla="*/ 728802 w 1457604"/>
                <a:gd name="connsiteY1" fmla="*/ 3771 h 715059"/>
                <a:gd name="connsiteX2" fmla="*/ 724939 w 1457604"/>
                <a:gd name="connsiteY2" fmla="*/ 0 h 715059"/>
                <a:gd name="connsiteX3" fmla="*/ 724921 w 1457604"/>
                <a:gd name="connsiteY3" fmla="*/ 7558 h 715059"/>
                <a:gd name="connsiteX4" fmla="*/ 0 w 1457604"/>
                <a:gd name="connsiteY4" fmla="*/ 715059 h 715059"/>
                <a:gd name="connsiteX5" fmla="*/ 728802 w 1457604"/>
                <a:gd name="connsiteY5" fmla="*/ 483764 h 715059"/>
                <a:gd name="connsiteX6" fmla="*/ 1457604 w 1457604"/>
                <a:gd name="connsiteY6" fmla="*/ 715059 h 715059"/>
                <a:gd name="connsiteX7" fmla="*/ 732683 w 1457604"/>
                <a:gd name="connsiteY7" fmla="*/ 7558 h 7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457604" h="715059">
                  <a:moveTo>
                    <a:pt x="732665" y="0"/>
                  </a:moveTo>
                  <a:lnTo>
                    <a:pt x="728802" y="3771"/>
                  </a:lnTo>
                  <a:lnTo>
                    <a:pt x="724939" y="0"/>
                  </a:lnTo>
                  <a:lnTo>
                    <a:pt x="724921" y="7558"/>
                  </a:lnTo>
                  <a:lnTo>
                    <a:pt x="0" y="715059"/>
                  </a:lnTo>
                  <a:lnTo>
                    <a:pt x="728802" y="483764"/>
                  </a:lnTo>
                  <a:lnTo>
                    <a:pt x="1457604" y="715059"/>
                  </a:lnTo>
                  <a:lnTo>
                    <a:pt x="732683" y="7558"/>
                  </a:lnTo>
                  <a:close/>
                </a:path>
              </a:pathLst>
            </a:custGeom>
            <a:gradFill flip="none" rotWithShape="1">
              <a:gsLst>
                <a:gs pos="89000">
                  <a:srgbClr val="0070C0"/>
                </a:gs>
                <a:gs pos="0">
                  <a:srgbClr val="0070C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35" name="任意形状 89">
              <a:extLst>
                <a:ext uri="{FF2B5EF4-FFF2-40B4-BE49-F238E27FC236}">
                  <a16:creationId xmlns:a16="http://schemas.microsoft.com/office/drawing/2014/main" id="{357F73F4-1EE9-EE87-F874-DE7EFB1EB824}"/>
                </a:ext>
              </a:extLst>
            </p:cNvPr>
            <p:cNvSpPr/>
            <p:nvPr/>
          </p:nvSpPr>
          <p:spPr>
            <a:xfrm rot="5400000" flipH="1">
              <a:off x="11635940" y="4373827"/>
              <a:ext cx="506736" cy="129108"/>
            </a:xfrm>
            <a:custGeom>
              <a:avLst/>
              <a:gdLst>
                <a:gd name="connsiteX0" fmla="*/ 732665 w 1457604"/>
                <a:gd name="connsiteY0" fmla="*/ 0 h 715059"/>
                <a:gd name="connsiteX1" fmla="*/ 728802 w 1457604"/>
                <a:gd name="connsiteY1" fmla="*/ 3771 h 715059"/>
                <a:gd name="connsiteX2" fmla="*/ 724939 w 1457604"/>
                <a:gd name="connsiteY2" fmla="*/ 0 h 715059"/>
                <a:gd name="connsiteX3" fmla="*/ 724921 w 1457604"/>
                <a:gd name="connsiteY3" fmla="*/ 7558 h 715059"/>
                <a:gd name="connsiteX4" fmla="*/ 0 w 1457604"/>
                <a:gd name="connsiteY4" fmla="*/ 715059 h 715059"/>
                <a:gd name="connsiteX5" fmla="*/ 728802 w 1457604"/>
                <a:gd name="connsiteY5" fmla="*/ 483764 h 715059"/>
                <a:gd name="connsiteX6" fmla="*/ 1457604 w 1457604"/>
                <a:gd name="connsiteY6" fmla="*/ 715059 h 715059"/>
                <a:gd name="connsiteX7" fmla="*/ 732683 w 1457604"/>
                <a:gd name="connsiteY7" fmla="*/ 7558 h 7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457604" h="715059">
                  <a:moveTo>
                    <a:pt x="732665" y="0"/>
                  </a:moveTo>
                  <a:lnTo>
                    <a:pt x="728802" y="3771"/>
                  </a:lnTo>
                  <a:lnTo>
                    <a:pt x="724939" y="0"/>
                  </a:lnTo>
                  <a:lnTo>
                    <a:pt x="724921" y="7558"/>
                  </a:lnTo>
                  <a:lnTo>
                    <a:pt x="0" y="715059"/>
                  </a:lnTo>
                  <a:lnTo>
                    <a:pt x="728802" y="483764"/>
                  </a:lnTo>
                  <a:lnTo>
                    <a:pt x="1457604" y="715059"/>
                  </a:lnTo>
                  <a:lnTo>
                    <a:pt x="732683" y="7558"/>
                  </a:lnTo>
                  <a:close/>
                </a:path>
              </a:pathLst>
            </a:custGeom>
            <a:gradFill flip="none" rotWithShape="1">
              <a:gsLst>
                <a:gs pos="89000">
                  <a:srgbClr val="0070C0"/>
                </a:gs>
                <a:gs pos="0">
                  <a:srgbClr val="0070C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a:solidFill>
                  <a:srgbClr val="FFFFFF"/>
                </a:solidFill>
                <a:latin typeface="微软雅黑" panose="020B0503020204020204" pitchFamily="34" charset="-122"/>
                <a:ea typeface="微软雅黑" panose="020B0503020204020204" pitchFamily="34" charset="-122"/>
              </a:endParaRPr>
            </a:p>
          </p:txBody>
        </p:sp>
      </p:grpSp>
      <p:grpSp>
        <p:nvGrpSpPr>
          <p:cNvPr id="37" name="组合 36">
            <a:extLst>
              <a:ext uri="{FF2B5EF4-FFF2-40B4-BE49-F238E27FC236}">
                <a16:creationId xmlns:a16="http://schemas.microsoft.com/office/drawing/2014/main" id="{4783B4B6-C03A-C6BD-D203-AD1C229DEF0E}"/>
              </a:ext>
            </a:extLst>
          </p:cNvPr>
          <p:cNvGrpSpPr/>
          <p:nvPr/>
        </p:nvGrpSpPr>
        <p:grpSpPr>
          <a:xfrm>
            <a:off x="-58057" y="5485148"/>
            <a:ext cx="12322628" cy="1118852"/>
            <a:chOff x="385099" y="1049852"/>
            <a:chExt cx="11362067" cy="1190266"/>
          </a:xfrm>
        </p:grpSpPr>
        <p:sp>
          <p:nvSpPr>
            <p:cNvPr id="38" name="Rectangle 10+">
              <a:extLst>
                <a:ext uri="{FF2B5EF4-FFF2-40B4-BE49-F238E27FC236}">
                  <a16:creationId xmlns:a16="http://schemas.microsoft.com/office/drawing/2014/main" id="{8D8CFEB3-3244-4413-6F17-51618CC5359E}"/>
                </a:ext>
              </a:extLst>
            </p:cNvPr>
            <p:cNvSpPr/>
            <p:nvPr/>
          </p:nvSpPr>
          <p:spPr>
            <a:xfrm rot="21593656">
              <a:off x="385111" y="1049852"/>
              <a:ext cx="11362055" cy="1170728"/>
            </a:xfrm>
            <a:prstGeom prst="roundRect">
              <a:avLst>
                <a:gd name="adj" fmla="val 11442"/>
              </a:avLst>
            </a:prstGeom>
            <a:gradFill>
              <a:gsLst>
                <a:gs pos="6000">
                  <a:srgbClr val="176EC8"/>
                </a:gs>
                <a:gs pos="92000">
                  <a:srgbClr val="1757C9"/>
                </a:gs>
              </a:gsLst>
              <a:lin ang="8100000" scaled="0"/>
            </a:gradFill>
            <a:ln>
              <a:noFill/>
            </a:ln>
            <a:effectLst>
              <a:outerShdw blurRad="32715" dist="32715" dir="5400000" algn="ctr" rotWithShape="0">
                <a:schemeClr val="tx2">
                  <a:alpha val="20000"/>
                </a:schemeClr>
              </a:outerShdw>
            </a:effectLst>
          </p:spPr>
          <p:txBody>
            <a:bodyPr rot="0" spcFirstLastPara="0" vert="horz" wrap="square" lIns="84125" tIns="42062" rIns="84125" bIns="42062" numCol="1" spcCol="0" rtlCol="0" fromWordArt="0" anchor="t"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spcBef>
                  <a:spcPts val="600"/>
                </a:spcBef>
              </a:pPr>
              <a:endParaRPr lang="zh-CN" altLang="en-US" sz="12980" spc="-300">
                <a:gradFill>
                  <a:gsLst>
                    <a:gs pos="6000">
                      <a:schemeClr val="accent2"/>
                    </a:gs>
                    <a:gs pos="92000">
                      <a:schemeClr val="tx2"/>
                    </a:gs>
                  </a:gsLst>
                  <a:lin ang="8100000" scaled="0"/>
                </a:gradFill>
                <a:effectLst>
                  <a:outerShdw blurRad="32715" dist="32715" dir="5400000" algn="ctr" rotWithShape="0">
                    <a:schemeClr val="tx2">
                      <a:alpha val="20000"/>
                    </a:schemeClr>
                  </a:outerShdw>
                </a:effectLst>
                <a:latin typeface="汉仪心海行楷W" panose="00020600040101010101" pitchFamily="18" charset="-122"/>
                <a:ea typeface="汉仪心海行楷W" panose="00020600040101010101" pitchFamily="18" charset="-122"/>
                <a:cs typeface="演示流云楷" panose="02000600000000000000" pitchFamily="2" charset="-122"/>
              </a:endParaRPr>
            </a:p>
          </p:txBody>
        </p:sp>
        <p:sp>
          <p:nvSpPr>
            <p:cNvPr id="39" name="Rectangle 10+">
              <a:extLst>
                <a:ext uri="{FF2B5EF4-FFF2-40B4-BE49-F238E27FC236}">
                  <a16:creationId xmlns:a16="http://schemas.microsoft.com/office/drawing/2014/main" id="{673E9075-BFD3-70B0-7FC9-21E567DFFAC7}"/>
                </a:ext>
              </a:extLst>
            </p:cNvPr>
            <p:cNvSpPr/>
            <p:nvPr/>
          </p:nvSpPr>
          <p:spPr>
            <a:xfrm rot="21593656">
              <a:off x="385099" y="1139028"/>
              <a:ext cx="11362055" cy="1101090"/>
            </a:xfrm>
            <a:prstGeom prst="roundRect">
              <a:avLst>
                <a:gd name="adj" fmla="val 11442"/>
              </a:avLst>
            </a:prstGeom>
            <a:pattFill prst="pct20">
              <a:fgClr>
                <a:sysClr val="window" lastClr="FFFFFF">
                  <a:lumMod val="95000"/>
                </a:sysClr>
              </a:fgClr>
              <a:bgClr>
                <a:sysClr val="window" lastClr="FFFFFF"/>
              </a:bgClr>
            </a:pattFill>
            <a:ln w="5651" cap="flat" cmpd="sng" algn="ctr">
              <a:gradFill flip="none" rotWithShape="1">
                <a:gsLst>
                  <a:gs pos="0">
                    <a:schemeClr val="accent1">
                      <a:alpha val="0"/>
                    </a:schemeClr>
                  </a:gs>
                  <a:gs pos="100000">
                    <a:srgbClr val="176EC8"/>
                  </a:gs>
                </a:gsLst>
                <a:lin ang="5400000" scaled="1"/>
                <a:tileRect/>
              </a:gradFill>
              <a:prstDash val="solid"/>
              <a:miter lim="800000"/>
            </a:ln>
            <a:effectLst>
              <a:outerShdw blurRad="165100" dist="63500" dir="5400000" algn="t" rotWithShape="0">
                <a:prstClr val="black">
                  <a:alpha val="23000"/>
                </a:prstClr>
              </a:outerShdw>
            </a:effectLst>
          </p:spPr>
          <p:txBody>
            <a:bodyPr lIns="81382" tIns="40691" rIns="81382" bIns="40691"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sz="1600" kern="0">
                <a:solidFill>
                  <a:prstClr val="white"/>
                </a:solidFill>
                <a:latin typeface="HarmonyOS Sans SC Light"/>
              </a:endParaRPr>
            </a:p>
          </p:txBody>
        </p:sp>
      </p:grpSp>
      <p:sp>
        <p:nvSpPr>
          <p:cNvPr id="48" name="文本框 47">
            <a:extLst>
              <a:ext uri="{FF2B5EF4-FFF2-40B4-BE49-F238E27FC236}">
                <a16:creationId xmlns:a16="http://schemas.microsoft.com/office/drawing/2014/main" id="{B9539567-D2BC-3F67-5860-2C8DAA3A001E}"/>
              </a:ext>
            </a:extLst>
          </p:cNvPr>
          <p:cNvSpPr txBox="1"/>
          <p:nvPr/>
        </p:nvSpPr>
        <p:spPr>
          <a:xfrm>
            <a:off x="218363" y="5695611"/>
            <a:ext cx="11832609" cy="781752"/>
          </a:xfrm>
          <a:prstGeom prst="rect">
            <a:avLst/>
          </a:prstGeom>
          <a:noFill/>
        </p:spPr>
        <p:txBody>
          <a:bodyPr wrap="square">
            <a:spAutoFit/>
          </a:bodyPr>
          <a:lstStyle/>
          <a:p>
            <a:pPr algn="ctr">
              <a:lnSpc>
                <a:spcPts val="2800"/>
              </a:lnSpc>
            </a:pPr>
            <a:r>
              <a:rPr lang="zh-CN" altLang="en-US" sz="2000" dirty="0">
                <a:gradFill>
                  <a:gsLst>
                    <a:gs pos="100000">
                      <a:srgbClr val="0D4F9D"/>
                    </a:gs>
                    <a:gs pos="2000">
                      <a:srgbClr val="0D5DBD"/>
                    </a:gs>
                  </a:gsLst>
                  <a:path path="circle">
                    <a:fillToRect r="100000" b="100000"/>
                  </a:path>
                </a:gradFill>
                <a:latin typeface="思源黑体 CN Bold" panose="020B0800000000000000" pitchFamily="34" charset="-122"/>
                <a:ea typeface="思源黑体 CN Bold" panose="020B0800000000000000" pitchFamily="34" charset="-122"/>
              </a:rPr>
              <a:t>机械臂控制模块负责接收上层给出的目标落点坐标，完成棋子的抓取、搬运、放置和复位，是连接算法决策与实体执行的关键部分。它的作用是把“系统决定下在哪里”真正变成“机械臂把棋子下到哪里”。</a:t>
            </a:r>
          </a:p>
        </p:txBody>
      </p:sp>
      <p:sp>
        <p:nvSpPr>
          <p:cNvPr id="3" name="矩形 2">
            <a:extLst>
              <a:ext uri="{FF2B5EF4-FFF2-40B4-BE49-F238E27FC236}">
                <a16:creationId xmlns:a16="http://schemas.microsoft.com/office/drawing/2014/main" id="{97DF3243-DC7F-8F5F-9EA4-717E183BB265}"/>
              </a:ext>
            </a:extLst>
          </p:cNvPr>
          <p:cNvSpPr/>
          <p:nvPr/>
        </p:nvSpPr>
        <p:spPr>
          <a:xfrm>
            <a:off x="0" y="6693896"/>
            <a:ext cx="12192000" cy="164104"/>
          </a:xfrm>
          <a:prstGeom prst="rect">
            <a:avLst/>
          </a:prstGeom>
          <a:gradFill>
            <a:gsLst>
              <a:gs pos="0">
                <a:srgbClr val="0D5DBD"/>
              </a:gs>
              <a:gs pos="100000">
                <a:srgbClr val="0D4F9D"/>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9" name="Picture 2" descr="浙江大学-四川久光科技有限公司">
            <a:extLst>
              <a:ext uri="{FF2B5EF4-FFF2-40B4-BE49-F238E27FC236}">
                <a16:creationId xmlns:a16="http://schemas.microsoft.com/office/drawing/2014/main" id="{929FA70F-B2E3-849C-F9D0-E189A92A4188}"/>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t="29557" r="68065" b="28547"/>
          <a:stretch/>
        </p:blipFill>
        <p:spPr bwMode="auto">
          <a:xfrm>
            <a:off x="348256" y="24795"/>
            <a:ext cx="647425" cy="679492"/>
          </a:xfrm>
          <a:prstGeom prst="rect">
            <a:avLst/>
          </a:prstGeom>
          <a:noFill/>
          <a:extLst>
            <a:ext uri="{909E8E84-426E-40DD-AFC4-6F175D3DCCD1}">
              <a14:hiddenFill xmlns:a14="http://schemas.microsoft.com/office/drawing/2010/main">
                <a:solidFill>
                  <a:srgbClr val="FFFFFF"/>
                </a:solidFill>
              </a14:hiddenFill>
            </a:ext>
          </a:extLst>
        </p:spPr>
      </p:pic>
      <p:sp>
        <p:nvSpPr>
          <p:cNvPr id="25" name="文本框 24">
            <a:extLst>
              <a:ext uri="{FF2B5EF4-FFF2-40B4-BE49-F238E27FC236}">
                <a16:creationId xmlns:a16="http://schemas.microsoft.com/office/drawing/2014/main" id="{70AABF14-B52B-B5C1-279B-95F7DAAB7DEF}"/>
              </a:ext>
            </a:extLst>
          </p:cNvPr>
          <p:cNvSpPr txBox="1"/>
          <p:nvPr/>
        </p:nvSpPr>
        <p:spPr>
          <a:xfrm>
            <a:off x="4591877" y="2536544"/>
            <a:ext cx="3085580" cy="1993238"/>
          </a:xfrm>
          <a:prstGeom prst="rect">
            <a:avLst/>
          </a:prstGeom>
          <a:noFill/>
        </p:spPr>
        <p:txBody>
          <a:bodyPr wrap="square">
            <a:spAutoFit/>
          </a:bodyPr>
          <a:lstStyle/>
          <a:p>
            <a:pPr>
              <a:lnSpc>
                <a:spcPct val="150000"/>
              </a:lnSpc>
            </a:pPr>
            <a:r>
              <a:rPr lang="zh-CN" altLang="en-US" sz="1400" dirty="0">
                <a:latin typeface="思源黑体 CN Medium" panose="020B0600000000000000" pitchFamily="34" charset="-122"/>
                <a:ea typeface="思源黑体 CN Medium" panose="020B0600000000000000" pitchFamily="34" charset="-122"/>
              </a:rPr>
              <a:t>在获得目标位置后，机械臂按照预设动作流程完成棋子的抓取、移动和放置操作，将上层对弈决策（</a:t>
            </a:r>
            <a:r>
              <a:rPr lang="en-US" altLang="zh-CN" sz="1400" dirty="0">
                <a:latin typeface="思源黑体 CN Medium" panose="020B0600000000000000" pitchFamily="34" charset="-122"/>
                <a:ea typeface="思源黑体 CN Medium" panose="020B0600000000000000" pitchFamily="34" charset="-122"/>
              </a:rPr>
              <a:t>Minimax </a:t>
            </a:r>
            <a:r>
              <a:rPr lang="zh-CN" altLang="en-US" sz="1400" dirty="0">
                <a:latin typeface="思源黑体 CN Medium" panose="020B0600000000000000" pitchFamily="34" charset="-122"/>
                <a:ea typeface="思源黑体 CN Medium" panose="020B0600000000000000" pitchFamily="34" charset="-122"/>
              </a:rPr>
              <a:t>与 </a:t>
            </a:r>
            <a:r>
              <a:rPr lang="en-US" altLang="zh-CN" sz="1400" dirty="0">
                <a:latin typeface="思源黑体 CN Medium" panose="020B0600000000000000" pitchFamily="34" charset="-122"/>
                <a:ea typeface="思源黑体 CN Medium" panose="020B0600000000000000" pitchFamily="34" charset="-122"/>
              </a:rPr>
              <a:t>α-β</a:t>
            </a:r>
            <a:r>
              <a:rPr lang="zh-CN" altLang="en-US" sz="1400" dirty="0">
                <a:latin typeface="思源黑体 CN Medium" panose="020B0600000000000000" pitchFamily="34" charset="-122"/>
                <a:ea typeface="思源黑体 CN Medium" panose="020B0600000000000000" pitchFamily="34" charset="-122"/>
              </a:rPr>
              <a:t>剪枝算法）真正落实到实体棋盘上，实现从“计算结果”到“实际落子”的闭环执行。</a:t>
            </a:r>
          </a:p>
        </p:txBody>
      </p:sp>
      <p:sp>
        <p:nvSpPr>
          <p:cNvPr id="40" name="文本框 39">
            <a:extLst>
              <a:ext uri="{FF2B5EF4-FFF2-40B4-BE49-F238E27FC236}">
                <a16:creationId xmlns:a16="http://schemas.microsoft.com/office/drawing/2014/main" id="{0F9C6454-E602-4605-E93B-83C026BE82A3}"/>
              </a:ext>
            </a:extLst>
          </p:cNvPr>
          <p:cNvSpPr txBox="1"/>
          <p:nvPr/>
        </p:nvSpPr>
        <p:spPr>
          <a:xfrm>
            <a:off x="8601571" y="2529287"/>
            <a:ext cx="3085580" cy="1670073"/>
          </a:xfrm>
          <a:prstGeom prst="rect">
            <a:avLst/>
          </a:prstGeom>
          <a:noFill/>
        </p:spPr>
        <p:txBody>
          <a:bodyPr wrap="square">
            <a:spAutoFit/>
          </a:bodyPr>
          <a:lstStyle/>
          <a:p>
            <a:pPr>
              <a:lnSpc>
                <a:spcPct val="150000"/>
              </a:lnSpc>
            </a:pPr>
            <a:r>
              <a:rPr lang="zh-CN" altLang="en-US" sz="1400" dirty="0">
                <a:latin typeface="思源黑体 CN Medium" panose="020B0600000000000000" pitchFamily="34" charset="-122"/>
                <a:ea typeface="思源黑体 CN Medium" panose="020B0600000000000000" pitchFamily="34" charset="-122"/>
              </a:rPr>
              <a:t>每次落子完成后，机械臂返回到初始位置，避免遮挡后续视觉检测；同时将执行是否成功、是否完成复位等状态信息反馈给上位机，用于支持下一步流程判断与系统协同控制。</a:t>
            </a:r>
          </a:p>
        </p:txBody>
      </p:sp>
    </p:spTree>
    <p:extLst>
      <p:ext uri="{BB962C8B-B14F-4D97-AF65-F5344CB8AC3E}">
        <p14:creationId xmlns:p14="http://schemas.microsoft.com/office/powerpoint/2010/main" val="30187975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87C19E-2A96-2BD0-2D03-D51783BB8979}"/>
            </a:ext>
          </a:extLst>
        </p:cNvPr>
        <p:cNvGrpSpPr/>
        <p:nvPr/>
      </p:nvGrpSpPr>
      <p:grpSpPr>
        <a:xfrm>
          <a:off x="0" y="0"/>
          <a:ext cx="0" cy="0"/>
          <a:chOff x="0" y="0"/>
          <a:chExt cx="0" cy="0"/>
        </a:xfrm>
      </p:grpSpPr>
      <p:sp>
        <p:nvSpPr>
          <p:cNvPr id="19" name="TextBox 70">
            <a:extLst>
              <a:ext uri="{FF2B5EF4-FFF2-40B4-BE49-F238E27FC236}">
                <a16:creationId xmlns:a16="http://schemas.microsoft.com/office/drawing/2014/main" id="{C238DB26-256C-A978-6902-22078988F097}"/>
              </a:ext>
            </a:extLst>
          </p:cNvPr>
          <p:cNvSpPr txBox="1">
            <a:spLocks noChangeArrowheads="1"/>
          </p:cNvSpPr>
          <p:nvPr/>
        </p:nvSpPr>
        <p:spPr bwMode="auto">
          <a:xfrm>
            <a:off x="5362339" y="3024695"/>
            <a:ext cx="68" cy="276999"/>
          </a:xfrm>
          <a:prstGeom prst="rect">
            <a:avLst/>
          </a:prstGeom>
          <a:solidFill>
            <a:srgbClr val="FFFF00"/>
          </a:solidFill>
          <a:ln>
            <a:noFill/>
          </a:ln>
        </p:spPr>
        <p:txBody>
          <a:bodyPr wrap="none" lIns="0" tIns="0" rIns="0" bIns="0">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微软雅黑" panose="020B0503020204020204" pitchFamily="34" charset="-122"/>
                <a:ea typeface="微软雅黑" panose="020B0503020204020204" pitchFamily="34" charset="-122"/>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微软雅黑" panose="020B0503020204020204" pitchFamily="34" charset="-122"/>
                <a:ea typeface="微软雅黑" panose="020B0503020204020204" pitchFamily="34" charset="-122"/>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微软雅黑" panose="020B0503020204020204" pitchFamily="34" charset="-122"/>
                <a:ea typeface="微软雅黑" panose="020B0503020204020204" pitchFamily="34" charset="-122"/>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9pPr>
          </a:lstStyle>
          <a:p>
            <a:pPr algn="ctr" eaLnBrk="1" hangingPunct="1">
              <a:spcBef>
                <a:spcPct val="0"/>
              </a:spcBef>
              <a:buClrTx/>
              <a:buSzTx/>
              <a:buFontTx/>
              <a:buNone/>
            </a:pPr>
            <a:endParaRPr lang="zh-CN" altLang="en-US" sz="1800" b="1" dirty="0">
              <a:latin typeface="Times New Roman" panose="02020603050405020304" pitchFamily="18" charset="0"/>
              <a:ea typeface="黑体" panose="02010609060101010101" charset="-122"/>
              <a:cs typeface="Times New Roman" panose="02020603050405020304" pitchFamily="18" charset="0"/>
            </a:endParaRPr>
          </a:p>
        </p:txBody>
      </p:sp>
      <p:sp>
        <p:nvSpPr>
          <p:cNvPr id="23" name="箭头: 右 7">
            <a:extLst>
              <a:ext uri="{FF2B5EF4-FFF2-40B4-BE49-F238E27FC236}">
                <a16:creationId xmlns:a16="http://schemas.microsoft.com/office/drawing/2014/main" id="{A041A162-ED29-F27F-78FB-131BA0B2D2C5}"/>
              </a:ext>
            </a:extLst>
          </p:cNvPr>
          <p:cNvSpPr/>
          <p:nvPr/>
        </p:nvSpPr>
        <p:spPr>
          <a:xfrm rot="5400000" flipV="1">
            <a:off x="5697945" y="3579118"/>
            <a:ext cx="676507" cy="614045"/>
          </a:xfrm>
          <a:custGeom>
            <a:avLst/>
            <a:gdLst>
              <a:gd name="connsiteX0" fmla="*/ 0 w 967386"/>
              <a:gd name="connsiteY0" fmla="*/ 289493 h 1157972"/>
              <a:gd name="connsiteX1" fmla="*/ 483693 w 967386"/>
              <a:gd name="connsiteY1" fmla="*/ 289493 h 1157972"/>
              <a:gd name="connsiteX2" fmla="*/ 483693 w 967386"/>
              <a:gd name="connsiteY2" fmla="*/ 0 h 1157972"/>
              <a:gd name="connsiteX3" fmla="*/ 967386 w 967386"/>
              <a:gd name="connsiteY3" fmla="*/ 578986 h 1157972"/>
              <a:gd name="connsiteX4" fmla="*/ 483693 w 967386"/>
              <a:gd name="connsiteY4" fmla="*/ 1157972 h 1157972"/>
              <a:gd name="connsiteX5" fmla="*/ 483693 w 967386"/>
              <a:gd name="connsiteY5" fmla="*/ 868479 h 1157972"/>
              <a:gd name="connsiteX6" fmla="*/ 0 w 967386"/>
              <a:gd name="connsiteY6" fmla="*/ 868479 h 1157972"/>
              <a:gd name="connsiteX7" fmla="*/ 0 w 967386"/>
              <a:gd name="connsiteY7" fmla="*/ 289493 h 1157972"/>
              <a:gd name="connsiteX0-1" fmla="*/ 21772 w 989158"/>
              <a:gd name="connsiteY0-2" fmla="*/ 289493 h 1157972"/>
              <a:gd name="connsiteX1-3" fmla="*/ 505465 w 989158"/>
              <a:gd name="connsiteY1-4" fmla="*/ 289493 h 1157972"/>
              <a:gd name="connsiteX2-5" fmla="*/ 505465 w 989158"/>
              <a:gd name="connsiteY2-6" fmla="*/ 0 h 1157972"/>
              <a:gd name="connsiteX3-7" fmla="*/ 989158 w 989158"/>
              <a:gd name="connsiteY3-8" fmla="*/ 578986 h 1157972"/>
              <a:gd name="connsiteX4-9" fmla="*/ 505465 w 989158"/>
              <a:gd name="connsiteY4-10" fmla="*/ 1157972 h 1157972"/>
              <a:gd name="connsiteX5-11" fmla="*/ 505465 w 989158"/>
              <a:gd name="connsiteY5-12" fmla="*/ 868479 h 1157972"/>
              <a:gd name="connsiteX6-13" fmla="*/ 0 w 989158"/>
              <a:gd name="connsiteY6-14" fmla="*/ 1031765 h 1157972"/>
              <a:gd name="connsiteX7-15" fmla="*/ 21772 w 989158"/>
              <a:gd name="connsiteY7-16" fmla="*/ 289493 h 1157972"/>
              <a:gd name="connsiteX0-17" fmla="*/ 0 w 1021814"/>
              <a:gd name="connsiteY0-18" fmla="*/ 0 h 1184164"/>
              <a:gd name="connsiteX1-19" fmla="*/ 538121 w 1021814"/>
              <a:gd name="connsiteY1-20" fmla="*/ 315685 h 1184164"/>
              <a:gd name="connsiteX2-21" fmla="*/ 538121 w 1021814"/>
              <a:gd name="connsiteY2-22" fmla="*/ 26192 h 1184164"/>
              <a:gd name="connsiteX3-23" fmla="*/ 1021814 w 1021814"/>
              <a:gd name="connsiteY3-24" fmla="*/ 605178 h 1184164"/>
              <a:gd name="connsiteX4-25" fmla="*/ 538121 w 1021814"/>
              <a:gd name="connsiteY4-26" fmla="*/ 1184164 h 1184164"/>
              <a:gd name="connsiteX5-27" fmla="*/ 538121 w 1021814"/>
              <a:gd name="connsiteY5-28" fmla="*/ 894671 h 1184164"/>
              <a:gd name="connsiteX6-29" fmla="*/ 32656 w 1021814"/>
              <a:gd name="connsiteY6-30" fmla="*/ 1057957 h 1184164"/>
              <a:gd name="connsiteX7-31" fmla="*/ 0 w 1021814"/>
              <a:gd name="connsiteY7-32" fmla="*/ 0 h 1184164"/>
              <a:gd name="connsiteX0-33" fmla="*/ 43544 w 989158"/>
              <a:gd name="connsiteY0-34" fmla="*/ 93550 h 1157972"/>
              <a:gd name="connsiteX1-35" fmla="*/ 505465 w 989158"/>
              <a:gd name="connsiteY1-36" fmla="*/ 289493 h 1157972"/>
              <a:gd name="connsiteX2-37" fmla="*/ 505465 w 989158"/>
              <a:gd name="connsiteY2-38" fmla="*/ 0 h 1157972"/>
              <a:gd name="connsiteX3-39" fmla="*/ 989158 w 989158"/>
              <a:gd name="connsiteY3-40" fmla="*/ 578986 h 1157972"/>
              <a:gd name="connsiteX4-41" fmla="*/ 505465 w 989158"/>
              <a:gd name="connsiteY4-42" fmla="*/ 1157972 h 1157972"/>
              <a:gd name="connsiteX5-43" fmla="*/ 505465 w 989158"/>
              <a:gd name="connsiteY5-44" fmla="*/ 868479 h 1157972"/>
              <a:gd name="connsiteX6-45" fmla="*/ 0 w 989158"/>
              <a:gd name="connsiteY6-46" fmla="*/ 1031765 h 1157972"/>
              <a:gd name="connsiteX7-47" fmla="*/ 43544 w 989158"/>
              <a:gd name="connsiteY7-48" fmla="*/ 93550 h 1157972"/>
              <a:gd name="connsiteX0-49" fmla="*/ 0 w 1010928"/>
              <a:gd name="connsiteY0-50" fmla="*/ 39122 h 1157972"/>
              <a:gd name="connsiteX1-51" fmla="*/ 527235 w 1010928"/>
              <a:gd name="connsiteY1-52" fmla="*/ 289493 h 1157972"/>
              <a:gd name="connsiteX2-53" fmla="*/ 527235 w 1010928"/>
              <a:gd name="connsiteY2-54" fmla="*/ 0 h 1157972"/>
              <a:gd name="connsiteX3-55" fmla="*/ 1010928 w 1010928"/>
              <a:gd name="connsiteY3-56" fmla="*/ 578986 h 1157972"/>
              <a:gd name="connsiteX4-57" fmla="*/ 527235 w 1010928"/>
              <a:gd name="connsiteY4-58" fmla="*/ 1157972 h 1157972"/>
              <a:gd name="connsiteX5-59" fmla="*/ 527235 w 1010928"/>
              <a:gd name="connsiteY5-60" fmla="*/ 868479 h 1157972"/>
              <a:gd name="connsiteX6-61" fmla="*/ 21770 w 1010928"/>
              <a:gd name="connsiteY6-62" fmla="*/ 1031765 h 1157972"/>
              <a:gd name="connsiteX7-63" fmla="*/ 0 w 1010928"/>
              <a:gd name="connsiteY7-64" fmla="*/ 39122 h 1157972"/>
              <a:gd name="connsiteX0-65" fmla="*/ 10887 w 989158"/>
              <a:gd name="connsiteY0-66" fmla="*/ 82665 h 1157972"/>
              <a:gd name="connsiteX1-67" fmla="*/ 505465 w 989158"/>
              <a:gd name="connsiteY1-68" fmla="*/ 289493 h 1157972"/>
              <a:gd name="connsiteX2-69" fmla="*/ 505465 w 989158"/>
              <a:gd name="connsiteY2-70" fmla="*/ 0 h 1157972"/>
              <a:gd name="connsiteX3-71" fmla="*/ 989158 w 989158"/>
              <a:gd name="connsiteY3-72" fmla="*/ 578986 h 1157972"/>
              <a:gd name="connsiteX4-73" fmla="*/ 505465 w 989158"/>
              <a:gd name="connsiteY4-74" fmla="*/ 1157972 h 1157972"/>
              <a:gd name="connsiteX5-75" fmla="*/ 505465 w 989158"/>
              <a:gd name="connsiteY5-76" fmla="*/ 868479 h 1157972"/>
              <a:gd name="connsiteX6-77" fmla="*/ 0 w 989158"/>
              <a:gd name="connsiteY6-78" fmla="*/ 1031765 h 1157972"/>
              <a:gd name="connsiteX7-79" fmla="*/ 10887 w 989158"/>
              <a:gd name="connsiteY7-80" fmla="*/ 82665 h 1157972"/>
              <a:gd name="connsiteX0-81" fmla="*/ 10887 w 989158"/>
              <a:gd name="connsiteY0-82" fmla="*/ 82665 h 1157972"/>
              <a:gd name="connsiteX1-83" fmla="*/ 505465 w 989158"/>
              <a:gd name="connsiteY1-84" fmla="*/ 289493 h 1157972"/>
              <a:gd name="connsiteX2-85" fmla="*/ 505465 w 989158"/>
              <a:gd name="connsiteY2-86" fmla="*/ 0 h 1157972"/>
              <a:gd name="connsiteX3-87" fmla="*/ 989158 w 989158"/>
              <a:gd name="connsiteY3-88" fmla="*/ 578986 h 1157972"/>
              <a:gd name="connsiteX4-89" fmla="*/ 505465 w 989158"/>
              <a:gd name="connsiteY4-90" fmla="*/ 1157972 h 1157972"/>
              <a:gd name="connsiteX5-91" fmla="*/ 505465 w 989158"/>
              <a:gd name="connsiteY5-92" fmla="*/ 868479 h 1157972"/>
              <a:gd name="connsiteX6-93" fmla="*/ 0 w 989158"/>
              <a:gd name="connsiteY6-94" fmla="*/ 1031765 h 1157972"/>
              <a:gd name="connsiteX7-95" fmla="*/ 10887 w 989158"/>
              <a:gd name="connsiteY7-96" fmla="*/ 82665 h 1157972"/>
              <a:gd name="connsiteX0-97" fmla="*/ 10887 w 989158"/>
              <a:gd name="connsiteY0-98" fmla="*/ 82665 h 1157972"/>
              <a:gd name="connsiteX1-99" fmla="*/ 505465 w 989158"/>
              <a:gd name="connsiteY1-100" fmla="*/ 289493 h 1157972"/>
              <a:gd name="connsiteX2-101" fmla="*/ 505465 w 989158"/>
              <a:gd name="connsiteY2-102" fmla="*/ 0 h 1157972"/>
              <a:gd name="connsiteX3-103" fmla="*/ 989158 w 989158"/>
              <a:gd name="connsiteY3-104" fmla="*/ 578986 h 1157972"/>
              <a:gd name="connsiteX4-105" fmla="*/ 505465 w 989158"/>
              <a:gd name="connsiteY4-106" fmla="*/ 1157972 h 1157972"/>
              <a:gd name="connsiteX5-107" fmla="*/ 505465 w 989158"/>
              <a:gd name="connsiteY5-108" fmla="*/ 868479 h 1157972"/>
              <a:gd name="connsiteX6-109" fmla="*/ 0 w 989158"/>
              <a:gd name="connsiteY6-110" fmla="*/ 1031765 h 1157972"/>
              <a:gd name="connsiteX7-111" fmla="*/ 10887 w 989158"/>
              <a:gd name="connsiteY7-112" fmla="*/ 82665 h 1157972"/>
              <a:gd name="connsiteX0-113" fmla="*/ 10887 w 989158"/>
              <a:gd name="connsiteY0-114" fmla="*/ 82665 h 1157972"/>
              <a:gd name="connsiteX1-115" fmla="*/ 505465 w 989158"/>
              <a:gd name="connsiteY1-116" fmla="*/ 289493 h 1157972"/>
              <a:gd name="connsiteX2-117" fmla="*/ 505465 w 989158"/>
              <a:gd name="connsiteY2-118" fmla="*/ 0 h 1157972"/>
              <a:gd name="connsiteX3-119" fmla="*/ 989158 w 989158"/>
              <a:gd name="connsiteY3-120" fmla="*/ 578986 h 1157972"/>
              <a:gd name="connsiteX4-121" fmla="*/ 505465 w 989158"/>
              <a:gd name="connsiteY4-122" fmla="*/ 1157972 h 1157972"/>
              <a:gd name="connsiteX5-123" fmla="*/ 505465 w 989158"/>
              <a:gd name="connsiteY5-124" fmla="*/ 868479 h 1157972"/>
              <a:gd name="connsiteX6-125" fmla="*/ 0 w 989158"/>
              <a:gd name="connsiteY6-126" fmla="*/ 1031765 h 1157972"/>
              <a:gd name="connsiteX7-127" fmla="*/ 10887 w 989158"/>
              <a:gd name="connsiteY7-128" fmla="*/ 82665 h 1157972"/>
              <a:gd name="connsiteX0-129" fmla="*/ 10887 w 989158"/>
              <a:gd name="connsiteY0-130" fmla="*/ 82665 h 1157972"/>
              <a:gd name="connsiteX1-131" fmla="*/ 505465 w 989158"/>
              <a:gd name="connsiteY1-132" fmla="*/ 289493 h 1157972"/>
              <a:gd name="connsiteX2-133" fmla="*/ 505465 w 989158"/>
              <a:gd name="connsiteY2-134" fmla="*/ 0 h 1157972"/>
              <a:gd name="connsiteX3-135" fmla="*/ 989158 w 989158"/>
              <a:gd name="connsiteY3-136" fmla="*/ 578986 h 1157972"/>
              <a:gd name="connsiteX4-137" fmla="*/ 505465 w 989158"/>
              <a:gd name="connsiteY4-138" fmla="*/ 1157972 h 1157972"/>
              <a:gd name="connsiteX5-139" fmla="*/ 505465 w 989158"/>
              <a:gd name="connsiteY5-140" fmla="*/ 737851 h 1157972"/>
              <a:gd name="connsiteX6-141" fmla="*/ 0 w 989158"/>
              <a:gd name="connsiteY6-142" fmla="*/ 1031765 h 1157972"/>
              <a:gd name="connsiteX7-143" fmla="*/ 10887 w 989158"/>
              <a:gd name="connsiteY7-144" fmla="*/ 82665 h 1157972"/>
              <a:gd name="connsiteX0-145" fmla="*/ 10887 w 989158"/>
              <a:gd name="connsiteY0-146" fmla="*/ 82665 h 1157972"/>
              <a:gd name="connsiteX1-147" fmla="*/ 494580 w 989158"/>
              <a:gd name="connsiteY1-148" fmla="*/ 420122 h 1157972"/>
              <a:gd name="connsiteX2-149" fmla="*/ 505465 w 989158"/>
              <a:gd name="connsiteY2-150" fmla="*/ 0 h 1157972"/>
              <a:gd name="connsiteX3-151" fmla="*/ 989158 w 989158"/>
              <a:gd name="connsiteY3-152" fmla="*/ 578986 h 1157972"/>
              <a:gd name="connsiteX4-153" fmla="*/ 505465 w 989158"/>
              <a:gd name="connsiteY4-154" fmla="*/ 1157972 h 1157972"/>
              <a:gd name="connsiteX5-155" fmla="*/ 505465 w 989158"/>
              <a:gd name="connsiteY5-156" fmla="*/ 737851 h 1157972"/>
              <a:gd name="connsiteX6-157" fmla="*/ 0 w 989158"/>
              <a:gd name="connsiteY6-158" fmla="*/ 1031765 h 1157972"/>
              <a:gd name="connsiteX7-159" fmla="*/ 10887 w 989158"/>
              <a:gd name="connsiteY7-160" fmla="*/ 82665 h 1157972"/>
              <a:gd name="connsiteX0-161" fmla="*/ 10887 w 847870"/>
              <a:gd name="connsiteY0-162" fmla="*/ 82665 h 1157972"/>
              <a:gd name="connsiteX1-163" fmla="*/ 494580 w 847870"/>
              <a:gd name="connsiteY1-164" fmla="*/ 420122 h 1157972"/>
              <a:gd name="connsiteX2-165" fmla="*/ 505465 w 847870"/>
              <a:gd name="connsiteY2-166" fmla="*/ 0 h 1157972"/>
              <a:gd name="connsiteX3-167" fmla="*/ 847870 w 847870"/>
              <a:gd name="connsiteY3-168" fmla="*/ 572636 h 1157972"/>
              <a:gd name="connsiteX4-169" fmla="*/ 505465 w 847870"/>
              <a:gd name="connsiteY4-170" fmla="*/ 1157972 h 1157972"/>
              <a:gd name="connsiteX5-171" fmla="*/ 505465 w 847870"/>
              <a:gd name="connsiteY5-172" fmla="*/ 737851 h 1157972"/>
              <a:gd name="connsiteX6-173" fmla="*/ 0 w 847870"/>
              <a:gd name="connsiteY6-174" fmla="*/ 1031765 h 1157972"/>
              <a:gd name="connsiteX7-175" fmla="*/ 10887 w 847870"/>
              <a:gd name="connsiteY7-176" fmla="*/ 82665 h 1157972"/>
              <a:gd name="connsiteX0-177" fmla="*/ 10887 w 847870"/>
              <a:gd name="connsiteY0-178" fmla="*/ 82665 h 1157972"/>
              <a:gd name="connsiteX1-179" fmla="*/ 494580 w 847870"/>
              <a:gd name="connsiteY1-180" fmla="*/ 420122 h 1157972"/>
              <a:gd name="connsiteX2-181" fmla="*/ 505465 w 847870"/>
              <a:gd name="connsiteY2-182" fmla="*/ 0 h 1157972"/>
              <a:gd name="connsiteX3-183" fmla="*/ 847870 w 847870"/>
              <a:gd name="connsiteY3-184" fmla="*/ 572636 h 1157972"/>
              <a:gd name="connsiteX4-185" fmla="*/ 505465 w 847870"/>
              <a:gd name="connsiteY4-186" fmla="*/ 1157972 h 1157972"/>
              <a:gd name="connsiteX5-187" fmla="*/ 505465 w 847870"/>
              <a:gd name="connsiteY5-188" fmla="*/ 737851 h 1157972"/>
              <a:gd name="connsiteX6-189" fmla="*/ 0 w 847870"/>
              <a:gd name="connsiteY6-190" fmla="*/ 1031765 h 1157972"/>
              <a:gd name="connsiteX7-191" fmla="*/ 10887 w 847870"/>
              <a:gd name="connsiteY7-192" fmla="*/ 82665 h 1157972"/>
              <a:gd name="connsiteX0-193" fmla="*/ 10887 w 847870"/>
              <a:gd name="connsiteY0-194" fmla="*/ 82665 h 1070660"/>
              <a:gd name="connsiteX1-195" fmla="*/ 494580 w 847870"/>
              <a:gd name="connsiteY1-196" fmla="*/ 420122 h 1070660"/>
              <a:gd name="connsiteX2-197" fmla="*/ 505465 w 847870"/>
              <a:gd name="connsiteY2-198" fmla="*/ 0 h 1070660"/>
              <a:gd name="connsiteX3-199" fmla="*/ 847870 w 847870"/>
              <a:gd name="connsiteY3-200" fmla="*/ 572636 h 1070660"/>
              <a:gd name="connsiteX4-201" fmla="*/ 508640 w 847870"/>
              <a:gd name="connsiteY4-202" fmla="*/ 1070660 h 1070660"/>
              <a:gd name="connsiteX5-203" fmla="*/ 505465 w 847870"/>
              <a:gd name="connsiteY5-204" fmla="*/ 737851 h 1070660"/>
              <a:gd name="connsiteX6-205" fmla="*/ 0 w 847870"/>
              <a:gd name="connsiteY6-206" fmla="*/ 1031765 h 1070660"/>
              <a:gd name="connsiteX7-207" fmla="*/ 10887 w 847870"/>
              <a:gd name="connsiteY7-208" fmla="*/ 82665 h 1070660"/>
              <a:gd name="connsiteX0-209" fmla="*/ 10887 w 847870"/>
              <a:gd name="connsiteY0-210" fmla="*/ 0 h 987995"/>
              <a:gd name="connsiteX1-211" fmla="*/ 494580 w 847870"/>
              <a:gd name="connsiteY1-212" fmla="*/ 337457 h 987995"/>
              <a:gd name="connsiteX2-213" fmla="*/ 530865 w 847870"/>
              <a:gd name="connsiteY2-214" fmla="*/ 82435 h 987995"/>
              <a:gd name="connsiteX3-215" fmla="*/ 847870 w 847870"/>
              <a:gd name="connsiteY3-216" fmla="*/ 489971 h 987995"/>
              <a:gd name="connsiteX4-217" fmla="*/ 508640 w 847870"/>
              <a:gd name="connsiteY4-218" fmla="*/ 987995 h 987995"/>
              <a:gd name="connsiteX5-219" fmla="*/ 505465 w 847870"/>
              <a:gd name="connsiteY5-220" fmla="*/ 655186 h 987995"/>
              <a:gd name="connsiteX6-221" fmla="*/ 0 w 847870"/>
              <a:gd name="connsiteY6-222" fmla="*/ 949100 h 987995"/>
              <a:gd name="connsiteX7-223" fmla="*/ 10887 w 847870"/>
              <a:gd name="connsiteY7-224" fmla="*/ 0 h 987995"/>
              <a:gd name="connsiteX0-225" fmla="*/ 10887 w 847870"/>
              <a:gd name="connsiteY0-226" fmla="*/ 0 h 949100"/>
              <a:gd name="connsiteX1-227" fmla="*/ 494580 w 847870"/>
              <a:gd name="connsiteY1-228" fmla="*/ 337457 h 949100"/>
              <a:gd name="connsiteX2-229" fmla="*/ 530865 w 847870"/>
              <a:gd name="connsiteY2-230" fmla="*/ 82435 h 949100"/>
              <a:gd name="connsiteX3-231" fmla="*/ 847870 w 847870"/>
              <a:gd name="connsiteY3-232" fmla="*/ 489971 h 949100"/>
              <a:gd name="connsiteX4-233" fmla="*/ 511818 w 847870"/>
              <a:gd name="connsiteY4-234" fmla="*/ 921320 h 949100"/>
              <a:gd name="connsiteX5-235" fmla="*/ 505465 w 847870"/>
              <a:gd name="connsiteY5-236" fmla="*/ 655186 h 949100"/>
              <a:gd name="connsiteX6-237" fmla="*/ 0 w 847870"/>
              <a:gd name="connsiteY6-238" fmla="*/ 949100 h 949100"/>
              <a:gd name="connsiteX7-239" fmla="*/ 10887 w 847870"/>
              <a:gd name="connsiteY7-240" fmla="*/ 0 h 949100"/>
              <a:gd name="connsiteX0-241" fmla="*/ 10887 w 847870"/>
              <a:gd name="connsiteY0-242" fmla="*/ 0 h 949100"/>
              <a:gd name="connsiteX1-243" fmla="*/ 494580 w 847870"/>
              <a:gd name="connsiteY1-244" fmla="*/ 337457 h 949100"/>
              <a:gd name="connsiteX2-245" fmla="*/ 508640 w 847870"/>
              <a:gd name="connsiteY2-246" fmla="*/ 79260 h 949100"/>
              <a:gd name="connsiteX3-247" fmla="*/ 847870 w 847870"/>
              <a:gd name="connsiteY3-248" fmla="*/ 489971 h 949100"/>
              <a:gd name="connsiteX4-249" fmla="*/ 511818 w 847870"/>
              <a:gd name="connsiteY4-250" fmla="*/ 921320 h 949100"/>
              <a:gd name="connsiteX5-251" fmla="*/ 505465 w 847870"/>
              <a:gd name="connsiteY5-252" fmla="*/ 655186 h 949100"/>
              <a:gd name="connsiteX6-253" fmla="*/ 0 w 847870"/>
              <a:gd name="connsiteY6-254" fmla="*/ 949100 h 949100"/>
              <a:gd name="connsiteX7-255" fmla="*/ 10887 w 847870"/>
              <a:gd name="connsiteY7-256" fmla="*/ 0 h 949100"/>
              <a:gd name="connsiteX0-257" fmla="*/ 10887 w 847870"/>
              <a:gd name="connsiteY0-258" fmla="*/ 0 h 949100"/>
              <a:gd name="connsiteX1-259" fmla="*/ 494580 w 847870"/>
              <a:gd name="connsiteY1-260" fmla="*/ 337457 h 949100"/>
              <a:gd name="connsiteX2-261" fmla="*/ 516577 w 847870"/>
              <a:gd name="connsiteY2-262" fmla="*/ 61797 h 949100"/>
              <a:gd name="connsiteX3-263" fmla="*/ 847870 w 847870"/>
              <a:gd name="connsiteY3-264" fmla="*/ 489971 h 949100"/>
              <a:gd name="connsiteX4-265" fmla="*/ 511818 w 847870"/>
              <a:gd name="connsiteY4-266" fmla="*/ 921320 h 949100"/>
              <a:gd name="connsiteX5-267" fmla="*/ 505465 w 847870"/>
              <a:gd name="connsiteY5-268" fmla="*/ 655186 h 949100"/>
              <a:gd name="connsiteX6-269" fmla="*/ 0 w 847870"/>
              <a:gd name="connsiteY6-270" fmla="*/ 949100 h 949100"/>
              <a:gd name="connsiteX7-271" fmla="*/ 10887 w 847870"/>
              <a:gd name="connsiteY7-272" fmla="*/ 0 h 949100"/>
              <a:gd name="connsiteX0-273" fmla="*/ 10887 w 847870"/>
              <a:gd name="connsiteY0-274" fmla="*/ 0 h 949100"/>
              <a:gd name="connsiteX1-275" fmla="*/ 494580 w 847870"/>
              <a:gd name="connsiteY1-276" fmla="*/ 337457 h 949100"/>
              <a:gd name="connsiteX2-277" fmla="*/ 503877 w 847870"/>
              <a:gd name="connsiteY2-278" fmla="*/ 58622 h 949100"/>
              <a:gd name="connsiteX3-279" fmla="*/ 847870 w 847870"/>
              <a:gd name="connsiteY3-280" fmla="*/ 489971 h 949100"/>
              <a:gd name="connsiteX4-281" fmla="*/ 511818 w 847870"/>
              <a:gd name="connsiteY4-282" fmla="*/ 921320 h 949100"/>
              <a:gd name="connsiteX5-283" fmla="*/ 505465 w 847870"/>
              <a:gd name="connsiteY5-284" fmla="*/ 655186 h 949100"/>
              <a:gd name="connsiteX6-285" fmla="*/ 0 w 847870"/>
              <a:gd name="connsiteY6-286" fmla="*/ 949100 h 949100"/>
              <a:gd name="connsiteX7-287" fmla="*/ 10887 w 847870"/>
              <a:gd name="connsiteY7-288" fmla="*/ 0 h 949100"/>
              <a:gd name="connsiteX0-289" fmla="*/ 10887 w 847870"/>
              <a:gd name="connsiteY0-290" fmla="*/ 0 h 949100"/>
              <a:gd name="connsiteX1-291" fmla="*/ 504105 w 847870"/>
              <a:gd name="connsiteY1-292" fmla="*/ 345395 h 949100"/>
              <a:gd name="connsiteX2-293" fmla="*/ 503877 w 847870"/>
              <a:gd name="connsiteY2-294" fmla="*/ 58622 h 949100"/>
              <a:gd name="connsiteX3-295" fmla="*/ 847870 w 847870"/>
              <a:gd name="connsiteY3-296" fmla="*/ 489971 h 949100"/>
              <a:gd name="connsiteX4-297" fmla="*/ 511818 w 847870"/>
              <a:gd name="connsiteY4-298" fmla="*/ 921320 h 949100"/>
              <a:gd name="connsiteX5-299" fmla="*/ 505465 w 847870"/>
              <a:gd name="connsiteY5-300" fmla="*/ 655186 h 949100"/>
              <a:gd name="connsiteX6-301" fmla="*/ 0 w 847870"/>
              <a:gd name="connsiteY6-302" fmla="*/ 949100 h 949100"/>
              <a:gd name="connsiteX7-303" fmla="*/ 10887 w 847870"/>
              <a:gd name="connsiteY7-304" fmla="*/ 0 h 949100"/>
              <a:gd name="connsiteX0-305" fmla="*/ 10887 w 847870"/>
              <a:gd name="connsiteY0-306" fmla="*/ 0 h 949100"/>
              <a:gd name="connsiteX1-307" fmla="*/ 504105 w 847870"/>
              <a:gd name="connsiteY1-308" fmla="*/ 345395 h 949100"/>
              <a:gd name="connsiteX2-309" fmla="*/ 503877 w 847870"/>
              <a:gd name="connsiteY2-310" fmla="*/ 58622 h 949100"/>
              <a:gd name="connsiteX3-311" fmla="*/ 847870 w 847870"/>
              <a:gd name="connsiteY3-312" fmla="*/ 489971 h 949100"/>
              <a:gd name="connsiteX4-313" fmla="*/ 511818 w 847870"/>
              <a:gd name="connsiteY4-314" fmla="*/ 921320 h 949100"/>
              <a:gd name="connsiteX5-315" fmla="*/ 505465 w 847870"/>
              <a:gd name="connsiteY5-316" fmla="*/ 655186 h 949100"/>
              <a:gd name="connsiteX6-317" fmla="*/ 0 w 847870"/>
              <a:gd name="connsiteY6-318" fmla="*/ 949100 h 949100"/>
              <a:gd name="connsiteX7-319" fmla="*/ 10887 w 847870"/>
              <a:gd name="connsiteY7-320" fmla="*/ 0 h 949100"/>
              <a:gd name="connsiteX0-321" fmla="*/ 10887 w 847870"/>
              <a:gd name="connsiteY0-322" fmla="*/ 0 h 949100"/>
              <a:gd name="connsiteX1-323" fmla="*/ 504105 w 847870"/>
              <a:gd name="connsiteY1-324" fmla="*/ 345395 h 949100"/>
              <a:gd name="connsiteX2-325" fmla="*/ 503877 w 847870"/>
              <a:gd name="connsiteY2-326" fmla="*/ 58622 h 949100"/>
              <a:gd name="connsiteX3-327" fmla="*/ 847870 w 847870"/>
              <a:gd name="connsiteY3-328" fmla="*/ 489971 h 949100"/>
              <a:gd name="connsiteX4-329" fmla="*/ 511818 w 847870"/>
              <a:gd name="connsiteY4-330" fmla="*/ 921320 h 949100"/>
              <a:gd name="connsiteX5-331" fmla="*/ 507052 w 847870"/>
              <a:gd name="connsiteY5-332" fmla="*/ 675824 h 949100"/>
              <a:gd name="connsiteX6-333" fmla="*/ 0 w 847870"/>
              <a:gd name="connsiteY6-334" fmla="*/ 949100 h 949100"/>
              <a:gd name="connsiteX7-335" fmla="*/ 10887 w 847870"/>
              <a:gd name="connsiteY7-336" fmla="*/ 0 h 949100"/>
              <a:gd name="connsiteX0-337" fmla="*/ 10887 w 847870"/>
              <a:gd name="connsiteY0-338" fmla="*/ 0 h 949100"/>
              <a:gd name="connsiteX1-339" fmla="*/ 504105 w 847870"/>
              <a:gd name="connsiteY1-340" fmla="*/ 345395 h 949100"/>
              <a:gd name="connsiteX2-341" fmla="*/ 503877 w 847870"/>
              <a:gd name="connsiteY2-342" fmla="*/ 58622 h 949100"/>
              <a:gd name="connsiteX3-343" fmla="*/ 847870 w 847870"/>
              <a:gd name="connsiteY3-344" fmla="*/ 489971 h 949100"/>
              <a:gd name="connsiteX4-345" fmla="*/ 511818 w 847870"/>
              <a:gd name="connsiteY4-346" fmla="*/ 921320 h 949100"/>
              <a:gd name="connsiteX5-347" fmla="*/ 507052 w 847870"/>
              <a:gd name="connsiteY5-348" fmla="*/ 675824 h 949100"/>
              <a:gd name="connsiteX6-349" fmla="*/ 0 w 847870"/>
              <a:gd name="connsiteY6-350" fmla="*/ 949100 h 949100"/>
              <a:gd name="connsiteX7-351" fmla="*/ 10887 w 847870"/>
              <a:gd name="connsiteY7-352" fmla="*/ 0 h 949100"/>
              <a:gd name="connsiteX0-353" fmla="*/ 10887 w 847870"/>
              <a:gd name="connsiteY0-354" fmla="*/ 0 h 949100"/>
              <a:gd name="connsiteX1-355" fmla="*/ 504105 w 847870"/>
              <a:gd name="connsiteY1-356" fmla="*/ 345395 h 949100"/>
              <a:gd name="connsiteX2-357" fmla="*/ 503877 w 847870"/>
              <a:gd name="connsiteY2-358" fmla="*/ 58622 h 949100"/>
              <a:gd name="connsiteX3-359" fmla="*/ 847870 w 847870"/>
              <a:gd name="connsiteY3-360" fmla="*/ 489971 h 949100"/>
              <a:gd name="connsiteX4-361" fmla="*/ 511818 w 847870"/>
              <a:gd name="connsiteY4-362" fmla="*/ 921320 h 949100"/>
              <a:gd name="connsiteX5-363" fmla="*/ 507052 w 847870"/>
              <a:gd name="connsiteY5-364" fmla="*/ 675824 h 949100"/>
              <a:gd name="connsiteX6-365" fmla="*/ 0 w 847870"/>
              <a:gd name="connsiteY6-366" fmla="*/ 949100 h 949100"/>
              <a:gd name="connsiteX7-367" fmla="*/ 10887 w 847870"/>
              <a:gd name="connsiteY7-368" fmla="*/ 0 h 949100"/>
              <a:gd name="connsiteX0-369" fmla="*/ 10887 w 847870"/>
              <a:gd name="connsiteY0-370" fmla="*/ 0 h 949100"/>
              <a:gd name="connsiteX1-371" fmla="*/ 504105 w 847870"/>
              <a:gd name="connsiteY1-372" fmla="*/ 345395 h 949100"/>
              <a:gd name="connsiteX2-373" fmla="*/ 503877 w 847870"/>
              <a:gd name="connsiteY2-374" fmla="*/ 58622 h 949100"/>
              <a:gd name="connsiteX3-375" fmla="*/ 847870 w 847870"/>
              <a:gd name="connsiteY3-376" fmla="*/ 489971 h 949100"/>
              <a:gd name="connsiteX4-377" fmla="*/ 511818 w 847870"/>
              <a:gd name="connsiteY4-378" fmla="*/ 921320 h 949100"/>
              <a:gd name="connsiteX5-379" fmla="*/ 507052 w 847870"/>
              <a:gd name="connsiteY5-380" fmla="*/ 675824 h 949100"/>
              <a:gd name="connsiteX6-381" fmla="*/ 0 w 847870"/>
              <a:gd name="connsiteY6-382" fmla="*/ 949100 h 949100"/>
              <a:gd name="connsiteX7-383" fmla="*/ 10887 w 847870"/>
              <a:gd name="connsiteY7-384" fmla="*/ 0 h 949100"/>
              <a:gd name="connsiteX0-385" fmla="*/ 10887 w 847870"/>
              <a:gd name="connsiteY0-386" fmla="*/ 0 h 949100"/>
              <a:gd name="connsiteX1-387" fmla="*/ 504105 w 847870"/>
              <a:gd name="connsiteY1-388" fmla="*/ 345395 h 949100"/>
              <a:gd name="connsiteX2-389" fmla="*/ 503877 w 847870"/>
              <a:gd name="connsiteY2-390" fmla="*/ 58622 h 949100"/>
              <a:gd name="connsiteX3-391" fmla="*/ 847870 w 847870"/>
              <a:gd name="connsiteY3-392" fmla="*/ 489971 h 949100"/>
              <a:gd name="connsiteX4-393" fmla="*/ 511818 w 847870"/>
              <a:gd name="connsiteY4-394" fmla="*/ 921320 h 949100"/>
              <a:gd name="connsiteX5-395" fmla="*/ 507052 w 847870"/>
              <a:gd name="connsiteY5-396" fmla="*/ 675824 h 949100"/>
              <a:gd name="connsiteX6-397" fmla="*/ 0 w 847870"/>
              <a:gd name="connsiteY6-398" fmla="*/ 949100 h 949100"/>
              <a:gd name="connsiteX7-399" fmla="*/ 10887 w 847870"/>
              <a:gd name="connsiteY7-400" fmla="*/ 0 h 949100"/>
              <a:gd name="connsiteX0-401" fmla="*/ 10887 w 847870"/>
              <a:gd name="connsiteY0-402" fmla="*/ 0 h 949100"/>
              <a:gd name="connsiteX1-403" fmla="*/ 504105 w 847870"/>
              <a:gd name="connsiteY1-404" fmla="*/ 345395 h 949100"/>
              <a:gd name="connsiteX2-405" fmla="*/ 503877 w 847870"/>
              <a:gd name="connsiteY2-406" fmla="*/ 58622 h 949100"/>
              <a:gd name="connsiteX3-407" fmla="*/ 847870 w 847870"/>
              <a:gd name="connsiteY3-408" fmla="*/ 489971 h 949100"/>
              <a:gd name="connsiteX4-409" fmla="*/ 511818 w 847870"/>
              <a:gd name="connsiteY4-410" fmla="*/ 921320 h 949100"/>
              <a:gd name="connsiteX5-411" fmla="*/ 507052 w 847870"/>
              <a:gd name="connsiteY5-412" fmla="*/ 675824 h 949100"/>
              <a:gd name="connsiteX6-413" fmla="*/ 0 w 847870"/>
              <a:gd name="connsiteY6-414" fmla="*/ 949100 h 949100"/>
              <a:gd name="connsiteX7-415" fmla="*/ 10887 w 847870"/>
              <a:gd name="connsiteY7-416" fmla="*/ 0 h 949100"/>
              <a:gd name="connsiteX0-417" fmla="*/ 10887 w 847870"/>
              <a:gd name="connsiteY0-418" fmla="*/ 0 h 949100"/>
              <a:gd name="connsiteX1-419" fmla="*/ 504105 w 847870"/>
              <a:gd name="connsiteY1-420" fmla="*/ 345395 h 949100"/>
              <a:gd name="connsiteX2-421" fmla="*/ 503877 w 847870"/>
              <a:gd name="connsiteY2-422" fmla="*/ 58622 h 949100"/>
              <a:gd name="connsiteX3-423" fmla="*/ 847870 w 847870"/>
              <a:gd name="connsiteY3-424" fmla="*/ 489971 h 949100"/>
              <a:gd name="connsiteX4-425" fmla="*/ 511818 w 847870"/>
              <a:gd name="connsiteY4-426" fmla="*/ 809560 h 949100"/>
              <a:gd name="connsiteX5-427" fmla="*/ 507052 w 847870"/>
              <a:gd name="connsiteY5-428" fmla="*/ 675824 h 949100"/>
              <a:gd name="connsiteX6-429" fmla="*/ 0 w 847870"/>
              <a:gd name="connsiteY6-430" fmla="*/ 949100 h 949100"/>
              <a:gd name="connsiteX7-431" fmla="*/ 10887 w 847870"/>
              <a:gd name="connsiteY7-432" fmla="*/ 0 h 949100"/>
              <a:gd name="connsiteX0-433" fmla="*/ 10887 w 847870"/>
              <a:gd name="connsiteY0-434" fmla="*/ 0 h 949100"/>
              <a:gd name="connsiteX1-435" fmla="*/ 504105 w 847870"/>
              <a:gd name="connsiteY1-436" fmla="*/ 345395 h 949100"/>
              <a:gd name="connsiteX2-437" fmla="*/ 514037 w 847870"/>
              <a:gd name="connsiteY2-438" fmla="*/ 139902 h 949100"/>
              <a:gd name="connsiteX3-439" fmla="*/ 847870 w 847870"/>
              <a:gd name="connsiteY3-440" fmla="*/ 489971 h 949100"/>
              <a:gd name="connsiteX4-441" fmla="*/ 511818 w 847870"/>
              <a:gd name="connsiteY4-442" fmla="*/ 809560 h 949100"/>
              <a:gd name="connsiteX5-443" fmla="*/ 507052 w 847870"/>
              <a:gd name="connsiteY5-444" fmla="*/ 675824 h 949100"/>
              <a:gd name="connsiteX6-445" fmla="*/ 0 w 847870"/>
              <a:gd name="connsiteY6-446" fmla="*/ 949100 h 949100"/>
              <a:gd name="connsiteX7-447" fmla="*/ 10887 w 847870"/>
              <a:gd name="connsiteY7-448" fmla="*/ 0 h 949100"/>
              <a:gd name="connsiteX0-449" fmla="*/ 10887 w 746270"/>
              <a:gd name="connsiteY0-450" fmla="*/ 0 h 949100"/>
              <a:gd name="connsiteX1-451" fmla="*/ 504105 w 746270"/>
              <a:gd name="connsiteY1-452" fmla="*/ 345395 h 949100"/>
              <a:gd name="connsiteX2-453" fmla="*/ 514037 w 746270"/>
              <a:gd name="connsiteY2-454" fmla="*/ 139902 h 949100"/>
              <a:gd name="connsiteX3-455" fmla="*/ 746270 w 746270"/>
              <a:gd name="connsiteY3-456" fmla="*/ 495051 h 949100"/>
              <a:gd name="connsiteX4-457" fmla="*/ 511818 w 746270"/>
              <a:gd name="connsiteY4-458" fmla="*/ 809560 h 949100"/>
              <a:gd name="connsiteX5-459" fmla="*/ 507052 w 746270"/>
              <a:gd name="connsiteY5-460" fmla="*/ 675824 h 949100"/>
              <a:gd name="connsiteX6-461" fmla="*/ 0 w 746270"/>
              <a:gd name="connsiteY6-462" fmla="*/ 949100 h 949100"/>
              <a:gd name="connsiteX7-463" fmla="*/ 10887 w 746270"/>
              <a:gd name="connsiteY7-464" fmla="*/ 0 h 949100"/>
              <a:gd name="connsiteX0-465" fmla="*/ 10887 w 715790"/>
              <a:gd name="connsiteY0-466" fmla="*/ 0 h 949100"/>
              <a:gd name="connsiteX1-467" fmla="*/ 504105 w 715790"/>
              <a:gd name="connsiteY1-468" fmla="*/ 345395 h 949100"/>
              <a:gd name="connsiteX2-469" fmla="*/ 514037 w 715790"/>
              <a:gd name="connsiteY2-470" fmla="*/ 139902 h 949100"/>
              <a:gd name="connsiteX3-471" fmla="*/ 715790 w 715790"/>
              <a:gd name="connsiteY3-472" fmla="*/ 489971 h 949100"/>
              <a:gd name="connsiteX4-473" fmla="*/ 511818 w 715790"/>
              <a:gd name="connsiteY4-474" fmla="*/ 809560 h 949100"/>
              <a:gd name="connsiteX5-475" fmla="*/ 507052 w 715790"/>
              <a:gd name="connsiteY5-476" fmla="*/ 675824 h 949100"/>
              <a:gd name="connsiteX6-477" fmla="*/ 0 w 715790"/>
              <a:gd name="connsiteY6-478" fmla="*/ 949100 h 949100"/>
              <a:gd name="connsiteX7-479" fmla="*/ 10887 w 715790"/>
              <a:gd name="connsiteY7-480" fmla="*/ 0 h 9491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715790" h="949100">
                <a:moveTo>
                  <a:pt x="10887" y="0"/>
                </a:moveTo>
                <a:cubicBezTo>
                  <a:pt x="175746" y="68943"/>
                  <a:pt x="236738" y="507773"/>
                  <a:pt x="504105" y="345395"/>
                </a:cubicBezTo>
                <a:lnTo>
                  <a:pt x="514037" y="139902"/>
                </a:lnTo>
                <a:lnTo>
                  <a:pt x="715790" y="489971"/>
                </a:lnTo>
                <a:lnTo>
                  <a:pt x="511818" y="809560"/>
                </a:lnTo>
                <a:cubicBezTo>
                  <a:pt x="510760" y="698624"/>
                  <a:pt x="508110" y="786760"/>
                  <a:pt x="507052" y="675824"/>
                </a:cubicBezTo>
                <a:cubicBezTo>
                  <a:pt x="277332" y="443142"/>
                  <a:pt x="168488" y="894671"/>
                  <a:pt x="0" y="949100"/>
                </a:cubicBezTo>
                <a:lnTo>
                  <a:pt x="10887" y="0"/>
                </a:lnTo>
                <a:close/>
              </a:path>
            </a:pathLst>
          </a:custGeom>
          <a:gradFill>
            <a:gsLst>
              <a:gs pos="25840">
                <a:srgbClr val="4989FF">
                  <a:alpha val="14000"/>
                </a:srgbClr>
              </a:gs>
              <a:gs pos="10000">
                <a:srgbClr val="4989FF">
                  <a:alpha val="0"/>
                </a:srgbClr>
              </a:gs>
              <a:gs pos="82000">
                <a:srgbClr val="194FB5"/>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24" name="公众号：康帅PPT3">
            <a:extLst>
              <a:ext uri="{FF2B5EF4-FFF2-40B4-BE49-F238E27FC236}">
                <a16:creationId xmlns:a16="http://schemas.microsoft.com/office/drawing/2014/main" id="{C3C68761-1DB0-63CD-82D6-816B5C7BCED5}"/>
              </a:ext>
            </a:extLst>
          </p:cNvPr>
          <p:cNvSpPr/>
          <p:nvPr/>
        </p:nvSpPr>
        <p:spPr>
          <a:xfrm>
            <a:off x="403867" y="4577453"/>
            <a:ext cx="8756727" cy="1935103"/>
          </a:xfrm>
          <a:prstGeom prst="roundRect">
            <a:avLst>
              <a:gd name="adj" fmla="val 4313"/>
            </a:avLst>
          </a:prstGeom>
          <a:solidFill>
            <a:schemeClr val="bg1">
              <a:alpha val="46000"/>
            </a:schemeClr>
          </a:solidFill>
          <a:ln w="15875">
            <a:noFill/>
          </a:ln>
          <a:effectLst>
            <a:outerShdw blurRad="190500" dist="127000" dir="5400000" algn="t"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TW" altLang="en-US">
              <a:solidFill>
                <a:srgbClr val="FFFFFF"/>
              </a:solidFill>
              <a:latin typeface="等线" panose="02010600030101010101" charset="-122"/>
              <a:ea typeface="等线" panose="02010600030101010101" charset="-122"/>
            </a:endParaRPr>
          </a:p>
        </p:txBody>
      </p:sp>
      <p:sp>
        <p:nvSpPr>
          <p:cNvPr id="29" name="TextBox 70">
            <a:extLst>
              <a:ext uri="{FF2B5EF4-FFF2-40B4-BE49-F238E27FC236}">
                <a16:creationId xmlns:a16="http://schemas.microsoft.com/office/drawing/2014/main" id="{A584DA33-3E0D-154B-ED82-3FE6A302B99E}"/>
              </a:ext>
            </a:extLst>
          </p:cNvPr>
          <p:cNvSpPr txBox="1">
            <a:spLocks noChangeArrowheads="1"/>
          </p:cNvSpPr>
          <p:nvPr/>
        </p:nvSpPr>
        <p:spPr bwMode="auto">
          <a:xfrm>
            <a:off x="5417170" y="5453173"/>
            <a:ext cx="68" cy="276999"/>
          </a:xfrm>
          <a:prstGeom prst="rect">
            <a:avLst/>
          </a:prstGeom>
          <a:solidFill>
            <a:srgbClr val="FFFF00"/>
          </a:solidFill>
          <a:ln>
            <a:noFill/>
          </a:ln>
        </p:spPr>
        <p:txBody>
          <a:bodyPr wrap="none" lIns="0" tIns="0" rIns="0" bIns="0">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微软雅黑" panose="020B0503020204020204" pitchFamily="34" charset="-122"/>
                <a:ea typeface="微软雅黑" panose="020B0503020204020204" pitchFamily="34" charset="-122"/>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微软雅黑" panose="020B0503020204020204" pitchFamily="34" charset="-122"/>
                <a:ea typeface="微软雅黑" panose="020B0503020204020204" pitchFamily="34" charset="-122"/>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微软雅黑" panose="020B0503020204020204" pitchFamily="34" charset="-122"/>
                <a:ea typeface="微软雅黑" panose="020B0503020204020204" pitchFamily="34" charset="-122"/>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9pPr>
          </a:lstStyle>
          <a:p>
            <a:pPr algn="ctr" eaLnBrk="1" hangingPunct="1">
              <a:spcBef>
                <a:spcPct val="0"/>
              </a:spcBef>
              <a:buClrTx/>
              <a:buSzTx/>
              <a:buFontTx/>
              <a:buNone/>
            </a:pPr>
            <a:endParaRPr lang="zh-CN" altLang="en-US" sz="1800" b="1" dirty="0">
              <a:latin typeface="Times New Roman" panose="02020603050405020304" pitchFamily="18" charset="0"/>
              <a:ea typeface="黑体" panose="02010609060101010101" charset="-122"/>
              <a:cs typeface="Times New Roman" panose="02020603050405020304" pitchFamily="18" charset="0"/>
            </a:endParaRPr>
          </a:p>
        </p:txBody>
      </p:sp>
      <p:sp>
        <p:nvSpPr>
          <p:cNvPr id="67" name="文本框 142">
            <a:extLst>
              <a:ext uri="{FF2B5EF4-FFF2-40B4-BE49-F238E27FC236}">
                <a16:creationId xmlns:a16="http://schemas.microsoft.com/office/drawing/2014/main" id="{A779FAE1-A1D2-0926-5CEF-721A4B7A972F}"/>
              </a:ext>
            </a:extLst>
          </p:cNvPr>
          <p:cNvSpPr txBox="1"/>
          <p:nvPr/>
        </p:nvSpPr>
        <p:spPr>
          <a:xfrm>
            <a:off x="4289274" y="4315975"/>
            <a:ext cx="3493850" cy="2102422"/>
          </a:xfrm>
          <a:prstGeom prst="roundRect">
            <a:avLst>
              <a:gd name="adj" fmla="val 6552"/>
            </a:avLst>
          </a:prstGeom>
          <a:solidFill>
            <a:schemeClr val="bg1">
              <a:alpha val="75000"/>
            </a:schemeClr>
          </a:solidFill>
          <a:ln w="11638" cap="flat" cmpd="sng" algn="ctr">
            <a:solidFill>
              <a:schemeClr val="accent1">
                <a:lumMod val="40000"/>
                <a:lumOff val="60000"/>
              </a:schemeClr>
            </a:solidFill>
            <a:prstDash val="solid"/>
            <a:miter lim="800000"/>
          </a:ln>
          <a:effectLst>
            <a:outerShdw blurRad="102423" dist="55867" dir="5400000" algn="t" rotWithShape="0">
              <a:schemeClr val="accent1">
                <a:alpha val="29000"/>
              </a:schemeClr>
            </a:outerShdw>
          </a:effectLst>
        </p:spPr>
        <p:txBody>
          <a:bodyPr lIns="67040" tIns="33520" rIns="67040" bIns="33520" rtlCol="0" anchor="ctr"/>
          <a:lstStyle>
            <a:defPPr>
              <a:defRPr lang="zh-CN"/>
            </a:defPPr>
            <a:lvl1pPr algn="just">
              <a:defRPr sz="1320" kern="0">
                <a:solidFill>
                  <a:srgbClr val="FFFFFF"/>
                </a:solidFill>
                <a:latin typeface="思源黑体 CN Normal" panose="020B0400000000000000" pitchFamily="34" charset="-122"/>
                <a:ea typeface="思源黑体 CN Normal" panose="020B0400000000000000" pitchFamily="34" charset="-122"/>
              </a:defRPr>
            </a:lvl1pPr>
          </a:lstStyle>
          <a:p>
            <a:endParaRPr lang="en-US" altLang="zh-CN" sz="1100" dirty="0">
              <a:solidFill>
                <a:srgbClr val="0070C0"/>
              </a:solidFill>
              <a:latin typeface="微软雅黑" panose="020B0503020204020204" pitchFamily="34" charset="-122"/>
              <a:ea typeface="微软雅黑" panose="020B0503020204020204" pitchFamily="34" charset="-122"/>
            </a:endParaRPr>
          </a:p>
        </p:txBody>
      </p:sp>
      <p:sp>
        <p:nvSpPr>
          <p:cNvPr id="68" name="文本框 142">
            <a:extLst>
              <a:ext uri="{FF2B5EF4-FFF2-40B4-BE49-F238E27FC236}">
                <a16:creationId xmlns:a16="http://schemas.microsoft.com/office/drawing/2014/main" id="{CA967F37-E3F8-8134-5002-DDA3A7283002}"/>
              </a:ext>
            </a:extLst>
          </p:cNvPr>
          <p:cNvSpPr txBox="1"/>
          <p:nvPr/>
        </p:nvSpPr>
        <p:spPr>
          <a:xfrm>
            <a:off x="8002205" y="4336294"/>
            <a:ext cx="3493850" cy="2065477"/>
          </a:xfrm>
          <a:prstGeom prst="roundRect">
            <a:avLst>
              <a:gd name="adj" fmla="val 6552"/>
            </a:avLst>
          </a:prstGeom>
          <a:solidFill>
            <a:schemeClr val="bg1">
              <a:alpha val="75000"/>
            </a:schemeClr>
          </a:solidFill>
          <a:ln w="11638" cap="flat" cmpd="sng" algn="ctr">
            <a:solidFill>
              <a:schemeClr val="accent1">
                <a:lumMod val="40000"/>
                <a:lumOff val="60000"/>
              </a:schemeClr>
            </a:solidFill>
            <a:prstDash val="solid"/>
            <a:miter lim="800000"/>
          </a:ln>
          <a:effectLst>
            <a:outerShdw blurRad="102423" dist="55867" dir="5400000" algn="t" rotWithShape="0">
              <a:schemeClr val="accent1">
                <a:alpha val="29000"/>
              </a:schemeClr>
            </a:outerShdw>
          </a:effectLst>
        </p:spPr>
        <p:txBody>
          <a:bodyPr lIns="67040" tIns="33520" rIns="67040" bIns="33520" rtlCol="0" anchor="ctr"/>
          <a:lstStyle>
            <a:defPPr>
              <a:defRPr lang="zh-CN"/>
            </a:defPPr>
            <a:lvl1pPr algn="just">
              <a:defRPr sz="1320" kern="0">
                <a:solidFill>
                  <a:srgbClr val="FFFFFF"/>
                </a:solidFill>
                <a:latin typeface="思源黑体 CN Normal" panose="020B0400000000000000" pitchFamily="34" charset="-122"/>
                <a:ea typeface="思源黑体 CN Normal" panose="020B0400000000000000" pitchFamily="34" charset="-122"/>
              </a:defRPr>
            </a:lvl1pPr>
          </a:lstStyle>
          <a:p>
            <a:endParaRPr lang="en-US" altLang="zh-CN" sz="1100" dirty="0">
              <a:solidFill>
                <a:srgbClr val="0070C0"/>
              </a:solidFill>
              <a:latin typeface="微软雅黑" panose="020B0503020204020204" pitchFamily="34" charset="-122"/>
              <a:ea typeface="微软雅黑" panose="020B0503020204020204" pitchFamily="34" charset="-122"/>
            </a:endParaRPr>
          </a:p>
        </p:txBody>
      </p:sp>
      <p:sp>
        <p:nvSpPr>
          <p:cNvPr id="75" name="文本框 74">
            <a:extLst>
              <a:ext uri="{FF2B5EF4-FFF2-40B4-BE49-F238E27FC236}">
                <a16:creationId xmlns:a16="http://schemas.microsoft.com/office/drawing/2014/main" id="{973911E7-BB72-B648-8F84-0034956A4D71}"/>
              </a:ext>
            </a:extLst>
          </p:cNvPr>
          <p:cNvSpPr txBox="1"/>
          <p:nvPr/>
        </p:nvSpPr>
        <p:spPr>
          <a:xfrm>
            <a:off x="4331546" y="4577453"/>
            <a:ext cx="3409304" cy="1526187"/>
          </a:xfrm>
          <a:prstGeom prst="rect">
            <a:avLst/>
          </a:prstGeom>
          <a:noFill/>
        </p:spPr>
        <p:txBody>
          <a:bodyPr wrap="square">
            <a:spAutoFit/>
          </a:bodyPr>
          <a:lstStyle/>
          <a:p>
            <a:pPr marL="285750" indent="-285750">
              <a:lnSpc>
                <a:spcPct val="150000"/>
              </a:lnSpc>
              <a:buFont typeface="Wingdings" panose="05000000000000000000" pitchFamily="2" charset="2"/>
              <a:buChar char="Ø"/>
            </a:pPr>
            <a:r>
              <a:rPr lang="zh-CN" altLang="en-US" sz="1600" b="0" i="0" dirty="0">
                <a:solidFill>
                  <a:srgbClr val="000000"/>
                </a:solidFill>
                <a:effectLst/>
                <a:latin typeface="思源黑体 CN Medium" panose="020B0600000000000000" pitchFamily="34" charset="-122"/>
                <a:ea typeface="思源黑体 CN Medium" panose="020B0600000000000000" pitchFamily="34" charset="-122"/>
              </a:rPr>
              <a:t>实施控制总线层面的软件限位约束。</a:t>
            </a:r>
            <a:r>
              <a:rPr lang="zh-CN" altLang="en-US" sz="1600" b="1" dirty="0">
                <a:solidFill>
                  <a:srgbClr val="FF0000"/>
                </a:solidFill>
                <a:ea typeface="思源黑体 CN Medium" panose="020B0600000000000000" pitchFamily="34" charset="-122"/>
              </a:rPr>
              <a:t>在路径规划器中建立三维安全边界包围盒</a:t>
            </a:r>
            <a:r>
              <a:rPr lang="zh-CN" altLang="en-US" sz="1600" b="0" i="0" dirty="0">
                <a:solidFill>
                  <a:srgbClr val="000000"/>
                </a:solidFill>
                <a:effectLst/>
                <a:latin typeface="思源黑体 CN Medium" panose="020B0600000000000000" pitchFamily="34" charset="-122"/>
                <a:ea typeface="思源黑体 CN Medium" panose="020B0600000000000000" pitchFamily="34" charset="-122"/>
              </a:rPr>
              <a:t>，对各关节的运动范围进行严格的数值截断</a:t>
            </a:r>
          </a:p>
        </p:txBody>
      </p:sp>
      <p:sp>
        <p:nvSpPr>
          <p:cNvPr id="76" name="文本框 75">
            <a:extLst>
              <a:ext uri="{FF2B5EF4-FFF2-40B4-BE49-F238E27FC236}">
                <a16:creationId xmlns:a16="http://schemas.microsoft.com/office/drawing/2014/main" id="{3F675B18-5EB7-6EA4-6A4E-2942C4210E8D}"/>
              </a:ext>
            </a:extLst>
          </p:cNvPr>
          <p:cNvSpPr txBox="1"/>
          <p:nvPr/>
        </p:nvSpPr>
        <p:spPr>
          <a:xfrm>
            <a:off x="8016315" y="4370567"/>
            <a:ext cx="3465625" cy="1993238"/>
          </a:xfrm>
          <a:prstGeom prst="rect">
            <a:avLst/>
          </a:prstGeom>
          <a:noFill/>
        </p:spPr>
        <p:txBody>
          <a:bodyPr wrap="square">
            <a:spAutoFit/>
          </a:bodyPr>
          <a:lstStyle/>
          <a:p>
            <a:pPr marL="342900" indent="-342900">
              <a:lnSpc>
                <a:spcPct val="150000"/>
              </a:lnSpc>
              <a:buAutoNum type="arabicPeriod"/>
            </a:pPr>
            <a:r>
              <a:rPr lang="zh-CN" altLang="en-US" sz="1400" dirty="0">
                <a:solidFill>
                  <a:srgbClr val="000000"/>
                </a:solidFill>
                <a:latin typeface="思源黑体 CN Medium" panose="020B0600000000000000" pitchFamily="34" charset="-122"/>
                <a:ea typeface="思源黑体 CN Medium" panose="020B0600000000000000" pitchFamily="34" charset="-122"/>
              </a:rPr>
              <a:t>优化基座与棋盘的相对位姿，确保操作区域完全覆盖在机械臂的高可达性工作区间内。</a:t>
            </a:r>
            <a:endParaRPr lang="en-US" altLang="zh-CN" sz="1400" dirty="0">
              <a:solidFill>
                <a:srgbClr val="000000"/>
              </a:solidFill>
              <a:latin typeface="思源黑体 CN Medium" panose="020B0600000000000000" pitchFamily="34" charset="-122"/>
              <a:ea typeface="思源黑体 CN Medium" panose="020B0600000000000000" pitchFamily="34" charset="-122"/>
            </a:endParaRPr>
          </a:p>
          <a:p>
            <a:pPr marL="342900" indent="-342900">
              <a:lnSpc>
                <a:spcPct val="150000"/>
              </a:lnSpc>
              <a:buAutoNum type="arabicPeriod"/>
            </a:pPr>
            <a:r>
              <a:rPr lang="zh-CN" altLang="en-US" sz="1400" dirty="0">
                <a:solidFill>
                  <a:srgbClr val="000000"/>
                </a:solidFill>
                <a:latin typeface="思源黑体 CN Medium" panose="020B0600000000000000" pitchFamily="34" charset="-122"/>
                <a:ea typeface="思源黑体 CN Medium" panose="020B0600000000000000" pitchFamily="34" charset="-122"/>
              </a:rPr>
              <a:t>在运动学求解中加入限制末端</a:t>
            </a:r>
            <a:r>
              <a:rPr lang="en-US" altLang="zh-CN" sz="1400" dirty="0">
                <a:solidFill>
                  <a:srgbClr val="000000"/>
                </a:solidFill>
                <a:latin typeface="思源黑体 CN Medium" panose="020B0600000000000000" pitchFamily="34" charset="-122"/>
                <a:ea typeface="思源黑体 CN Medium" panose="020B0600000000000000" pitchFamily="34" charset="-122"/>
              </a:rPr>
              <a:t>Z</a:t>
            </a:r>
            <a:r>
              <a:rPr lang="zh-CN" altLang="en-US" sz="1400" dirty="0">
                <a:solidFill>
                  <a:srgbClr val="000000"/>
                </a:solidFill>
                <a:latin typeface="思源黑体 CN Medium" panose="020B0600000000000000" pitchFamily="34" charset="-122"/>
                <a:ea typeface="思源黑体 CN Medium" panose="020B0600000000000000" pitchFamily="34" charset="-122"/>
              </a:rPr>
              <a:t>轴与世界坐标系</a:t>
            </a:r>
            <a:r>
              <a:rPr lang="en-US" altLang="zh-CN" sz="1400" dirty="0">
                <a:solidFill>
                  <a:srgbClr val="000000"/>
                </a:solidFill>
                <a:latin typeface="思源黑体 CN Medium" panose="020B0600000000000000" pitchFamily="34" charset="-122"/>
                <a:ea typeface="思源黑体 CN Medium" panose="020B0600000000000000" pitchFamily="34" charset="-122"/>
              </a:rPr>
              <a:t>Z</a:t>
            </a:r>
            <a:r>
              <a:rPr lang="zh-CN" altLang="en-US" sz="1400" dirty="0">
                <a:solidFill>
                  <a:srgbClr val="000000"/>
                </a:solidFill>
                <a:latin typeface="思源黑体 CN Medium" panose="020B0600000000000000" pitchFamily="34" charset="-122"/>
                <a:ea typeface="思源黑体 CN Medium" panose="020B0600000000000000" pitchFamily="34" charset="-122"/>
              </a:rPr>
              <a:t>轴的空间夹角始终为</a:t>
            </a:r>
            <a:r>
              <a:rPr lang="en-US" altLang="zh-CN" sz="1400" dirty="0">
                <a:solidFill>
                  <a:srgbClr val="000000"/>
                </a:solidFill>
                <a:latin typeface="思源黑体 CN Medium" panose="020B0600000000000000" pitchFamily="34" charset="-122"/>
                <a:ea typeface="思源黑体 CN Medium" panose="020B0600000000000000" pitchFamily="34" charset="-122"/>
              </a:rPr>
              <a:t>0°</a:t>
            </a:r>
            <a:r>
              <a:rPr lang="zh-CN" altLang="en-US" sz="1400" dirty="0">
                <a:solidFill>
                  <a:srgbClr val="000000"/>
                </a:solidFill>
                <a:latin typeface="思源黑体 CN Medium" panose="020B0600000000000000" pitchFamily="34" charset="-122"/>
                <a:ea typeface="思源黑体 CN Medium" panose="020B0600000000000000" pitchFamily="34" charset="-122"/>
              </a:rPr>
              <a:t>，确保末端执行器始终垂直于台面。</a:t>
            </a:r>
            <a:endParaRPr lang="zh-CN" altLang="en-US" sz="1400" b="0" i="0" dirty="0">
              <a:solidFill>
                <a:srgbClr val="000000"/>
              </a:solidFill>
              <a:effectLst/>
              <a:latin typeface="思源黑体 CN Medium" panose="020B0600000000000000" pitchFamily="34" charset="-122"/>
              <a:ea typeface="思源黑体 CN Medium" panose="020B0600000000000000" pitchFamily="34" charset="-122"/>
            </a:endParaRPr>
          </a:p>
        </p:txBody>
      </p:sp>
      <p:grpSp>
        <p:nvGrpSpPr>
          <p:cNvPr id="43" name="组合 42">
            <a:extLst>
              <a:ext uri="{FF2B5EF4-FFF2-40B4-BE49-F238E27FC236}">
                <a16:creationId xmlns:a16="http://schemas.microsoft.com/office/drawing/2014/main" id="{1814CEB6-9899-3EDE-B3E9-588A9EC58336}"/>
              </a:ext>
            </a:extLst>
          </p:cNvPr>
          <p:cNvGrpSpPr/>
          <p:nvPr/>
        </p:nvGrpSpPr>
        <p:grpSpPr>
          <a:xfrm>
            <a:off x="566450" y="4318632"/>
            <a:ext cx="3503738" cy="2108078"/>
            <a:chOff x="566450" y="4764316"/>
            <a:chExt cx="3503738" cy="1662394"/>
          </a:xfrm>
        </p:grpSpPr>
        <p:sp>
          <p:nvSpPr>
            <p:cNvPr id="28" name="文本框 142">
              <a:extLst>
                <a:ext uri="{FF2B5EF4-FFF2-40B4-BE49-F238E27FC236}">
                  <a16:creationId xmlns:a16="http://schemas.microsoft.com/office/drawing/2014/main" id="{126B98A8-353A-FFF9-9314-3A1A8A1A3EA9}"/>
                </a:ext>
              </a:extLst>
            </p:cNvPr>
            <p:cNvSpPr txBox="1"/>
            <p:nvPr/>
          </p:nvSpPr>
          <p:spPr>
            <a:xfrm>
              <a:off x="576338" y="4764316"/>
              <a:ext cx="3493850" cy="1662394"/>
            </a:xfrm>
            <a:prstGeom prst="roundRect">
              <a:avLst>
                <a:gd name="adj" fmla="val 6552"/>
              </a:avLst>
            </a:prstGeom>
            <a:solidFill>
              <a:schemeClr val="bg1">
                <a:alpha val="75000"/>
              </a:schemeClr>
            </a:solidFill>
            <a:ln w="11638" cap="flat" cmpd="sng" algn="ctr">
              <a:solidFill>
                <a:schemeClr val="accent1">
                  <a:lumMod val="40000"/>
                  <a:lumOff val="60000"/>
                </a:schemeClr>
              </a:solidFill>
              <a:prstDash val="solid"/>
              <a:miter lim="800000"/>
            </a:ln>
            <a:effectLst>
              <a:outerShdw blurRad="102423" dist="55867" dir="5400000" algn="t" rotWithShape="0">
                <a:schemeClr val="accent1">
                  <a:alpha val="29000"/>
                </a:schemeClr>
              </a:outerShdw>
            </a:effectLst>
          </p:spPr>
          <p:txBody>
            <a:bodyPr lIns="67040" tIns="33520" rIns="67040" bIns="33520" rtlCol="0" anchor="ctr"/>
            <a:lstStyle>
              <a:defPPr>
                <a:defRPr lang="zh-CN"/>
              </a:defPPr>
              <a:lvl1pPr algn="just">
                <a:defRPr sz="1320" kern="0">
                  <a:solidFill>
                    <a:srgbClr val="FFFFFF"/>
                  </a:solidFill>
                  <a:latin typeface="思源黑体 CN Normal" panose="020B0400000000000000" pitchFamily="34" charset="-122"/>
                  <a:ea typeface="思源黑体 CN Normal" panose="020B0400000000000000" pitchFamily="34" charset="-122"/>
                </a:defRPr>
              </a:lvl1pPr>
            </a:lstStyle>
            <a:p>
              <a:endParaRPr lang="en-US" altLang="zh-CN" sz="1100" dirty="0">
                <a:solidFill>
                  <a:srgbClr val="0070C0"/>
                </a:solidFill>
                <a:latin typeface="微软雅黑" panose="020B0503020204020204" pitchFamily="34" charset="-122"/>
                <a:ea typeface="微软雅黑" panose="020B0503020204020204" pitchFamily="34" charset="-122"/>
              </a:endParaRPr>
            </a:p>
          </p:txBody>
        </p:sp>
        <p:sp>
          <p:nvSpPr>
            <p:cNvPr id="74" name="文本框 73">
              <a:extLst>
                <a:ext uri="{FF2B5EF4-FFF2-40B4-BE49-F238E27FC236}">
                  <a16:creationId xmlns:a16="http://schemas.microsoft.com/office/drawing/2014/main" id="{E2C0CFB2-61C1-76AD-5D89-AF772D5ADF91}"/>
                </a:ext>
              </a:extLst>
            </p:cNvPr>
            <p:cNvSpPr txBox="1"/>
            <p:nvPr/>
          </p:nvSpPr>
          <p:spPr>
            <a:xfrm>
              <a:off x="566450" y="5153812"/>
              <a:ext cx="3409304" cy="912276"/>
            </a:xfrm>
            <a:prstGeom prst="rect">
              <a:avLst/>
            </a:prstGeom>
            <a:noFill/>
          </p:spPr>
          <p:txBody>
            <a:bodyPr wrap="square">
              <a:spAutoFit/>
            </a:bodyPr>
            <a:lstStyle/>
            <a:p>
              <a:pPr marL="285750" indent="-285750">
                <a:lnSpc>
                  <a:spcPct val="150000"/>
                </a:lnSpc>
                <a:buFont typeface="Wingdings" panose="05000000000000000000" pitchFamily="2" charset="2"/>
                <a:buChar char="Ø"/>
              </a:pPr>
              <a:r>
                <a:rPr lang="zh-CN" altLang="en-US" sz="1600" dirty="0">
                  <a:solidFill>
                    <a:srgbClr val="000000"/>
                  </a:solidFill>
                  <a:latin typeface="思源黑体 CN Medium" panose="020B0600000000000000" pitchFamily="34" charset="-122"/>
                  <a:ea typeface="思源黑体 CN Medium" panose="020B0600000000000000" pitchFamily="34" charset="-122"/>
                </a:rPr>
                <a:t>在软件算法中引入</a:t>
              </a:r>
              <a:r>
                <a:rPr lang="zh-CN" altLang="en-US" sz="1600" b="1" dirty="0">
                  <a:solidFill>
                    <a:srgbClr val="FF0000"/>
                  </a:solidFill>
                  <a:latin typeface="思源黑体 CN Medium" panose="020B0600000000000000" pitchFamily="34" charset="-122"/>
                  <a:ea typeface="思源黑体 CN Medium" panose="020B0600000000000000" pitchFamily="34" charset="-122"/>
                </a:rPr>
                <a:t>绝对零位校准</a:t>
              </a:r>
              <a:r>
                <a:rPr lang="zh-CN" altLang="en-US" sz="1600" dirty="0">
                  <a:solidFill>
                    <a:srgbClr val="000000"/>
                  </a:solidFill>
                  <a:latin typeface="思源黑体 CN Medium" panose="020B0600000000000000" pitchFamily="34" charset="-122"/>
                  <a:ea typeface="思源黑体 CN Medium" panose="020B0600000000000000" pitchFamily="34" charset="-122"/>
                </a:rPr>
                <a:t>单元与关节</a:t>
              </a:r>
              <a:r>
                <a:rPr lang="zh-CN" altLang="en-US" sz="1600" b="1" dirty="0">
                  <a:solidFill>
                    <a:srgbClr val="FF0000"/>
                  </a:solidFill>
                  <a:ea typeface="思源黑体 CN Medium" panose="020B0600000000000000" pitchFamily="34" charset="-122"/>
                </a:rPr>
                <a:t>多圈计数溢出保护机制</a:t>
              </a:r>
            </a:p>
          </p:txBody>
        </p:sp>
      </p:grpSp>
      <p:sp>
        <p:nvSpPr>
          <p:cNvPr id="40" name="任意多边形: 形状 39">
            <a:extLst>
              <a:ext uri="{FF2B5EF4-FFF2-40B4-BE49-F238E27FC236}">
                <a16:creationId xmlns:a16="http://schemas.microsoft.com/office/drawing/2014/main" id="{822ACEE9-04B8-75E2-A131-D9760BB620BC}"/>
              </a:ext>
            </a:extLst>
          </p:cNvPr>
          <p:cNvSpPr/>
          <p:nvPr/>
        </p:nvSpPr>
        <p:spPr>
          <a:xfrm flipH="1">
            <a:off x="10847159" y="1035362"/>
            <a:ext cx="489495" cy="337832"/>
          </a:xfrm>
          <a:custGeom>
            <a:avLst/>
            <a:gdLst>
              <a:gd name="connsiteX0" fmla="*/ 0 w 748665"/>
              <a:gd name="connsiteY0" fmla="*/ 240030 h 240030"/>
              <a:gd name="connsiteX1" fmla="*/ 78105 w 748665"/>
              <a:gd name="connsiteY1" fmla="*/ 76200 h 240030"/>
              <a:gd name="connsiteX2" fmla="*/ 120015 w 748665"/>
              <a:gd name="connsiteY2" fmla="*/ 186690 h 240030"/>
              <a:gd name="connsiteX3" fmla="*/ 182880 w 748665"/>
              <a:gd name="connsiteY3" fmla="*/ 0 h 240030"/>
              <a:gd name="connsiteX4" fmla="*/ 272415 w 748665"/>
              <a:gd name="connsiteY4" fmla="*/ 175260 h 240030"/>
              <a:gd name="connsiteX5" fmla="*/ 386715 w 748665"/>
              <a:gd name="connsiteY5" fmla="*/ 70485 h 240030"/>
              <a:gd name="connsiteX6" fmla="*/ 447675 w 748665"/>
              <a:gd name="connsiteY6" fmla="*/ 173355 h 240030"/>
              <a:gd name="connsiteX7" fmla="*/ 748665 w 748665"/>
              <a:gd name="connsiteY7" fmla="*/ 169545 h 240030"/>
              <a:gd name="connsiteX8" fmla="*/ 748665 w 748665"/>
              <a:gd name="connsiteY8" fmla="*/ 167640 h 240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48665" h="240030">
                <a:moveTo>
                  <a:pt x="0" y="240030"/>
                </a:moveTo>
                <a:lnTo>
                  <a:pt x="78105" y="76200"/>
                </a:lnTo>
                <a:lnTo>
                  <a:pt x="120015" y="186690"/>
                </a:lnTo>
                <a:lnTo>
                  <a:pt x="182880" y="0"/>
                </a:lnTo>
                <a:lnTo>
                  <a:pt x="272415" y="175260"/>
                </a:lnTo>
                <a:lnTo>
                  <a:pt x="386715" y="70485"/>
                </a:lnTo>
                <a:lnTo>
                  <a:pt x="447675" y="173355"/>
                </a:lnTo>
                <a:lnTo>
                  <a:pt x="748665" y="169545"/>
                </a:lnTo>
                <a:lnTo>
                  <a:pt x="748665" y="167640"/>
                </a:lnTo>
              </a:path>
            </a:pathLst>
          </a:custGeom>
          <a:noFill/>
          <a:ln w="6350">
            <a:gradFill>
              <a:gsLst>
                <a:gs pos="0">
                  <a:schemeClr val="accent1">
                    <a:lumMod val="5000"/>
                    <a:lumOff val="95000"/>
                  </a:schemeClr>
                </a:gs>
                <a:gs pos="100000">
                  <a:schemeClr val="accent3"/>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latin typeface="思源黑体 CN Medium" panose="020B0600000000000000" pitchFamily="34" charset="-122"/>
              <a:ea typeface="思源黑体 CN Medium" panose="020B0600000000000000" pitchFamily="34" charset="-122"/>
              <a:sym typeface="思源黑体 CN Medium" panose="020B0600000000000000" pitchFamily="34" charset="-122"/>
            </a:endParaRPr>
          </a:p>
        </p:txBody>
      </p:sp>
      <p:sp>
        <p:nvSpPr>
          <p:cNvPr id="39" name="任意多边形: 形状 38">
            <a:extLst>
              <a:ext uri="{FF2B5EF4-FFF2-40B4-BE49-F238E27FC236}">
                <a16:creationId xmlns:a16="http://schemas.microsoft.com/office/drawing/2014/main" id="{83163974-51C8-3C26-92F3-CA3B05EF4533}"/>
              </a:ext>
            </a:extLst>
          </p:cNvPr>
          <p:cNvSpPr/>
          <p:nvPr/>
        </p:nvSpPr>
        <p:spPr>
          <a:xfrm>
            <a:off x="674820" y="1002705"/>
            <a:ext cx="541485" cy="373714"/>
          </a:xfrm>
          <a:custGeom>
            <a:avLst/>
            <a:gdLst>
              <a:gd name="connsiteX0" fmla="*/ 0 w 748665"/>
              <a:gd name="connsiteY0" fmla="*/ 240030 h 240030"/>
              <a:gd name="connsiteX1" fmla="*/ 78105 w 748665"/>
              <a:gd name="connsiteY1" fmla="*/ 76200 h 240030"/>
              <a:gd name="connsiteX2" fmla="*/ 120015 w 748665"/>
              <a:gd name="connsiteY2" fmla="*/ 186690 h 240030"/>
              <a:gd name="connsiteX3" fmla="*/ 182880 w 748665"/>
              <a:gd name="connsiteY3" fmla="*/ 0 h 240030"/>
              <a:gd name="connsiteX4" fmla="*/ 272415 w 748665"/>
              <a:gd name="connsiteY4" fmla="*/ 175260 h 240030"/>
              <a:gd name="connsiteX5" fmla="*/ 386715 w 748665"/>
              <a:gd name="connsiteY5" fmla="*/ 70485 h 240030"/>
              <a:gd name="connsiteX6" fmla="*/ 447675 w 748665"/>
              <a:gd name="connsiteY6" fmla="*/ 173355 h 240030"/>
              <a:gd name="connsiteX7" fmla="*/ 748665 w 748665"/>
              <a:gd name="connsiteY7" fmla="*/ 169545 h 240030"/>
              <a:gd name="connsiteX8" fmla="*/ 748665 w 748665"/>
              <a:gd name="connsiteY8" fmla="*/ 167640 h 240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48665" h="240030">
                <a:moveTo>
                  <a:pt x="0" y="240030"/>
                </a:moveTo>
                <a:lnTo>
                  <a:pt x="78105" y="76200"/>
                </a:lnTo>
                <a:lnTo>
                  <a:pt x="120015" y="186690"/>
                </a:lnTo>
                <a:lnTo>
                  <a:pt x="182880" y="0"/>
                </a:lnTo>
                <a:lnTo>
                  <a:pt x="272415" y="175260"/>
                </a:lnTo>
                <a:lnTo>
                  <a:pt x="386715" y="70485"/>
                </a:lnTo>
                <a:lnTo>
                  <a:pt x="447675" y="173355"/>
                </a:lnTo>
                <a:lnTo>
                  <a:pt x="748665" y="169545"/>
                </a:lnTo>
                <a:lnTo>
                  <a:pt x="748665" y="167640"/>
                </a:lnTo>
              </a:path>
            </a:pathLst>
          </a:custGeom>
          <a:noFill/>
          <a:ln w="6350">
            <a:gradFill>
              <a:gsLst>
                <a:gs pos="0">
                  <a:schemeClr val="accent1">
                    <a:lumMod val="5000"/>
                    <a:lumOff val="95000"/>
                  </a:schemeClr>
                </a:gs>
                <a:gs pos="100000">
                  <a:schemeClr val="accent3"/>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latin typeface="思源黑体 CN Medium" panose="020B0600000000000000" pitchFamily="34" charset="-122"/>
              <a:ea typeface="思源黑体 CN Medium" panose="020B0600000000000000" pitchFamily="34" charset="-122"/>
              <a:sym typeface="思源黑体 CN Medium" panose="020B0600000000000000" pitchFamily="34" charset="-122"/>
            </a:endParaRPr>
          </a:p>
        </p:txBody>
      </p:sp>
      <p:sp>
        <p:nvSpPr>
          <p:cNvPr id="2" name="矩形 1">
            <a:extLst>
              <a:ext uri="{FF2B5EF4-FFF2-40B4-BE49-F238E27FC236}">
                <a16:creationId xmlns:a16="http://schemas.microsoft.com/office/drawing/2014/main" id="{6971DDE0-ED32-0C13-5C09-5B550227CC04}"/>
              </a:ext>
            </a:extLst>
          </p:cNvPr>
          <p:cNvSpPr/>
          <p:nvPr/>
        </p:nvSpPr>
        <p:spPr>
          <a:xfrm>
            <a:off x="0" y="6693896"/>
            <a:ext cx="12192000" cy="164104"/>
          </a:xfrm>
          <a:prstGeom prst="rect">
            <a:avLst/>
          </a:prstGeom>
          <a:gradFill>
            <a:gsLst>
              <a:gs pos="0">
                <a:srgbClr val="0D5DBD"/>
              </a:gs>
              <a:gs pos="100000">
                <a:srgbClr val="0D4F9D"/>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公众号：康帅PPT5-2">
            <a:extLst>
              <a:ext uri="{FF2B5EF4-FFF2-40B4-BE49-F238E27FC236}">
                <a16:creationId xmlns:a16="http://schemas.microsoft.com/office/drawing/2014/main" id="{F391A22C-01F8-DD44-E36F-6FD3C22EA85C}"/>
              </a:ext>
            </a:extLst>
          </p:cNvPr>
          <p:cNvSpPr/>
          <p:nvPr/>
        </p:nvSpPr>
        <p:spPr>
          <a:xfrm>
            <a:off x="0" y="609930"/>
            <a:ext cx="12276000" cy="36000"/>
          </a:xfrm>
          <a:prstGeom prst="rect">
            <a:avLst/>
          </a:prstGeom>
          <a:gradFill flip="none" rotWithShape="1">
            <a:gsLst>
              <a:gs pos="100000">
                <a:srgbClr val="0D4F9D"/>
              </a:gs>
              <a:gs pos="2000">
                <a:srgbClr val="0D5DBD"/>
              </a:gs>
            </a:gsLst>
            <a:path path="circle">
              <a:fillToRect r="100000" b="100000"/>
            </a:path>
            <a:tileRect l="-100000" t="-100000"/>
          </a:gradFill>
          <a:ln w="12700" cap="flat" cmpd="sng" algn="ctr">
            <a:noFill/>
            <a:prstDash val="solid"/>
            <a:miter lim="800000"/>
          </a:ln>
          <a:effectLst>
            <a:outerShdw blurRad="50800" dist="38100" dir="2700000" algn="tl" rotWithShape="0">
              <a:schemeClr val="accent5">
                <a:lumMod val="20000"/>
                <a:lumOff val="80000"/>
                <a:alpha val="40000"/>
              </a:schemeClr>
            </a:outerShdw>
          </a:effectLst>
          <a:scene3d>
            <a:camera prst="orthographicFront"/>
            <a:lightRig rig="contrasting" dir="t"/>
          </a:scene3d>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sz="2000" kern="0">
              <a:solidFill>
                <a:prstClr val="white"/>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9" name="矩形 8">
            <a:extLst>
              <a:ext uri="{FF2B5EF4-FFF2-40B4-BE49-F238E27FC236}">
                <a16:creationId xmlns:a16="http://schemas.microsoft.com/office/drawing/2014/main" id="{3C6334E7-D1D3-3139-4E00-D03EF597F18B}"/>
              </a:ext>
            </a:extLst>
          </p:cNvPr>
          <p:cNvSpPr/>
          <p:nvPr/>
        </p:nvSpPr>
        <p:spPr>
          <a:xfrm>
            <a:off x="1340952" y="108508"/>
            <a:ext cx="9501505" cy="521970"/>
          </a:xfrm>
          <a:prstGeom prst="rect">
            <a:avLst/>
          </a:prstGeom>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800" b="1" dirty="0">
                <a:gradFill>
                  <a:gsLst>
                    <a:gs pos="100000">
                      <a:srgbClr val="0D4F9D"/>
                    </a:gs>
                    <a:gs pos="2000">
                      <a:srgbClr val="0D5DBD"/>
                    </a:gs>
                  </a:gsLst>
                  <a:path path="circle">
                    <a:fillToRect r="100000" b="100000"/>
                  </a:path>
                </a:gradFill>
                <a:latin typeface="思源黑体 CN Bold" panose="020B0800000000000000" pitchFamily="34" charset="-122"/>
                <a:ea typeface="思源黑体 CN Bold" panose="020B0800000000000000" pitchFamily="34" charset="-122"/>
              </a:rPr>
              <a:t>机器人控制模块遇到的问题</a:t>
            </a:r>
          </a:p>
        </p:txBody>
      </p:sp>
      <p:grpSp>
        <p:nvGrpSpPr>
          <p:cNvPr id="11" name="组合 10">
            <a:extLst>
              <a:ext uri="{FF2B5EF4-FFF2-40B4-BE49-F238E27FC236}">
                <a16:creationId xmlns:a16="http://schemas.microsoft.com/office/drawing/2014/main" id="{339B7879-7332-1E23-8020-40B0511DAC61}"/>
              </a:ext>
            </a:extLst>
          </p:cNvPr>
          <p:cNvGrpSpPr/>
          <p:nvPr/>
        </p:nvGrpSpPr>
        <p:grpSpPr>
          <a:xfrm>
            <a:off x="0" y="69215"/>
            <a:ext cx="995681" cy="611505"/>
            <a:chOff x="-124969" y="77016"/>
            <a:chExt cx="1333093" cy="818840"/>
          </a:xfrm>
        </p:grpSpPr>
        <p:sp>
          <p:nvSpPr>
            <p:cNvPr id="14" name="矩形 13">
              <a:extLst>
                <a:ext uri="{FF2B5EF4-FFF2-40B4-BE49-F238E27FC236}">
                  <a16:creationId xmlns:a16="http://schemas.microsoft.com/office/drawing/2014/main" id="{5DAE05EF-45CC-901B-04BD-706C37014FB9}"/>
                </a:ext>
              </a:extLst>
            </p:cNvPr>
            <p:cNvSpPr/>
            <p:nvPr/>
          </p:nvSpPr>
          <p:spPr>
            <a:xfrm>
              <a:off x="-124969" y="175286"/>
              <a:ext cx="952293" cy="675088"/>
            </a:xfrm>
            <a:prstGeom prst="rect">
              <a:avLst/>
            </a:prstGeom>
            <a:gradFill flip="none" rotWithShape="1">
              <a:gsLst>
                <a:gs pos="0">
                  <a:srgbClr val="0D5DBD"/>
                </a:gs>
                <a:gs pos="100000">
                  <a:srgbClr val="0D4F9D"/>
                </a:gs>
              </a:gsLst>
              <a:lin ang="5400000" scaled="1"/>
              <a:tileRect/>
            </a:gra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srgbClr val="FFFFFF"/>
                </a:solidFill>
                <a:effectLst/>
                <a:uLnTx/>
                <a:uFillTx/>
                <a:latin typeface="Arial" panose="020B0604020202020204"/>
                <a:ea typeface="宋体" panose="02010600030101010101" pitchFamily="2" charset="-122"/>
                <a:cs typeface="+mn-cs"/>
              </a:endParaRPr>
            </a:p>
          </p:txBody>
        </p:sp>
        <p:sp>
          <p:nvSpPr>
            <p:cNvPr id="17" name="椭圆 16">
              <a:extLst>
                <a:ext uri="{FF2B5EF4-FFF2-40B4-BE49-F238E27FC236}">
                  <a16:creationId xmlns:a16="http://schemas.microsoft.com/office/drawing/2014/main" id="{65F68BD8-2EC7-77CA-ADA0-219E50568E3C}"/>
                </a:ext>
              </a:extLst>
            </p:cNvPr>
            <p:cNvSpPr/>
            <p:nvPr/>
          </p:nvSpPr>
          <p:spPr>
            <a:xfrm>
              <a:off x="389284" y="77016"/>
              <a:ext cx="818840" cy="818840"/>
            </a:xfrm>
            <a:prstGeom prst="ellipse">
              <a:avLst/>
            </a:prstGeom>
            <a:solidFill>
              <a:srgbClr val="FFFFFF"/>
            </a:solidFill>
            <a:ln w="12700" cap="flat" cmpd="sng" algn="ctr">
              <a:solidFill>
                <a:srgbClr val="FFFFFF"/>
              </a:solid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solidFill>
                    <a:srgbClr val="FFFFFF"/>
                  </a:solidFill>
                </a:ln>
                <a:solidFill>
                  <a:srgbClr val="FFFFFF"/>
                </a:solidFill>
                <a:effectLst/>
                <a:uLnTx/>
                <a:uFillTx/>
                <a:latin typeface="Arial" panose="020B0604020202020204"/>
                <a:ea typeface="宋体" panose="02010600030101010101" pitchFamily="2" charset="-122"/>
                <a:cs typeface="+mn-cs"/>
              </a:endParaRPr>
            </a:p>
          </p:txBody>
        </p:sp>
      </p:grpSp>
      <p:pic>
        <p:nvPicPr>
          <p:cNvPr id="21" name="Picture 2" descr="浙江大学-四川久光科技有限公司">
            <a:extLst>
              <a:ext uri="{FF2B5EF4-FFF2-40B4-BE49-F238E27FC236}">
                <a16:creationId xmlns:a16="http://schemas.microsoft.com/office/drawing/2014/main" id="{79C0E44F-0D6F-1E2D-21BD-74166A878696}"/>
              </a:ext>
            </a:extLst>
          </p:cNvPr>
          <p:cNvPicPr>
            <a:picLocks noChangeAspect="1" noChangeArrowheads="1"/>
          </p:cNvPicPr>
          <p:nvPr/>
        </p:nvPicPr>
        <p:blipFill rotWithShape="1">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t="29557" r="68065" b="28547"/>
          <a:stretch/>
        </p:blipFill>
        <p:spPr bwMode="auto">
          <a:xfrm>
            <a:off x="348256" y="24795"/>
            <a:ext cx="647425" cy="679492"/>
          </a:xfrm>
          <a:prstGeom prst="rect">
            <a:avLst/>
          </a:prstGeom>
          <a:noFill/>
          <a:extLst>
            <a:ext uri="{909E8E84-426E-40DD-AFC4-6F175D3DCCD1}">
              <a14:hiddenFill xmlns:a14="http://schemas.microsoft.com/office/drawing/2010/main">
                <a:solidFill>
                  <a:srgbClr val="FFFFFF"/>
                </a:solidFill>
              </a14:hiddenFill>
            </a:ext>
          </a:extLst>
        </p:spPr>
      </p:pic>
      <p:sp>
        <p:nvSpPr>
          <p:cNvPr id="4" name="箭头: 右 7">
            <a:extLst>
              <a:ext uri="{FF2B5EF4-FFF2-40B4-BE49-F238E27FC236}">
                <a16:creationId xmlns:a16="http://schemas.microsoft.com/office/drawing/2014/main" id="{A2723F0C-5F91-79BB-6AC9-1F162C64AD0F}"/>
              </a:ext>
            </a:extLst>
          </p:cNvPr>
          <p:cNvSpPr/>
          <p:nvPr/>
        </p:nvSpPr>
        <p:spPr>
          <a:xfrm rot="5400000" flipV="1">
            <a:off x="1985008" y="3579118"/>
            <a:ext cx="676507" cy="614045"/>
          </a:xfrm>
          <a:custGeom>
            <a:avLst/>
            <a:gdLst>
              <a:gd name="connsiteX0" fmla="*/ 0 w 967386"/>
              <a:gd name="connsiteY0" fmla="*/ 289493 h 1157972"/>
              <a:gd name="connsiteX1" fmla="*/ 483693 w 967386"/>
              <a:gd name="connsiteY1" fmla="*/ 289493 h 1157972"/>
              <a:gd name="connsiteX2" fmla="*/ 483693 w 967386"/>
              <a:gd name="connsiteY2" fmla="*/ 0 h 1157972"/>
              <a:gd name="connsiteX3" fmla="*/ 967386 w 967386"/>
              <a:gd name="connsiteY3" fmla="*/ 578986 h 1157972"/>
              <a:gd name="connsiteX4" fmla="*/ 483693 w 967386"/>
              <a:gd name="connsiteY4" fmla="*/ 1157972 h 1157972"/>
              <a:gd name="connsiteX5" fmla="*/ 483693 w 967386"/>
              <a:gd name="connsiteY5" fmla="*/ 868479 h 1157972"/>
              <a:gd name="connsiteX6" fmla="*/ 0 w 967386"/>
              <a:gd name="connsiteY6" fmla="*/ 868479 h 1157972"/>
              <a:gd name="connsiteX7" fmla="*/ 0 w 967386"/>
              <a:gd name="connsiteY7" fmla="*/ 289493 h 1157972"/>
              <a:gd name="connsiteX0-1" fmla="*/ 21772 w 989158"/>
              <a:gd name="connsiteY0-2" fmla="*/ 289493 h 1157972"/>
              <a:gd name="connsiteX1-3" fmla="*/ 505465 w 989158"/>
              <a:gd name="connsiteY1-4" fmla="*/ 289493 h 1157972"/>
              <a:gd name="connsiteX2-5" fmla="*/ 505465 w 989158"/>
              <a:gd name="connsiteY2-6" fmla="*/ 0 h 1157972"/>
              <a:gd name="connsiteX3-7" fmla="*/ 989158 w 989158"/>
              <a:gd name="connsiteY3-8" fmla="*/ 578986 h 1157972"/>
              <a:gd name="connsiteX4-9" fmla="*/ 505465 w 989158"/>
              <a:gd name="connsiteY4-10" fmla="*/ 1157972 h 1157972"/>
              <a:gd name="connsiteX5-11" fmla="*/ 505465 w 989158"/>
              <a:gd name="connsiteY5-12" fmla="*/ 868479 h 1157972"/>
              <a:gd name="connsiteX6-13" fmla="*/ 0 w 989158"/>
              <a:gd name="connsiteY6-14" fmla="*/ 1031765 h 1157972"/>
              <a:gd name="connsiteX7-15" fmla="*/ 21772 w 989158"/>
              <a:gd name="connsiteY7-16" fmla="*/ 289493 h 1157972"/>
              <a:gd name="connsiteX0-17" fmla="*/ 0 w 1021814"/>
              <a:gd name="connsiteY0-18" fmla="*/ 0 h 1184164"/>
              <a:gd name="connsiteX1-19" fmla="*/ 538121 w 1021814"/>
              <a:gd name="connsiteY1-20" fmla="*/ 315685 h 1184164"/>
              <a:gd name="connsiteX2-21" fmla="*/ 538121 w 1021814"/>
              <a:gd name="connsiteY2-22" fmla="*/ 26192 h 1184164"/>
              <a:gd name="connsiteX3-23" fmla="*/ 1021814 w 1021814"/>
              <a:gd name="connsiteY3-24" fmla="*/ 605178 h 1184164"/>
              <a:gd name="connsiteX4-25" fmla="*/ 538121 w 1021814"/>
              <a:gd name="connsiteY4-26" fmla="*/ 1184164 h 1184164"/>
              <a:gd name="connsiteX5-27" fmla="*/ 538121 w 1021814"/>
              <a:gd name="connsiteY5-28" fmla="*/ 894671 h 1184164"/>
              <a:gd name="connsiteX6-29" fmla="*/ 32656 w 1021814"/>
              <a:gd name="connsiteY6-30" fmla="*/ 1057957 h 1184164"/>
              <a:gd name="connsiteX7-31" fmla="*/ 0 w 1021814"/>
              <a:gd name="connsiteY7-32" fmla="*/ 0 h 1184164"/>
              <a:gd name="connsiteX0-33" fmla="*/ 43544 w 989158"/>
              <a:gd name="connsiteY0-34" fmla="*/ 93550 h 1157972"/>
              <a:gd name="connsiteX1-35" fmla="*/ 505465 w 989158"/>
              <a:gd name="connsiteY1-36" fmla="*/ 289493 h 1157972"/>
              <a:gd name="connsiteX2-37" fmla="*/ 505465 w 989158"/>
              <a:gd name="connsiteY2-38" fmla="*/ 0 h 1157972"/>
              <a:gd name="connsiteX3-39" fmla="*/ 989158 w 989158"/>
              <a:gd name="connsiteY3-40" fmla="*/ 578986 h 1157972"/>
              <a:gd name="connsiteX4-41" fmla="*/ 505465 w 989158"/>
              <a:gd name="connsiteY4-42" fmla="*/ 1157972 h 1157972"/>
              <a:gd name="connsiteX5-43" fmla="*/ 505465 w 989158"/>
              <a:gd name="connsiteY5-44" fmla="*/ 868479 h 1157972"/>
              <a:gd name="connsiteX6-45" fmla="*/ 0 w 989158"/>
              <a:gd name="connsiteY6-46" fmla="*/ 1031765 h 1157972"/>
              <a:gd name="connsiteX7-47" fmla="*/ 43544 w 989158"/>
              <a:gd name="connsiteY7-48" fmla="*/ 93550 h 1157972"/>
              <a:gd name="connsiteX0-49" fmla="*/ 0 w 1010928"/>
              <a:gd name="connsiteY0-50" fmla="*/ 39122 h 1157972"/>
              <a:gd name="connsiteX1-51" fmla="*/ 527235 w 1010928"/>
              <a:gd name="connsiteY1-52" fmla="*/ 289493 h 1157972"/>
              <a:gd name="connsiteX2-53" fmla="*/ 527235 w 1010928"/>
              <a:gd name="connsiteY2-54" fmla="*/ 0 h 1157972"/>
              <a:gd name="connsiteX3-55" fmla="*/ 1010928 w 1010928"/>
              <a:gd name="connsiteY3-56" fmla="*/ 578986 h 1157972"/>
              <a:gd name="connsiteX4-57" fmla="*/ 527235 w 1010928"/>
              <a:gd name="connsiteY4-58" fmla="*/ 1157972 h 1157972"/>
              <a:gd name="connsiteX5-59" fmla="*/ 527235 w 1010928"/>
              <a:gd name="connsiteY5-60" fmla="*/ 868479 h 1157972"/>
              <a:gd name="connsiteX6-61" fmla="*/ 21770 w 1010928"/>
              <a:gd name="connsiteY6-62" fmla="*/ 1031765 h 1157972"/>
              <a:gd name="connsiteX7-63" fmla="*/ 0 w 1010928"/>
              <a:gd name="connsiteY7-64" fmla="*/ 39122 h 1157972"/>
              <a:gd name="connsiteX0-65" fmla="*/ 10887 w 989158"/>
              <a:gd name="connsiteY0-66" fmla="*/ 82665 h 1157972"/>
              <a:gd name="connsiteX1-67" fmla="*/ 505465 w 989158"/>
              <a:gd name="connsiteY1-68" fmla="*/ 289493 h 1157972"/>
              <a:gd name="connsiteX2-69" fmla="*/ 505465 w 989158"/>
              <a:gd name="connsiteY2-70" fmla="*/ 0 h 1157972"/>
              <a:gd name="connsiteX3-71" fmla="*/ 989158 w 989158"/>
              <a:gd name="connsiteY3-72" fmla="*/ 578986 h 1157972"/>
              <a:gd name="connsiteX4-73" fmla="*/ 505465 w 989158"/>
              <a:gd name="connsiteY4-74" fmla="*/ 1157972 h 1157972"/>
              <a:gd name="connsiteX5-75" fmla="*/ 505465 w 989158"/>
              <a:gd name="connsiteY5-76" fmla="*/ 868479 h 1157972"/>
              <a:gd name="connsiteX6-77" fmla="*/ 0 w 989158"/>
              <a:gd name="connsiteY6-78" fmla="*/ 1031765 h 1157972"/>
              <a:gd name="connsiteX7-79" fmla="*/ 10887 w 989158"/>
              <a:gd name="connsiteY7-80" fmla="*/ 82665 h 1157972"/>
              <a:gd name="connsiteX0-81" fmla="*/ 10887 w 989158"/>
              <a:gd name="connsiteY0-82" fmla="*/ 82665 h 1157972"/>
              <a:gd name="connsiteX1-83" fmla="*/ 505465 w 989158"/>
              <a:gd name="connsiteY1-84" fmla="*/ 289493 h 1157972"/>
              <a:gd name="connsiteX2-85" fmla="*/ 505465 w 989158"/>
              <a:gd name="connsiteY2-86" fmla="*/ 0 h 1157972"/>
              <a:gd name="connsiteX3-87" fmla="*/ 989158 w 989158"/>
              <a:gd name="connsiteY3-88" fmla="*/ 578986 h 1157972"/>
              <a:gd name="connsiteX4-89" fmla="*/ 505465 w 989158"/>
              <a:gd name="connsiteY4-90" fmla="*/ 1157972 h 1157972"/>
              <a:gd name="connsiteX5-91" fmla="*/ 505465 w 989158"/>
              <a:gd name="connsiteY5-92" fmla="*/ 868479 h 1157972"/>
              <a:gd name="connsiteX6-93" fmla="*/ 0 w 989158"/>
              <a:gd name="connsiteY6-94" fmla="*/ 1031765 h 1157972"/>
              <a:gd name="connsiteX7-95" fmla="*/ 10887 w 989158"/>
              <a:gd name="connsiteY7-96" fmla="*/ 82665 h 1157972"/>
              <a:gd name="connsiteX0-97" fmla="*/ 10887 w 989158"/>
              <a:gd name="connsiteY0-98" fmla="*/ 82665 h 1157972"/>
              <a:gd name="connsiteX1-99" fmla="*/ 505465 w 989158"/>
              <a:gd name="connsiteY1-100" fmla="*/ 289493 h 1157972"/>
              <a:gd name="connsiteX2-101" fmla="*/ 505465 w 989158"/>
              <a:gd name="connsiteY2-102" fmla="*/ 0 h 1157972"/>
              <a:gd name="connsiteX3-103" fmla="*/ 989158 w 989158"/>
              <a:gd name="connsiteY3-104" fmla="*/ 578986 h 1157972"/>
              <a:gd name="connsiteX4-105" fmla="*/ 505465 w 989158"/>
              <a:gd name="connsiteY4-106" fmla="*/ 1157972 h 1157972"/>
              <a:gd name="connsiteX5-107" fmla="*/ 505465 w 989158"/>
              <a:gd name="connsiteY5-108" fmla="*/ 868479 h 1157972"/>
              <a:gd name="connsiteX6-109" fmla="*/ 0 w 989158"/>
              <a:gd name="connsiteY6-110" fmla="*/ 1031765 h 1157972"/>
              <a:gd name="connsiteX7-111" fmla="*/ 10887 w 989158"/>
              <a:gd name="connsiteY7-112" fmla="*/ 82665 h 1157972"/>
              <a:gd name="connsiteX0-113" fmla="*/ 10887 w 989158"/>
              <a:gd name="connsiteY0-114" fmla="*/ 82665 h 1157972"/>
              <a:gd name="connsiteX1-115" fmla="*/ 505465 w 989158"/>
              <a:gd name="connsiteY1-116" fmla="*/ 289493 h 1157972"/>
              <a:gd name="connsiteX2-117" fmla="*/ 505465 w 989158"/>
              <a:gd name="connsiteY2-118" fmla="*/ 0 h 1157972"/>
              <a:gd name="connsiteX3-119" fmla="*/ 989158 w 989158"/>
              <a:gd name="connsiteY3-120" fmla="*/ 578986 h 1157972"/>
              <a:gd name="connsiteX4-121" fmla="*/ 505465 w 989158"/>
              <a:gd name="connsiteY4-122" fmla="*/ 1157972 h 1157972"/>
              <a:gd name="connsiteX5-123" fmla="*/ 505465 w 989158"/>
              <a:gd name="connsiteY5-124" fmla="*/ 868479 h 1157972"/>
              <a:gd name="connsiteX6-125" fmla="*/ 0 w 989158"/>
              <a:gd name="connsiteY6-126" fmla="*/ 1031765 h 1157972"/>
              <a:gd name="connsiteX7-127" fmla="*/ 10887 w 989158"/>
              <a:gd name="connsiteY7-128" fmla="*/ 82665 h 1157972"/>
              <a:gd name="connsiteX0-129" fmla="*/ 10887 w 989158"/>
              <a:gd name="connsiteY0-130" fmla="*/ 82665 h 1157972"/>
              <a:gd name="connsiteX1-131" fmla="*/ 505465 w 989158"/>
              <a:gd name="connsiteY1-132" fmla="*/ 289493 h 1157972"/>
              <a:gd name="connsiteX2-133" fmla="*/ 505465 w 989158"/>
              <a:gd name="connsiteY2-134" fmla="*/ 0 h 1157972"/>
              <a:gd name="connsiteX3-135" fmla="*/ 989158 w 989158"/>
              <a:gd name="connsiteY3-136" fmla="*/ 578986 h 1157972"/>
              <a:gd name="connsiteX4-137" fmla="*/ 505465 w 989158"/>
              <a:gd name="connsiteY4-138" fmla="*/ 1157972 h 1157972"/>
              <a:gd name="connsiteX5-139" fmla="*/ 505465 w 989158"/>
              <a:gd name="connsiteY5-140" fmla="*/ 737851 h 1157972"/>
              <a:gd name="connsiteX6-141" fmla="*/ 0 w 989158"/>
              <a:gd name="connsiteY6-142" fmla="*/ 1031765 h 1157972"/>
              <a:gd name="connsiteX7-143" fmla="*/ 10887 w 989158"/>
              <a:gd name="connsiteY7-144" fmla="*/ 82665 h 1157972"/>
              <a:gd name="connsiteX0-145" fmla="*/ 10887 w 989158"/>
              <a:gd name="connsiteY0-146" fmla="*/ 82665 h 1157972"/>
              <a:gd name="connsiteX1-147" fmla="*/ 494580 w 989158"/>
              <a:gd name="connsiteY1-148" fmla="*/ 420122 h 1157972"/>
              <a:gd name="connsiteX2-149" fmla="*/ 505465 w 989158"/>
              <a:gd name="connsiteY2-150" fmla="*/ 0 h 1157972"/>
              <a:gd name="connsiteX3-151" fmla="*/ 989158 w 989158"/>
              <a:gd name="connsiteY3-152" fmla="*/ 578986 h 1157972"/>
              <a:gd name="connsiteX4-153" fmla="*/ 505465 w 989158"/>
              <a:gd name="connsiteY4-154" fmla="*/ 1157972 h 1157972"/>
              <a:gd name="connsiteX5-155" fmla="*/ 505465 w 989158"/>
              <a:gd name="connsiteY5-156" fmla="*/ 737851 h 1157972"/>
              <a:gd name="connsiteX6-157" fmla="*/ 0 w 989158"/>
              <a:gd name="connsiteY6-158" fmla="*/ 1031765 h 1157972"/>
              <a:gd name="connsiteX7-159" fmla="*/ 10887 w 989158"/>
              <a:gd name="connsiteY7-160" fmla="*/ 82665 h 1157972"/>
              <a:gd name="connsiteX0-161" fmla="*/ 10887 w 847870"/>
              <a:gd name="connsiteY0-162" fmla="*/ 82665 h 1157972"/>
              <a:gd name="connsiteX1-163" fmla="*/ 494580 w 847870"/>
              <a:gd name="connsiteY1-164" fmla="*/ 420122 h 1157972"/>
              <a:gd name="connsiteX2-165" fmla="*/ 505465 w 847870"/>
              <a:gd name="connsiteY2-166" fmla="*/ 0 h 1157972"/>
              <a:gd name="connsiteX3-167" fmla="*/ 847870 w 847870"/>
              <a:gd name="connsiteY3-168" fmla="*/ 572636 h 1157972"/>
              <a:gd name="connsiteX4-169" fmla="*/ 505465 w 847870"/>
              <a:gd name="connsiteY4-170" fmla="*/ 1157972 h 1157972"/>
              <a:gd name="connsiteX5-171" fmla="*/ 505465 w 847870"/>
              <a:gd name="connsiteY5-172" fmla="*/ 737851 h 1157972"/>
              <a:gd name="connsiteX6-173" fmla="*/ 0 w 847870"/>
              <a:gd name="connsiteY6-174" fmla="*/ 1031765 h 1157972"/>
              <a:gd name="connsiteX7-175" fmla="*/ 10887 w 847870"/>
              <a:gd name="connsiteY7-176" fmla="*/ 82665 h 1157972"/>
              <a:gd name="connsiteX0-177" fmla="*/ 10887 w 847870"/>
              <a:gd name="connsiteY0-178" fmla="*/ 82665 h 1157972"/>
              <a:gd name="connsiteX1-179" fmla="*/ 494580 w 847870"/>
              <a:gd name="connsiteY1-180" fmla="*/ 420122 h 1157972"/>
              <a:gd name="connsiteX2-181" fmla="*/ 505465 w 847870"/>
              <a:gd name="connsiteY2-182" fmla="*/ 0 h 1157972"/>
              <a:gd name="connsiteX3-183" fmla="*/ 847870 w 847870"/>
              <a:gd name="connsiteY3-184" fmla="*/ 572636 h 1157972"/>
              <a:gd name="connsiteX4-185" fmla="*/ 505465 w 847870"/>
              <a:gd name="connsiteY4-186" fmla="*/ 1157972 h 1157972"/>
              <a:gd name="connsiteX5-187" fmla="*/ 505465 w 847870"/>
              <a:gd name="connsiteY5-188" fmla="*/ 737851 h 1157972"/>
              <a:gd name="connsiteX6-189" fmla="*/ 0 w 847870"/>
              <a:gd name="connsiteY6-190" fmla="*/ 1031765 h 1157972"/>
              <a:gd name="connsiteX7-191" fmla="*/ 10887 w 847870"/>
              <a:gd name="connsiteY7-192" fmla="*/ 82665 h 1157972"/>
              <a:gd name="connsiteX0-193" fmla="*/ 10887 w 847870"/>
              <a:gd name="connsiteY0-194" fmla="*/ 82665 h 1070660"/>
              <a:gd name="connsiteX1-195" fmla="*/ 494580 w 847870"/>
              <a:gd name="connsiteY1-196" fmla="*/ 420122 h 1070660"/>
              <a:gd name="connsiteX2-197" fmla="*/ 505465 w 847870"/>
              <a:gd name="connsiteY2-198" fmla="*/ 0 h 1070660"/>
              <a:gd name="connsiteX3-199" fmla="*/ 847870 w 847870"/>
              <a:gd name="connsiteY3-200" fmla="*/ 572636 h 1070660"/>
              <a:gd name="connsiteX4-201" fmla="*/ 508640 w 847870"/>
              <a:gd name="connsiteY4-202" fmla="*/ 1070660 h 1070660"/>
              <a:gd name="connsiteX5-203" fmla="*/ 505465 w 847870"/>
              <a:gd name="connsiteY5-204" fmla="*/ 737851 h 1070660"/>
              <a:gd name="connsiteX6-205" fmla="*/ 0 w 847870"/>
              <a:gd name="connsiteY6-206" fmla="*/ 1031765 h 1070660"/>
              <a:gd name="connsiteX7-207" fmla="*/ 10887 w 847870"/>
              <a:gd name="connsiteY7-208" fmla="*/ 82665 h 1070660"/>
              <a:gd name="connsiteX0-209" fmla="*/ 10887 w 847870"/>
              <a:gd name="connsiteY0-210" fmla="*/ 0 h 987995"/>
              <a:gd name="connsiteX1-211" fmla="*/ 494580 w 847870"/>
              <a:gd name="connsiteY1-212" fmla="*/ 337457 h 987995"/>
              <a:gd name="connsiteX2-213" fmla="*/ 530865 w 847870"/>
              <a:gd name="connsiteY2-214" fmla="*/ 82435 h 987995"/>
              <a:gd name="connsiteX3-215" fmla="*/ 847870 w 847870"/>
              <a:gd name="connsiteY3-216" fmla="*/ 489971 h 987995"/>
              <a:gd name="connsiteX4-217" fmla="*/ 508640 w 847870"/>
              <a:gd name="connsiteY4-218" fmla="*/ 987995 h 987995"/>
              <a:gd name="connsiteX5-219" fmla="*/ 505465 w 847870"/>
              <a:gd name="connsiteY5-220" fmla="*/ 655186 h 987995"/>
              <a:gd name="connsiteX6-221" fmla="*/ 0 w 847870"/>
              <a:gd name="connsiteY6-222" fmla="*/ 949100 h 987995"/>
              <a:gd name="connsiteX7-223" fmla="*/ 10887 w 847870"/>
              <a:gd name="connsiteY7-224" fmla="*/ 0 h 987995"/>
              <a:gd name="connsiteX0-225" fmla="*/ 10887 w 847870"/>
              <a:gd name="connsiteY0-226" fmla="*/ 0 h 949100"/>
              <a:gd name="connsiteX1-227" fmla="*/ 494580 w 847870"/>
              <a:gd name="connsiteY1-228" fmla="*/ 337457 h 949100"/>
              <a:gd name="connsiteX2-229" fmla="*/ 530865 w 847870"/>
              <a:gd name="connsiteY2-230" fmla="*/ 82435 h 949100"/>
              <a:gd name="connsiteX3-231" fmla="*/ 847870 w 847870"/>
              <a:gd name="connsiteY3-232" fmla="*/ 489971 h 949100"/>
              <a:gd name="connsiteX4-233" fmla="*/ 511818 w 847870"/>
              <a:gd name="connsiteY4-234" fmla="*/ 921320 h 949100"/>
              <a:gd name="connsiteX5-235" fmla="*/ 505465 w 847870"/>
              <a:gd name="connsiteY5-236" fmla="*/ 655186 h 949100"/>
              <a:gd name="connsiteX6-237" fmla="*/ 0 w 847870"/>
              <a:gd name="connsiteY6-238" fmla="*/ 949100 h 949100"/>
              <a:gd name="connsiteX7-239" fmla="*/ 10887 w 847870"/>
              <a:gd name="connsiteY7-240" fmla="*/ 0 h 949100"/>
              <a:gd name="connsiteX0-241" fmla="*/ 10887 w 847870"/>
              <a:gd name="connsiteY0-242" fmla="*/ 0 h 949100"/>
              <a:gd name="connsiteX1-243" fmla="*/ 494580 w 847870"/>
              <a:gd name="connsiteY1-244" fmla="*/ 337457 h 949100"/>
              <a:gd name="connsiteX2-245" fmla="*/ 508640 w 847870"/>
              <a:gd name="connsiteY2-246" fmla="*/ 79260 h 949100"/>
              <a:gd name="connsiteX3-247" fmla="*/ 847870 w 847870"/>
              <a:gd name="connsiteY3-248" fmla="*/ 489971 h 949100"/>
              <a:gd name="connsiteX4-249" fmla="*/ 511818 w 847870"/>
              <a:gd name="connsiteY4-250" fmla="*/ 921320 h 949100"/>
              <a:gd name="connsiteX5-251" fmla="*/ 505465 w 847870"/>
              <a:gd name="connsiteY5-252" fmla="*/ 655186 h 949100"/>
              <a:gd name="connsiteX6-253" fmla="*/ 0 w 847870"/>
              <a:gd name="connsiteY6-254" fmla="*/ 949100 h 949100"/>
              <a:gd name="connsiteX7-255" fmla="*/ 10887 w 847870"/>
              <a:gd name="connsiteY7-256" fmla="*/ 0 h 949100"/>
              <a:gd name="connsiteX0-257" fmla="*/ 10887 w 847870"/>
              <a:gd name="connsiteY0-258" fmla="*/ 0 h 949100"/>
              <a:gd name="connsiteX1-259" fmla="*/ 494580 w 847870"/>
              <a:gd name="connsiteY1-260" fmla="*/ 337457 h 949100"/>
              <a:gd name="connsiteX2-261" fmla="*/ 516577 w 847870"/>
              <a:gd name="connsiteY2-262" fmla="*/ 61797 h 949100"/>
              <a:gd name="connsiteX3-263" fmla="*/ 847870 w 847870"/>
              <a:gd name="connsiteY3-264" fmla="*/ 489971 h 949100"/>
              <a:gd name="connsiteX4-265" fmla="*/ 511818 w 847870"/>
              <a:gd name="connsiteY4-266" fmla="*/ 921320 h 949100"/>
              <a:gd name="connsiteX5-267" fmla="*/ 505465 w 847870"/>
              <a:gd name="connsiteY5-268" fmla="*/ 655186 h 949100"/>
              <a:gd name="connsiteX6-269" fmla="*/ 0 w 847870"/>
              <a:gd name="connsiteY6-270" fmla="*/ 949100 h 949100"/>
              <a:gd name="connsiteX7-271" fmla="*/ 10887 w 847870"/>
              <a:gd name="connsiteY7-272" fmla="*/ 0 h 949100"/>
              <a:gd name="connsiteX0-273" fmla="*/ 10887 w 847870"/>
              <a:gd name="connsiteY0-274" fmla="*/ 0 h 949100"/>
              <a:gd name="connsiteX1-275" fmla="*/ 494580 w 847870"/>
              <a:gd name="connsiteY1-276" fmla="*/ 337457 h 949100"/>
              <a:gd name="connsiteX2-277" fmla="*/ 503877 w 847870"/>
              <a:gd name="connsiteY2-278" fmla="*/ 58622 h 949100"/>
              <a:gd name="connsiteX3-279" fmla="*/ 847870 w 847870"/>
              <a:gd name="connsiteY3-280" fmla="*/ 489971 h 949100"/>
              <a:gd name="connsiteX4-281" fmla="*/ 511818 w 847870"/>
              <a:gd name="connsiteY4-282" fmla="*/ 921320 h 949100"/>
              <a:gd name="connsiteX5-283" fmla="*/ 505465 w 847870"/>
              <a:gd name="connsiteY5-284" fmla="*/ 655186 h 949100"/>
              <a:gd name="connsiteX6-285" fmla="*/ 0 w 847870"/>
              <a:gd name="connsiteY6-286" fmla="*/ 949100 h 949100"/>
              <a:gd name="connsiteX7-287" fmla="*/ 10887 w 847870"/>
              <a:gd name="connsiteY7-288" fmla="*/ 0 h 949100"/>
              <a:gd name="connsiteX0-289" fmla="*/ 10887 w 847870"/>
              <a:gd name="connsiteY0-290" fmla="*/ 0 h 949100"/>
              <a:gd name="connsiteX1-291" fmla="*/ 504105 w 847870"/>
              <a:gd name="connsiteY1-292" fmla="*/ 345395 h 949100"/>
              <a:gd name="connsiteX2-293" fmla="*/ 503877 w 847870"/>
              <a:gd name="connsiteY2-294" fmla="*/ 58622 h 949100"/>
              <a:gd name="connsiteX3-295" fmla="*/ 847870 w 847870"/>
              <a:gd name="connsiteY3-296" fmla="*/ 489971 h 949100"/>
              <a:gd name="connsiteX4-297" fmla="*/ 511818 w 847870"/>
              <a:gd name="connsiteY4-298" fmla="*/ 921320 h 949100"/>
              <a:gd name="connsiteX5-299" fmla="*/ 505465 w 847870"/>
              <a:gd name="connsiteY5-300" fmla="*/ 655186 h 949100"/>
              <a:gd name="connsiteX6-301" fmla="*/ 0 w 847870"/>
              <a:gd name="connsiteY6-302" fmla="*/ 949100 h 949100"/>
              <a:gd name="connsiteX7-303" fmla="*/ 10887 w 847870"/>
              <a:gd name="connsiteY7-304" fmla="*/ 0 h 949100"/>
              <a:gd name="connsiteX0-305" fmla="*/ 10887 w 847870"/>
              <a:gd name="connsiteY0-306" fmla="*/ 0 h 949100"/>
              <a:gd name="connsiteX1-307" fmla="*/ 504105 w 847870"/>
              <a:gd name="connsiteY1-308" fmla="*/ 345395 h 949100"/>
              <a:gd name="connsiteX2-309" fmla="*/ 503877 w 847870"/>
              <a:gd name="connsiteY2-310" fmla="*/ 58622 h 949100"/>
              <a:gd name="connsiteX3-311" fmla="*/ 847870 w 847870"/>
              <a:gd name="connsiteY3-312" fmla="*/ 489971 h 949100"/>
              <a:gd name="connsiteX4-313" fmla="*/ 511818 w 847870"/>
              <a:gd name="connsiteY4-314" fmla="*/ 921320 h 949100"/>
              <a:gd name="connsiteX5-315" fmla="*/ 505465 w 847870"/>
              <a:gd name="connsiteY5-316" fmla="*/ 655186 h 949100"/>
              <a:gd name="connsiteX6-317" fmla="*/ 0 w 847870"/>
              <a:gd name="connsiteY6-318" fmla="*/ 949100 h 949100"/>
              <a:gd name="connsiteX7-319" fmla="*/ 10887 w 847870"/>
              <a:gd name="connsiteY7-320" fmla="*/ 0 h 949100"/>
              <a:gd name="connsiteX0-321" fmla="*/ 10887 w 847870"/>
              <a:gd name="connsiteY0-322" fmla="*/ 0 h 949100"/>
              <a:gd name="connsiteX1-323" fmla="*/ 504105 w 847870"/>
              <a:gd name="connsiteY1-324" fmla="*/ 345395 h 949100"/>
              <a:gd name="connsiteX2-325" fmla="*/ 503877 w 847870"/>
              <a:gd name="connsiteY2-326" fmla="*/ 58622 h 949100"/>
              <a:gd name="connsiteX3-327" fmla="*/ 847870 w 847870"/>
              <a:gd name="connsiteY3-328" fmla="*/ 489971 h 949100"/>
              <a:gd name="connsiteX4-329" fmla="*/ 511818 w 847870"/>
              <a:gd name="connsiteY4-330" fmla="*/ 921320 h 949100"/>
              <a:gd name="connsiteX5-331" fmla="*/ 507052 w 847870"/>
              <a:gd name="connsiteY5-332" fmla="*/ 675824 h 949100"/>
              <a:gd name="connsiteX6-333" fmla="*/ 0 w 847870"/>
              <a:gd name="connsiteY6-334" fmla="*/ 949100 h 949100"/>
              <a:gd name="connsiteX7-335" fmla="*/ 10887 w 847870"/>
              <a:gd name="connsiteY7-336" fmla="*/ 0 h 949100"/>
              <a:gd name="connsiteX0-337" fmla="*/ 10887 w 847870"/>
              <a:gd name="connsiteY0-338" fmla="*/ 0 h 949100"/>
              <a:gd name="connsiteX1-339" fmla="*/ 504105 w 847870"/>
              <a:gd name="connsiteY1-340" fmla="*/ 345395 h 949100"/>
              <a:gd name="connsiteX2-341" fmla="*/ 503877 w 847870"/>
              <a:gd name="connsiteY2-342" fmla="*/ 58622 h 949100"/>
              <a:gd name="connsiteX3-343" fmla="*/ 847870 w 847870"/>
              <a:gd name="connsiteY3-344" fmla="*/ 489971 h 949100"/>
              <a:gd name="connsiteX4-345" fmla="*/ 511818 w 847870"/>
              <a:gd name="connsiteY4-346" fmla="*/ 921320 h 949100"/>
              <a:gd name="connsiteX5-347" fmla="*/ 507052 w 847870"/>
              <a:gd name="connsiteY5-348" fmla="*/ 675824 h 949100"/>
              <a:gd name="connsiteX6-349" fmla="*/ 0 w 847870"/>
              <a:gd name="connsiteY6-350" fmla="*/ 949100 h 949100"/>
              <a:gd name="connsiteX7-351" fmla="*/ 10887 w 847870"/>
              <a:gd name="connsiteY7-352" fmla="*/ 0 h 949100"/>
              <a:gd name="connsiteX0-353" fmla="*/ 10887 w 847870"/>
              <a:gd name="connsiteY0-354" fmla="*/ 0 h 949100"/>
              <a:gd name="connsiteX1-355" fmla="*/ 504105 w 847870"/>
              <a:gd name="connsiteY1-356" fmla="*/ 345395 h 949100"/>
              <a:gd name="connsiteX2-357" fmla="*/ 503877 w 847870"/>
              <a:gd name="connsiteY2-358" fmla="*/ 58622 h 949100"/>
              <a:gd name="connsiteX3-359" fmla="*/ 847870 w 847870"/>
              <a:gd name="connsiteY3-360" fmla="*/ 489971 h 949100"/>
              <a:gd name="connsiteX4-361" fmla="*/ 511818 w 847870"/>
              <a:gd name="connsiteY4-362" fmla="*/ 921320 h 949100"/>
              <a:gd name="connsiteX5-363" fmla="*/ 507052 w 847870"/>
              <a:gd name="connsiteY5-364" fmla="*/ 675824 h 949100"/>
              <a:gd name="connsiteX6-365" fmla="*/ 0 w 847870"/>
              <a:gd name="connsiteY6-366" fmla="*/ 949100 h 949100"/>
              <a:gd name="connsiteX7-367" fmla="*/ 10887 w 847870"/>
              <a:gd name="connsiteY7-368" fmla="*/ 0 h 949100"/>
              <a:gd name="connsiteX0-369" fmla="*/ 10887 w 847870"/>
              <a:gd name="connsiteY0-370" fmla="*/ 0 h 949100"/>
              <a:gd name="connsiteX1-371" fmla="*/ 504105 w 847870"/>
              <a:gd name="connsiteY1-372" fmla="*/ 345395 h 949100"/>
              <a:gd name="connsiteX2-373" fmla="*/ 503877 w 847870"/>
              <a:gd name="connsiteY2-374" fmla="*/ 58622 h 949100"/>
              <a:gd name="connsiteX3-375" fmla="*/ 847870 w 847870"/>
              <a:gd name="connsiteY3-376" fmla="*/ 489971 h 949100"/>
              <a:gd name="connsiteX4-377" fmla="*/ 511818 w 847870"/>
              <a:gd name="connsiteY4-378" fmla="*/ 921320 h 949100"/>
              <a:gd name="connsiteX5-379" fmla="*/ 507052 w 847870"/>
              <a:gd name="connsiteY5-380" fmla="*/ 675824 h 949100"/>
              <a:gd name="connsiteX6-381" fmla="*/ 0 w 847870"/>
              <a:gd name="connsiteY6-382" fmla="*/ 949100 h 949100"/>
              <a:gd name="connsiteX7-383" fmla="*/ 10887 w 847870"/>
              <a:gd name="connsiteY7-384" fmla="*/ 0 h 949100"/>
              <a:gd name="connsiteX0-385" fmla="*/ 10887 w 847870"/>
              <a:gd name="connsiteY0-386" fmla="*/ 0 h 949100"/>
              <a:gd name="connsiteX1-387" fmla="*/ 504105 w 847870"/>
              <a:gd name="connsiteY1-388" fmla="*/ 345395 h 949100"/>
              <a:gd name="connsiteX2-389" fmla="*/ 503877 w 847870"/>
              <a:gd name="connsiteY2-390" fmla="*/ 58622 h 949100"/>
              <a:gd name="connsiteX3-391" fmla="*/ 847870 w 847870"/>
              <a:gd name="connsiteY3-392" fmla="*/ 489971 h 949100"/>
              <a:gd name="connsiteX4-393" fmla="*/ 511818 w 847870"/>
              <a:gd name="connsiteY4-394" fmla="*/ 921320 h 949100"/>
              <a:gd name="connsiteX5-395" fmla="*/ 507052 w 847870"/>
              <a:gd name="connsiteY5-396" fmla="*/ 675824 h 949100"/>
              <a:gd name="connsiteX6-397" fmla="*/ 0 w 847870"/>
              <a:gd name="connsiteY6-398" fmla="*/ 949100 h 949100"/>
              <a:gd name="connsiteX7-399" fmla="*/ 10887 w 847870"/>
              <a:gd name="connsiteY7-400" fmla="*/ 0 h 949100"/>
              <a:gd name="connsiteX0-401" fmla="*/ 10887 w 847870"/>
              <a:gd name="connsiteY0-402" fmla="*/ 0 h 949100"/>
              <a:gd name="connsiteX1-403" fmla="*/ 504105 w 847870"/>
              <a:gd name="connsiteY1-404" fmla="*/ 345395 h 949100"/>
              <a:gd name="connsiteX2-405" fmla="*/ 503877 w 847870"/>
              <a:gd name="connsiteY2-406" fmla="*/ 58622 h 949100"/>
              <a:gd name="connsiteX3-407" fmla="*/ 847870 w 847870"/>
              <a:gd name="connsiteY3-408" fmla="*/ 489971 h 949100"/>
              <a:gd name="connsiteX4-409" fmla="*/ 511818 w 847870"/>
              <a:gd name="connsiteY4-410" fmla="*/ 921320 h 949100"/>
              <a:gd name="connsiteX5-411" fmla="*/ 507052 w 847870"/>
              <a:gd name="connsiteY5-412" fmla="*/ 675824 h 949100"/>
              <a:gd name="connsiteX6-413" fmla="*/ 0 w 847870"/>
              <a:gd name="connsiteY6-414" fmla="*/ 949100 h 949100"/>
              <a:gd name="connsiteX7-415" fmla="*/ 10887 w 847870"/>
              <a:gd name="connsiteY7-416" fmla="*/ 0 h 949100"/>
              <a:gd name="connsiteX0-417" fmla="*/ 10887 w 847870"/>
              <a:gd name="connsiteY0-418" fmla="*/ 0 h 949100"/>
              <a:gd name="connsiteX1-419" fmla="*/ 504105 w 847870"/>
              <a:gd name="connsiteY1-420" fmla="*/ 345395 h 949100"/>
              <a:gd name="connsiteX2-421" fmla="*/ 503877 w 847870"/>
              <a:gd name="connsiteY2-422" fmla="*/ 58622 h 949100"/>
              <a:gd name="connsiteX3-423" fmla="*/ 847870 w 847870"/>
              <a:gd name="connsiteY3-424" fmla="*/ 489971 h 949100"/>
              <a:gd name="connsiteX4-425" fmla="*/ 511818 w 847870"/>
              <a:gd name="connsiteY4-426" fmla="*/ 809560 h 949100"/>
              <a:gd name="connsiteX5-427" fmla="*/ 507052 w 847870"/>
              <a:gd name="connsiteY5-428" fmla="*/ 675824 h 949100"/>
              <a:gd name="connsiteX6-429" fmla="*/ 0 w 847870"/>
              <a:gd name="connsiteY6-430" fmla="*/ 949100 h 949100"/>
              <a:gd name="connsiteX7-431" fmla="*/ 10887 w 847870"/>
              <a:gd name="connsiteY7-432" fmla="*/ 0 h 949100"/>
              <a:gd name="connsiteX0-433" fmla="*/ 10887 w 847870"/>
              <a:gd name="connsiteY0-434" fmla="*/ 0 h 949100"/>
              <a:gd name="connsiteX1-435" fmla="*/ 504105 w 847870"/>
              <a:gd name="connsiteY1-436" fmla="*/ 345395 h 949100"/>
              <a:gd name="connsiteX2-437" fmla="*/ 514037 w 847870"/>
              <a:gd name="connsiteY2-438" fmla="*/ 139902 h 949100"/>
              <a:gd name="connsiteX3-439" fmla="*/ 847870 w 847870"/>
              <a:gd name="connsiteY3-440" fmla="*/ 489971 h 949100"/>
              <a:gd name="connsiteX4-441" fmla="*/ 511818 w 847870"/>
              <a:gd name="connsiteY4-442" fmla="*/ 809560 h 949100"/>
              <a:gd name="connsiteX5-443" fmla="*/ 507052 w 847870"/>
              <a:gd name="connsiteY5-444" fmla="*/ 675824 h 949100"/>
              <a:gd name="connsiteX6-445" fmla="*/ 0 w 847870"/>
              <a:gd name="connsiteY6-446" fmla="*/ 949100 h 949100"/>
              <a:gd name="connsiteX7-447" fmla="*/ 10887 w 847870"/>
              <a:gd name="connsiteY7-448" fmla="*/ 0 h 949100"/>
              <a:gd name="connsiteX0-449" fmla="*/ 10887 w 746270"/>
              <a:gd name="connsiteY0-450" fmla="*/ 0 h 949100"/>
              <a:gd name="connsiteX1-451" fmla="*/ 504105 w 746270"/>
              <a:gd name="connsiteY1-452" fmla="*/ 345395 h 949100"/>
              <a:gd name="connsiteX2-453" fmla="*/ 514037 w 746270"/>
              <a:gd name="connsiteY2-454" fmla="*/ 139902 h 949100"/>
              <a:gd name="connsiteX3-455" fmla="*/ 746270 w 746270"/>
              <a:gd name="connsiteY3-456" fmla="*/ 495051 h 949100"/>
              <a:gd name="connsiteX4-457" fmla="*/ 511818 w 746270"/>
              <a:gd name="connsiteY4-458" fmla="*/ 809560 h 949100"/>
              <a:gd name="connsiteX5-459" fmla="*/ 507052 w 746270"/>
              <a:gd name="connsiteY5-460" fmla="*/ 675824 h 949100"/>
              <a:gd name="connsiteX6-461" fmla="*/ 0 w 746270"/>
              <a:gd name="connsiteY6-462" fmla="*/ 949100 h 949100"/>
              <a:gd name="connsiteX7-463" fmla="*/ 10887 w 746270"/>
              <a:gd name="connsiteY7-464" fmla="*/ 0 h 949100"/>
              <a:gd name="connsiteX0-465" fmla="*/ 10887 w 715790"/>
              <a:gd name="connsiteY0-466" fmla="*/ 0 h 949100"/>
              <a:gd name="connsiteX1-467" fmla="*/ 504105 w 715790"/>
              <a:gd name="connsiteY1-468" fmla="*/ 345395 h 949100"/>
              <a:gd name="connsiteX2-469" fmla="*/ 514037 w 715790"/>
              <a:gd name="connsiteY2-470" fmla="*/ 139902 h 949100"/>
              <a:gd name="connsiteX3-471" fmla="*/ 715790 w 715790"/>
              <a:gd name="connsiteY3-472" fmla="*/ 489971 h 949100"/>
              <a:gd name="connsiteX4-473" fmla="*/ 511818 w 715790"/>
              <a:gd name="connsiteY4-474" fmla="*/ 809560 h 949100"/>
              <a:gd name="connsiteX5-475" fmla="*/ 507052 w 715790"/>
              <a:gd name="connsiteY5-476" fmla="*/ 675824 h 949100"/>
              <a:gd name="connsiteX6-477" fmla="*/ 0 w 715790"/>
              <a:gd name="connsiteY6-478" fmla="*/ 949100 h 949100"/>
              <a:gd name="connsiteX7-479" fmla="*/ 10887 w 715790"/>
              <a:gd name="connsiteY7-480" fmla="*/ 0 h 9491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715790" h="949100">
                <a:moveTo>
                  <a:pt x="10887" y="0"/>
                </a:moveTo>
                <a:cubicBezTo>
                  <a:pt x="175746" y="68943"/>
                  <a:pt x="236738" y="507773"/>
                  <a:pt x="504105" y="345395"/>
                </a:cubicBezTo>
                <a:lnTo>
                  <a:pt x="514037" y="139902"/>
                </a:lnTo>
                <a:lnTo>
                  <a:pt x="715790" y="489971"/>
                </a:lnTo>
                <a:lnTo>
                  <a:pt x="511818" y="809560"/>
                </a:lnTo>
                <a:cubicBezTo>
                  <a:pt x="510760" y="698624"/>
                  <a:pt x="508110" y="786760"/>
                  <a:pt x="507052" y="675824"/>
                </a:cubicBezTo>
                <a:cubicBezTo>
                  <a:pt x="277332" y="443142"/>
                  <a:pt x="168488" y="894671"/>
                  <a:pt x="0" y="949100"/>
                </a:cubicBezTo>
                <a:lnTo>
                  <a:pt x="10887" y="0"/>
                </a:lnTo>
                <a:close/>
              </a:path>
            </a:pathLst>
          </a:custGeom>
          <a:gradFill>
            <a:gsLst>
              <a:gs pos="25840">
                <a:srgbClr val="4989FF">
                  <a:alpha val="14000"/>
                </a:srgbClr>
              </a:gs>
              <a:gs pos="10000">
                <a:srgbClr val="4989FF">
                  <a:alpha val="0"/>
                </a:srgbClr>
              </a:gs>
              <a:gs pos="82000">
                <a:srgbClr val="194FB5"/>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5" name="箭头: 右 7">
            <a:extLst>
              <a:ext uri="{FF2B5EF4-FFF2-40B4-BE49-F238E27FC236}">
                <a16:creationId xmlns:a16="http://schemas.microsoft.com/office/drawing/2014/main" id="{12CC587D-843B-CDD3-654C-7A71B9CF9C89}"/>
              </a:ext>
            </a:extLst>
          </p:cNvPr>
          <p:cNvSpPr/>
          <p:nvPr/>
        </p:nvSpPr>
        <p:spPr>
          <a:xfrm rot="5400000" flipV="1">
            <a:off x="9410876" y="3579118"/>
            <a:ext cx="676507" cy="614045"/>
          </a:xfrm>
          <a:custGeom>
            <a:avLst/>
            <a:gdLst>
              <a:gd name="connsiteX0" fmla="*/ 0 w 967386"/>
              <a:gd name="connsiteY0" fmla="*/ 289493 h 1157972"/>
              <a:gd name="connsiteX1" fmla="*/ 483693 w 967386"/>
              <a:gd name="connsiteY1" fmla="*/ 289493 h 1157972"/>
              <a:gd name="connsiteX2" fmla="*/ 483693 w 967386"/>
              <a:gd name="connsiteY2" fmla="*/ 0 h 1157972"/>
              <a:gd name="connsiteX3" fmla="*/ 967386 w 967386"/>
              <a:gd name="connsiteY3" fmla="*/ 578986 h 1157972"/>
              <a:gd name="connsiteX4" fmla="*/ 483693 w 967386"/>
              <a:gd name="connsiteY4" fmla="*/ 1157972 h 1157972"/>
              <a:gd name="connsiteX5" fmla="*/ 483693 w 967386"/>
              <a:gd name="connsiteY5" fmla="*/ 868479 h 1157972"/>
              <a:gd name="connsiteX6" fmla="*/ 0 w 967386"/>
              <a:gd name="connsiteY6" fmla="*/ 868479 h 1157972"/>
              <a:gd name="connsiteX7" fmla="*/ 0 w 967386"/>
              <a:gd name="connsiteY7" fmla="*/ 289493 h 1157972"/>
              <a:gd name="connsiteX0-1" fmla="*/ 21772 w 989158"/>
              <a:gd name="connsiteY0-2" fmla="*/ 289493 h 1157972"/>
              <a:gd name="connsiteX1-3" fmla="*/ 505465 w 989158"/>
              <a:gd name="connsiteY1-4" fmla="*/ 289493 h 1157972"/>
              <a:gd name="connsiteX2-5" fmla="*/ 505465 w 989158"/>
              <a:gd name="connsiteY2-6" fmla="*/ 0 h 1157972"/>
              <a:gd name="connsiteX3-7" fmla="*/ 989158 w 989158"/>
              <a:gd name="connsiteY3-8" fmla="*/ 578986 h 1157972"/>
              <a:gd name="connsiteX4-9" fmla="*/ 505465 w 989158"/>
              <a:gd name="connsiteY4-10" fmla="*/ 1157972 h 1157972"/>
              <a:gd name="connsiteX5-11" fmla="*/ 505465 w 989158"/>
              <a:gd name="connsiteY5-12" fmla="*/ 868479 h 1157972"/>
              <a:gd name="connsiteX6-13" fmla="*/ 0 w 989158"/>
              <a:gd name="connsiteY6-14" fmla="*/ 1031765 h 1157972"/>
              <a:gd name="connsiteX7-15" fmla="*/ 21772 w 989158"/>
              <a:gd name="connsiteY7-16" fmla="*/ 289493 h 1157972"/>
              <a:gd name="connsiteX0-17" fmla="*/ 0 w 1021814"/>
              <a:gd name="connsiteY0-18" fmla="*/ 0 h 1184164"/>
              <a:gd name="connsiteX1-19" fmla="*/ 538121 w 1021814"/>
              <a:gd name="connsiteY1-20" fmla="*/ 315685 h 1184164"/>
              <a:gd name="connsiteX2-21" fmla="*/ 538121 w 1021814"/>
              <a:gd name="connsiteY2-22" fmla="*/ 26192 h 1184164"/>
              <a:gd name="connsiteX3-23" fmla="*/ 1021814 w 1021814"/>
              <a:gd name="connsiteY3-24" fmla="*/ 605178 h 1184164"/>
              <a:gd name="connsiteX4-25" fmla="*/ 538121 w 1021814"/>
              <a:gd name="connsiteY4-26" fmla="*/ 1184164 h 1184164"/>
              <a:gd name="connsiteX5-27" fmla="*/ 538121 w 1021814"/>
              <a:gd name="connsiteY5-28" fmla="*/ 894671 h 1184164"/>
              <a:gd name="connsiteX6-29" fmla="*/ 32656 w 1021814"/>
              <a:gd name="connsiteY6-30" fmla="*/ 1057957 h 1184164"/>
              <a:gd name="connsiteX7-31" fmla="*/ 0 w 1021814"/>
              <a:gd name="connsiteY7-32" fmla="*/ 0 h 1184164"/>
              <a:gd name="connsiteX0-33" fmla="*/ 43544 w 989158"/>
              <a:gd name="connsiteY0-34" fmla="*/ 93550 h 1157972"/>
              <a:gd name="connsiteX1-35" fmla="*/ 505465 w 989158"/>
              <a:gd name="connsiteY1-36" fmla="*/ 289493 h 1157972"/>
              <a:gd name="connsiteX2-37" fmla="*/ 505465 w 989158"/>
              <a:gd name="connsiteY2-38" fmla="*/ 0 h 1157972"/>
              <a:gd name="connsiteX3-39" fmla="*/ 989158 w 989158"/>
              <a:gd name="connsiteY3-40" fmla="*/ 578986 h 1157972"/>
              <a:gd name="connsiteX4-41" fmla="*/ 505465 w 989158"/>
              <a:gd name="connsiteY4-42" fmla="*/ 1157972 h 1157972"/>
              <a:gd name="connsiteX5-43" fmla="*/ 505465 w 989158"/>
              <a:gd name="connsiteY5-44" fmla="*/ 868479 h 1157972"/>
              <a:gd name="connsiteX6-45" fmla="*/ 0 w 989158"/>
              <a:gd name="connsiteY6-46" fmla="*/ 1031765 h 1157972"/>
              <a:gd name="connsiteX7-47" fmla="*/ 43544 w 989158"/>
              <a:gd name="connsiteY7-48" fmla="*/ 93550 h 1157972"/>
              <a:gd name="connsiteX0-49" fmla="*/ 0 w 1010928"/>
              <a:gd name="connsiteY0-50" fmla="*/ 39122 h 1157972"/>
              <a:gd name="connsiteX1-51" fmla="*/ 527235 w 1010928"/>
              <a:gd name="connsiteY1-52" fmla="*/ 289493 h 1157972"/>
              <a:gd name="connsiteX2-53" fmla="*/ 527235 w 1010928"/>
              <a:gd name="connsiteY2-54" fmla="*/ 0 h 1157972"/>
              <a:gd name="connsiteX3-55" fmla="*/ 1010928 w 1010928"/>
              <a:gd name="connsiteY3-56" fmla="*/ 578986 h 1157972"/>
              <a:gd name="connsiteX4-57" fmla="*/ 527235 w 1010928"/>
              <a:gd name="connsiteY4-58" fmla="*/ 1157972 h 1157972"/>
              <a:gd name="connsiteX5-59" fmla="*/ 527235 w 1010928"/>
              <a:gd name="connsiteY5-60" fmla="*/ 868479 h 1157972"/>
              <a:gd name="connsiteX6-61" fmla="*/ 21770 w 1010928"/>
              <a:gd name="connsiteY6-62" fmla="*/ 1031765 h 1157972"/>
              <a:gd name="connsiteX7-63" fmla="*/ 0 w 1010928"/>
              <a:gd name="connsiteY7-64" fmla="*/ 39122 h 1157972"/>
              <a:gd name="connsiteX0-65" fmla="*/ 10887 w 989158"/>
              <a:gd name="connsiteY0-66" fmla="*/ 82665 h 1157972"/>
              <a:gd name="connsiteX1-67" fmla="*/ 505465 w 989158"/>
              <a:gd name="connsiteY1-68" fmla="*/ 289493 h 1157972"/>
              <a:gd name="connsiteX2-69" fmla="*/ 505465 w 989158"/>
              <a:gd name="connsiteY2-70" fmla="*/ 0 h 1157972"/>
              <a:gd name="connsiteX3-71" fmla="*/ 989158 w 989158"/>
              <a:gd name="connsiteY3-72" fmla="*/ 578986 h 1157972"/>
              <a:gd name="connsiteX4-73" fmla="*/ 505465 w 989158"/>
              <a:gd name="connsiteY4-74" fmla="*/ 1157972 h 1157972"/>
              <a:gd name="connsiteX5-75" fmla="*/ 505465 w 989158"/>
              <a:gd name="connsiteY5-76" fmla="*/ 868479 h 1157972"/>
              <a:gd name="connsiteX6-77" fmla="*/ 0 w 989158"/>
              <a:gd name="connsiteY6-78" fmla="*/ 1031765 h 1157972"/>
              <a:gd name="connsiteX7-79" fmla="*/ 10887 w 989158"/>
              <a:gd name="connsiteY7-80" fmla="*/ 82665 h 1157972"/>
              <a:gd name="connsiteX0-81" fmla="*/ 10887 w 989158"/>
              <a:gd name="connsiteY0-82" fmla="*/ 82665 h 1157972"/>
              <a:gd name="connsiteX1-83" fmla="*/ 505465 w 989158"/>
              <a:gd name="connsiteY1-84" fmla="*/ 289493 h 1157972"/>
              <a:gd name="connsiteX2-85" fmla="*/ 505465 w 989158"/>
              <a:gd name="connsiteY2-86" fmla="*/ 0 h 1157972"/>
              <a:gd name="connsiteX3-87" fmla="*/ 989158 w 989158"/>
              <a:gd name="connsiteY3-88" fmla="*/ 578986 h 1157972"/>
              <a:gd name="connsiteX4-89" fmla="*/ 505465 w 989158"/>
              <a:gd name="connsiteY4-90" fmla="*/ 1157972 h 1157972"/>
              <a:gd name="connsiteX5-91" fmla="*/ 505465 w 989158"/>
              <a:gd name="connsiteY5-92" fmla="*/ 868479 h 1157972"/>
              <a:gd name="connsiteX6-93" fmla="*/ 0 w 989158"/>
              <a:gd name="connsiteY6-94" fmla="*/ 1031765 h 1157972"/>
              <a:gd name="connsiteX7-95" fmla="*/ 10887 w 989158"/>
              <a:gd name="connsiteY7-96" fmla="*/ 82665 h 1157972"/>
              <a:gd name="connsiteX0-97" fmla="*/ 10887 w 989158"/>
              <a:gd name="connsiteY0-98" fmla="*/ 82665 h 1157972"/>
              <a:gd name="connsiteX1-99" fmla="*/ 505465 w 989158"/>
              <a:gd name="connsiteY1-100" fmla="*/ 289493 h 1157972"/>
              <a:gd name="connsiteX2-101" fmla="*/ 505465 w 989158"/>
              <a:gd name="connsiteY2-102" fmla="*/ 0 h 1157972"/>
              <a:gd name="connsiteX3-103" fmla="*/ 989158 w 989158"/>
              <a:gd name="connsiteY3-104" fmla="*/ 578986 h 1157972"/>
              <a:gd name="connsiteX4-105" fmla="*/ 505465 w 989158"/>
              <a:gd name="connsiteY4-106" fmla="*/ 1157972 h 1157972"/>
              <a:gd name="connsiteX5-107" fmla="*/ 505465 w 989158"/>
              <a:gd name="connsiteY5-108" fmla="*/ 868479 h 1157972"/>
              <a:gd name="connsiteX6-109" fmla="*/ 0 w 989158"/>
              <a:gd name="connsiteY6-110" fmla="*/ 1031765 h 1157972"/>
              <a:gd name="connsiteX7-111" fmla="*/ 10887 w 989158"/>
              <a:gd name="connsiteY7-112" fmla="*/ 82665 h 1157972"/>
              <a:gd name="connsiteX0-113" fmla="*/ 10887 w 989158"/>
              <a:gd name="connsiteY0-114" fmla="*/ 82665 h 1157972"/>
              <a:gd name="connsiteX1-115" fmla="*/ 505465 w 989158"/>
              <a:gd name="connsiteY1-116" fmla="*/ 289493 h 1157972"/>
              <a:gd name="connsiteX2-117" fmla="*/ 505465 w 989158"/>
              <a:gd name="connsiteY2-118" fmla="*/ 0 h 1157972"/>
              <a:gd name="connsiteX3-119" fmla="*/ 989158 w 989158"/>
              <a:gd name="connsiteY3-120" fmla="*/ 578986 h 1157972"/>
              <a:gd name="connsiteX4-121" fmla="*/ 505465 w 989158"/>
              <a:gd name="connsiteY4-122" fmla="*/ 1157972 h 1157972"/>
              <a:gd name="connsiteX5-123" fmla="*/ 505465 w 989158"/>
              <a:gd name="connsiteY5-124" fmla="*/ 868479 h 1157972"/>
              <a:gd name="connsiteX6-125" fmla="*/ 0 w 989158"/>
              <a:gd name="connsiteY6-126" fmla="*/ 1031765 h 1157972"/>
              <a:gd name="connsiteX7-127" fmla="*/ 10887 w 989158"/>
              <a:gd name="connsiteY7-128" fmla="*/ 82665 h 1157972"/>
              <a:gd name="connsiteX0-129" fmla="*/ 10887 w 989158"/>
              <a:gd name="connsiteY0-130" fmla="*/ 82665 h 1157972"/>
              <a:gd name="connsiteX1-131" fmla="*/ 505465 w 989158"/>
              <a:gd name="connsiteY1-132" fmla="*/ 289493 h 1157972"/>
              <a:gd name="connsiteX2-133" fmla="*/ 505465 w 989158"/>
              <a:gd name="connsiteY2-134" fmla="*/ 0 h 1157972"/>
              <a:gd name="connsiteX3-135" fmla="*/ 989158 w 989158"/>
              <a:gd name="connsiteY3-136" fmla="*/ 578986 h 1157972"/>
              <a:gd name="connsiteX4-137" fmla="*/ 505465 w 989158"/>
              <a:gd name="connsiteY4-138" fmla="*/ 1157972 h 1157972"/>
              <a:gd name="connsiteX5-139" fmla="*/ 505465 w 989158"/>
              <a:gd name="connsiteY5-140" fmla="*/ 737851 h 1157972"/>
              <a:gd name="connsiteX6-141" fmla="*/ 0 w 989158"/>
              <a:gd name="connsiteY6-142" fmla="*/ 1031765 h 1157972"/>
              <a:gd name="connsiteX7-143" fmla="*/ 10887 w 989158"/>
              <a:gd name="connsiteY7-144" fmla="*/ 82665 h 1157972"/>
              <a:gd name="connsiteX0-145" fmla="*/ 10887 w 989158"/>
              <a:gd name="connsiteY0-146" fmla="*/ 82665 h 1157972"/>
              <a:gd name="connsiteX1-147" fmla="*/ 494580 w 989158"/>
              <a:gd name="connsiteY1-148" fmla="*/ 420122 h 1157972"/>
              <a:gd name="connsiteX2-149" fmla="*/ 505465 w 989158"/>
              <a:gd name="connsiteY2-150" fmla="*/ 0 h 1157972"/>
              <a:gd name="connsiteX3-151" fmla="*/ 989158 w 989158"/>
              <a:gd name="connsiteY3-152" fmla="*/ 578986 h 1157972"/>
              <a:gd name="connsiteX4-153" fmla="*/ 505465 w 989158"/>
              <a:gd name="connsiteY4-154" fmla="*/ 1157972 h 1157972"/>
              <a:gd name="connsiteX5-155" fmla="*/ 505465 w 989158"/>
              <a:gd name="connsiteY5-156" fmla="*/ 737851 h 1157972"/>
              <a:gd name="connsiteX6-157" fmla="*/ 0 w 989158"/>
              <a:gd name="connsiteY6-158" fmla="*/ 1031765 h 1157972"/>
              <a:gd name="connsiteX7-159" fmla="*/ 10887 w 989158"/>
              <a:gd name="connsiteY7-160" fmla="*/ 82665 h 1157972"/>
              <a:gd name="connsiteX0-161" fmla="*/ 10887 w 847870"/>
              <a:gd name="connsiteY0-162" fmla="*/ 82665 h 1157972"/>
              <a:gd name="connsiteX1-163" fmla="*/ 494580 w 847870"/>
              <a:gd name="connsiteY1-164" fmla="*/ 420122 h 1157972"/>
              <a:gd name="connsiteX2-165" fmla="*/ 505465 w 847870"/>
              <a:gd name="connsiteY2-166" fmla="*/ 0 h 1157972"/>
              <a:gd name="connsiteX3-167" fmla="*/ 847870 w 847870"/>
              <a:gd name="connsiteY3-168" fmla="*/ 572636 h 1157972"/>
              <a:gd name="connsiteX4-169" fmla="*/ 505465 w 847870"/>
              <a:gd name="connsiteY4-170" fmla="*/ 1157972 h 1157972"/>
              <a:gd name="connsiteX5-171" fmla="*/ 505465 w 847870"/>
              <a:gd name="connsiteY5-172" fmla="*/ 737851 h 1157972"/>
              <a:gd name="connsiteX6-173" fmla="*/ 0 w 847870"/>
              <a:gd name="connsiteY6-174" fmla="*/ 1031765 h 1157972"/>
              <a:gd name="connsiteX7-175" fmla="*/ 10887 w 847870"/>
              <a:gd name="connsiteY7-176" fmla="*/ 82665 h 1157972"/>
              <a:gd name="connsiteX0-177" fmla="*/ 10887 w 847870"/>
              <a:gd name="connsiteY0-178" fmla="*/ 82665 h 1157972"/>
              <a:gd name="connsiteX1-179" fmla="*/ 494580 w 847870"/>
              <a:gd name="connsiteY1-180" fmla="*/ 420122 h 1157972"/>
              <a:gd name="connsiteX2-181" fmla="*/ 505465 w 847870"/>
              <a:gd name="connsiteY2-182" fmla="*/ 0 h 1157972"/>
              <a:gd name="connsiteX3-183" fmla="*/ 847870 w 847870"/>
              <a:gd name="connsiteY3-184" fmla="*/ 572636 h 1157972"/>
              <a:gd name="connsiteX4-185" fmla="*/ 505465 w 847870"/>
              <a:gd name="connsiteY4-186" fmla="*/ 1157972 h 1157972"/>
              <a:gd name="connsiteX5-187" fmla="*/ 505465 w 847870"/>
              <a:gd name="connsiteY5-188" fmla="*/ 737851 h 1157972"/>
              <a:gd name="connsiteX6-189" fmla="*/ 0 w 847870"/>
              <a:gd name="connsiteY6-190" fmla="*/ 1031765 h 1157972"/>
              <a:gd name="connsiteX7-191" fmla="*/ 10887 w 847870"/>
              <a:gd name="connsiteY7-192" fmla="*/ 82665 h 1157972"/>
              <a:gd name="connsiteX0-193" fmla="*/ 10887 w 847870"/>
              <a:gd name="connsiteY0-194" fmla="*/ 82665 h 1070660"/>
              <a:gd name="connsiteX1-195" fmla="*/ 494580 w 847870"/>
              <a:gd name="connsiteY1-196" fmla="*/ 420122 h 1070660"/>
              <a:gd name="connsiteX2-197" fmla="*/ 505465 w 847870"/>
              <a:gd name="connsiteY2-198" fmla="*/ 0 h 1070660"/>
              <a:gd name="connsiteX3-199" fmla="*/ 847870 w 847870"/>
              <a:gd name="connsiteY3-200" fmla="*/ 572636 h 1070660"/>
              <a:gd name="connsiteX4-201" fmla="*/ 508640 w 847870"/>
              <a:gd name="connsiteY4-202" fmla="*/ 1070660 h 1070660"/>
              <a:gd name="connsiteX5-203" fmla="*/ 505465 w 847870"/>
              <a:gd name="connsiteY5-204" fmla="*/ 737851 h 1070660"/>
              <a:gd name="connsiteX6-205" fmla="*/ 0 w 847870"/>
              <a:gd name="connsiteY6-206" fmla="*/ 1031765 h 1070660"/>
              <a:gd name="connsiteX7-207" fmla="*/ 10887 w 847870"/>
              <a:gd name="connsiteY7-208" fmla="*/ 82665 h 1070660"/>
              <a:gd name="connsiteX0-209" fmla="*/ 10887 w 847870"/>
              <a:gd name="connsiteY0-210" fmla="*/ 0 h 987995"/>
              <a:gd name="connsiteX1-211" fmla="*/ 494580 w 847870"/>
              <a:gd name="connsiteY1-212" fmla="*/ 337457 h 987995"/>
              <a:gd name="connsiteX2-213" fmla="*/ 530865 w 847870"/>
              <a:gd name="connsiteY2-214" fmla="*/ 82435 h 987995"/>
              <a:gd name="connsiteX3-215" fmla="*/ 847870 w 847870"/>
              <a:gd name="connsiteY3-216" fmla="*/ 489971 h 987995"/>
              <a:gd name="connsiteX4-217" fmla="*/ 508640 w 847870"/>
              <a:gd name="connsiteY4-218" fmla="*/ 987995 h 987995"/>
              <a:gd name="connsiteX5-219" fmla="*/ 505465 w 847870"/>
              <a:gd name="connsiteY5-220" fmla="*/ 655186 h 987995"/>
              <a:gd name="connsiteX6-221" fmla="*/ 0 w 847870"/>
              <a:gd name="connsiteY6-222" fmla="*/ 949100 h 987995"/>
              <a:gd name="connsiteX7-223" fmla="*/ 10887 w 847870"/>
              <a:gd name="connsiteY7-224" fmla="*/ 0 h 987995"/>
              <a:gd name="connsiteX0-225" fmla="*/ 10887 w 847870"/>
              <a:gd name="connsiteY0-226" fmla="*/ 0 h 949100"/>
              <a:gd name="connsiteX1-227" fmla="*/ 494580 w 847870"/>
              <a:gd name="connsiteY1-228" fmla="*/ 337457 h 949100"/>
              <a:gd name="connsiteX2-229" fmla="*/ 530865 w 847870"/>
              <a:gd name="connsiteY2-230" fmla="*/ 82435 h 949100"/>
              <a:gd name="connsiteX3-231" fmla="*/ 847870 w 847870"/>
              <a:gd name="connsiteY3-232" fmla="*/ 489971 h 949100"/>
              <a:gd name="connsiteX4-233" fmla="*/ 511818 w 847870"/>
              <a:gd name="connsiteY4-234" fmla="*/ 921320 h 949100"/>
              <a:gd name="connsiteX5-235" fmla="*/ 505465 w 847870"/>
              <a:gd name="connsiteY5-236" fmla="*/ 655186 h 949100"/>
              <a:gd name="connsiteX6-237" fmla="*/ 0 w 847870"/>
              <a:gd name="connsiteY6-238" fmla="*/ 949100 h 949100"/>
              <a:gd name="connsiteX7-239" fmla="*/ 10887 w 847870"/>
              <a:gd name="connsiteY7-240" fmla="*/ 0 h 949100"/>
              <a:gd name="connsiteX0-241" fmla="*/ 10887 w 847870"/>
              <a:gd name="connsiteY0-242" fmla="*/ 0 h 949100"/>
              <a:gd name="connsiteX1-243" fmla="*/ 494580 w 847870"/>
              <a:gd name="connsiteY1-244" fmla="*/ 337457 h 949100"/>
              <a:gd name="connsiteX2-245" fmla="*/ 508640 w 847870"/>
              <a:gd name="connsiteY2-246" fmla="*/ 79260 h 949100"/>
              <a:gd name="connsiteX3-247" fmla="*/ 847870 w 847870"/>
              <a:gd name="connsiteY3-248" fmla="*/ 489971 h 949100"/>
              <a:gd name="connsiteX4-249" fmla="*/ 511818 w 847870"/>
              <a:gd name="connsiteY4-250" fmla="*/ 921320 h 949100"/>
              <a:gd name="connsiteX5-251" fmla="*/ 505465 w 847870"/>
              <a:gd name="connsiteY5-252" fmla="*/ 655186 h 949100"/>
              <a:gd name="connsiteX6-253" fmla="*/ 0 w 847870"/>
              <a:gd name="connsiteY6-254" fmla="*/ 949100 h 949100"/>
              <a:gd name="connsiteX7-255" fmla="*/ 10887 w 847870"/>
              <a:gd name="connsiteY7-256" fmla="*/ 0 h 949100"/>
              <a:gd name="connsiteX0-257" fmla="*/ 10887 w 847870"/>
              <a:gd name="connsiteY0-258" fmla="*/ 0 h 949100"/>
              <a:gd name="connsiteX1-259" fmla="*/ 494580 w 847870"/>
              <a:gd name="connsiteY1-260" fmla="*/ 337457 h 949100"/>
              <a:gd name="connsiteX2-261" fmla="*/ 516577 w 847870"/>
              <a:gd name="connsiteY2-262" fmla="*/ 61797 h 949100"/>
              <a:gd name="connsiteX3-263" fmla="*/ 847870 w 847870"/>
              <a:gd name="connsiteY3-264" fmla="*/ 489971 h 949100"/>
              <a:gd name="connsiteX4-265" fmla="*/ 511818 w 847870"/>
              <a:gd name="connsiteY4-266" fmla="*/ 921320 h 949100"/>
              <a:gd name="connsiteX5-267" fmla="*/ 505465 w 847870"/>
              <a:gd name="connsiteY5-268" fmla="*/ 655186 h 949100"/>
              <a:gd name="connsiteX6-269" fmla="*/ 0 w 847870"/>
              <a:gd name="connsiteY6-270" fmla="*/ 949100 h 949100"/>
              <a:gd name="connsiteX7-271" fmla="*/ 10887 w 847870"/>
              <a:gd name="connsiteY7-272" fmla="*/ 0 h 949100"/>
              <a:gd name="connsiteX0-273" fmla="*/ 10887 w 847870"/>
              <a:gd name="connsiteY0-274" fmla="*/ 0 h 949100"/>
              <a:gd name="connsiteX1-275" fmla="*/ 494580 w 847870"/>
              <a:gd name="connsiteY1-276" fmla="*/ 337457 h 949100"/>
              <a:gd name="connsiteX2-277" fmla="*/ 503877 w 847870"/>
              <a:gd name="connsiteY2-278" fmla="*/ 58622 h 949100"/>
              <a:gd name="connsiteX3-279" fmla="*/ 847870 w 847870"/>
              <a:gd name="connsiteY3-280" fmla="*/ 489971 h 949100"/>
              <a:gd name="connsiteX4-281" fmla="*/ 511818 w 847870"/>
              <a:gd name="connsiteY4-282" fmla="*/ 921320 h 949100"/>
              <a:gd name="connsiteX5-283" fmla="*/ 505465 w 847870"/>
              <a:gd name="connsiteY5-284" fmla="*/ 655186 h 949100"/>
              <a:gd name="connsiteX6-285" fmla="*/ 0 w 847870"/>
              <a:gd name="connsiteY6-286" fmla="*/ 949100 h 949100"/>
              <a:gd name="connsiteX7-287" fmla="*/ 10887 w 847870"/>
              <a:gd name="connsiteY7-288" fmla="*/ 0 h 949100"/>
              <a:gd name="connsiteX0-289" fmla="*/ 10887 w 847870"/>
              <a:gd name="connsiteY0-290" fmla="*/ 0 h 949100"/>
              <a:gd name="connsiteX1-291" fmla="*/ 504105 w 847870"/>
              <a:gd name="connsiteY1-292" fmla="*/ 345395 h 949100"/>
              <a:gd name="connsiteX2-293" fmla="*/ 503877 w 847870"/>
              <a:gd name="connsiteY2-294" fmla="*/ 58622 h 949100"/>
              <a:gd name="connsiteX3-295" fmla="*/ 847870 w 847870"/>
              <a:gd name="connsiteY3-296" fmla="*/ 489971 h 949100"/>
              <a:gd name="connsiteX4-297" fmla="*/ 511818 w 847870"/>
              <a:gd name="connsiteY4-298" fmla="*/ 921320 h 949100"/>
              <a:gd name="connsiteX5-299" fmla="*/ 505465 w 847870"/>
              <a:gd name="connsiteY5-300" fmla="*/ 655186 h 949100"/>
              <a:gd name="connsiteX6-301" fmla="*/ 0 w 847870"/>
              <a:gd name="connsiteY6-302" fmla="*/ 949100 h 949100"/>
              <a:gd name="connsiteX7-303" fmla="*/ 10887 w 847870"/>
              <a:gd name="connsiteY7-304" fmla="*/ 0 h 949100"/>
              <a:gd name="connsiteX0-305" fmla="*/ 10887 w 847870"/>
              <a:gd name="connsiteY0-306" fmla="*/ 0 h 949100"/>
              <a:gd name="connsiteX1-307" fmla="*/ 504105 w 847870"/>
              <a:gd name="connsiteY1-308" fmla="*/ 345395 h 949100"/>
              <a:gd name="connsiteX2-309" fmla="*/ 503877 w 847870"/>
              <a:gd name="connsiteY2-310" fmla="*/ 58622 h 949100"/>
              <a:gd name="connsiteX3-311" fmla="*/ 847870 w 847870"/>
              <a:gd name="connsiteY3-312" fmla="*/ 489971 h 949100"/>
              <a:gd name="connsiteX4-313" fmla="*/ 511818 w 847870"/>
              <a:gd name="connsiteY4-314" fmla="*/ 921320 h 949100"/>
              <a:gd name="connsiteX5-315" fmla="*/ 505465 w 847870"/>
              <a:gd name="connsiteY5-316" fmla="*/ 655186 h 949100"/>
              <a:gd name="connsiteX6-317" fmla="*/ 0 w 847870"/>
              <a:gd name="connsiteY6-318" fmla="*/ 949100 h 949100"/>
              <a:gd name="connsiteX7-319" fmla="*/ 10887 w 847870"/>
              <a:gd name="connsiteY7-320" fmla="*/ 0 h 949100"/>
              <a:gd name="connsiteX0-321" fmla="*/ 10887 w 847870"/>
              <a:gd name="connsiteY0-322" fmla="*/ 0 h 949100"/>
              <a:gd name="connsiteX1-323" fmla="*/ 504105 w 847870"/>
              <a:gd name="connsiteY1-324" fmla="*/ 345395 h 949100"/>
              <a:gd name="connsiteX2-325" fmla="*/ 503877 w 847870"/>
              <a:gd name="connsiteY2-326" fmla="*/ 58622 h 949100"/>
              <a:gd name="connsiteX3-327" fmla="*/ 847870 w 847870"/>
              <a:gd name="connsiteY3-328" fmla="*/ 489971 h 949100"/>
              <a:gd name="connsiteX4-329" fmla="*/ 511818 w 847870"/>
              <a:gd name="connsiteY4-330" fmla="*/ 921320 h 949100"/>
              <a:gd name="connsiteX5-331" fmla="*/ 507052 w 847870"/>
              <a:gd name="connsiteY5-332" fmla="*/ 675824 h 949100"/>
              <a:gd name="connsiteX6-333" fmla="*/ 0 w 847870"/>
              <a:gd name="connsiteY6-334" fmla="*/ 949100 h 949100"/>
              <a:gd name="connsiteX7-335" fmla="*/ 10887 w 847870"/>
              <a:gd name="connsiteY7-336" fmla="*/ 0 h 949100"/>
              <a:gd name="connsiteX0-337" fmla="*/ 10887 w 847870"/>
              <a:gd name="connsiteY0-338" fmla="*/ 0 h 949100"/>
              <a:gd name="connsiteX1-339" fmla="*/ 504105 w 847870"/>
              <a:gd name="connsiteY1-340" fmla="*/ 345395 h 949100"/>
              <a:gd name="connsiteX2-341" fmla="*/ 503877 w 847870"/>
              <a:gd name="connsiteY2-342" fmla="*/ 58622 h 949100"/>
              <a:gd name="connsiteX3-343" fmla="*/ 847870 w 847870"/>
              <a:gd name="connsiteY3-344" fmla="*/ 489971 h 949100"/>
              <a:gd name="connsiteX4-345" fmla="*/ 511818 w 847870"/>
              <a:gd name="connsiteY4-346" fmla="*/ 921320 h 949100"/>
              <a:gd name="connsiteX5-347" fmla="*/ 507052 w 847870"/>
              <a:gd name="connsiteY5-348" fmla="*/ 675824 h 949100"/>
              <a:gd name="connsiteX6-349" fmla="*/ 0 w 847870"/>
              <a:gd name="connsiteY6-350" fmla="*/ 949100 h 949100"/>
              <a:gd name="connsiteX7-351" fmla="*/ 10887 w 847870"/>
              <a:gd name="connsiteY7-352" fmla="*/ 0 h 949100"/>
              <a:gd name="connsiteX0-353" fmla="*/ 10887 w 847870"/>
              <a:gd name="connsiteY0-354" fmla="*/ 0 h 949100"/>
              <a:gd name="connsiteX1-355" fmla="*/ 504105 w 847870"/>
              <a:gd name="connsiteY1-356" fmla="*/ 345395 h 949100"/>
              <a:gd name="connsiteX2-357" fmla="*/ 503877 w 847870"/>
              <a:gd name="connsiteY2-358" fmla="*/ 58622 h 949100"/>
              <a:gd name="connsiteX3-359" fmla="*/ 847870 w 847870"/>
              <a:gd name="connsiteY3-360" fmla="*/ 489971 h 949100"/>
              <a:gd name="connsiteX4-361" fmla="*/ 511818 w 847870"/>
              <a:gd name="connsiteY4-362" fmla="*/ 921320 h 949100"/>
              <a:gd name="connsiteX5-363" fmla="*/ 507052 w 847870"/>
              <a:gd name="connsiteY5-364" fmla="*/ 675824 h 949100"/>
              <a:gd name="connsiteX6-365" fmla="*/ 0 w 847870"/>
              <a:gd name="connsiteY6-366" fmla="*/ 949100 h 949100"/>
              <a:gd name="connsiteX7-367" fmla="*/ 10887 w 847870"/>
              <a:gd name="connsiteY7-368" fmla="*/ 0 h 949100"/>
              <a:gd name="connsiteX0-369" fmla="*/ 10887 w 847870"/>
              <a:gd name="connsiteY0-370" fmla="*/ 0 h 949100"/>
              <a:gd name="connsiteX1-371" fmla="*/ 504105 w 847870"/>
              <a:gd name="connsiteY1-372" fmla="*/ 345395 h 949100"/>
              <a:gd name="connsiteX2-373" fmla="*/ 503877 w 847870"/>
              <a:gd name="connsiteY2-374" fmla="*/ 58622 h 949100"/>
              <a:gd name="connsiteX3-375" fmla="*/ 847870 w 847870"/>
              <a:gd name="connsiteY3-376" fmla="*/ 489971 h 949100"/>
              <a:gd name="connsiteX4-377" fmla="*/ 511818 w 847870"/>
              <a:gd name="connsiteY4-378" fmla="*/ 921320 h 949100"/>
              <a:gd name="connsiteX5-379" fmla="*/ 507052 w 847870"/>
              <a:gd name="connsiteY5-380" fmla="*/ 675824 h 949100"/>
              <a:gd name="connsiteX6-381" fmla="*/ 0 w 847870"/>
              <a:gd name="connsiteY6-382" fmla="*/ 949100 h 949100"/>
              <a:gd name="connsiteX7-383" fmla="*/ 10887 w 847870"/>
              <a:gd name="connsiteY7-384" fmla="*/ 0 h 949100"/>
              <a:gd name="connsiteX0-385" fmla="*/ 10887 w 847870"/>
              <a:gd name="connsiteY0-386" fmla="*/ 0 h 949100"/>
              <a:gd name="connsiteX1-387" fmla="*/ 504105 w 847870"/>
              <a:gd name="connsiteY1-388" fmla="*/ 345395 h 949100"/>
              <a:gd name="connsiteX2-389" fmla="*/ 503877 w 847870"/>
              <a:gd name="connsiteY2-390" fmla="*/ 58622 h 949100"/>
              <a:gd name="connsiteX3-391" fmla="*/ 847870 w 847870"/>
              <a:gd name="connsiteY3-392" fmla="*/ 489971 h 949100"/>
              <a:gd name="connsiteX4-393" fmla="*/ 511818 w 847870"/>
              <a:gd name="connsiteY4-394" fmla="*/ 921320 h 949100"/>
              <a:gd name="connsiteX5-395" fmla="*/ 507052 w 847870"/>
              <a:gd name="connsiteY5-396" fmla="*/ 675824 h 949100"/>
              <a:gd name="connsiteX6-397" fmla="*/ 0 w 847870"/>
              <a:gd name="connsiteY6-398" fmla="*/ 949100 h 949100"/>
              <a:gd name="connsiteX7-399" fmla="*/ 10887 w 847870"/>
              <a:gd name="connsiteY7-400" fmla="*/ 0 h 949100"/>
              <a:gd name="connsiteX0-401" fmla="*/ 10887 w 847870"/>
              <a:gd name="connsiteY0-402" fmla="*/ 0 h 949100"/>
              <a:gd name="connsiteX1-403" fmla="*/ 504105 w 847870"/>
              <a:gd name="connsiteY1-404" fmla="*/ 345395 h 949100"/>
              <a:gd name="connsiteX2-405" fmla="*/ 503877 w 847870"/>
              <a:gd name="connsiteY2-406" fmla="*/ 58622 h 949100"/>
              <a:gd name="connsiteX3-407" fmla="*/ 847870 w 847870"/>
              <a:gd name="connsiteY3-408" fmla="*/ 489971 h 949100"/>
              <a:gd name="connsiteX4-409" fmla="*/ 511818 w 847870"/>
              <a:gd name="connsiteY4-410" fmla="*/ 921320 h 949100"/>
              <a:gd name="connsiteX5-411" fmla="*/ 507052 w 847870"/>
              <a:gd name="connsiteY5-412" fmla="*/ 675824 h 949100"/>
              <a:gd name="connsiteX6-413" fmla="*/ 0 w 847870"/>
              <a:gd name="connsiteY6-414" fmla="*/ 949100 h 949100"/>
              <a:gd name="connsiteX7-415" fmla="*/ 10887 w 847870"/>
              <a:gd name="connsiteY7-416" fmla="*/ 0 h 949100"/>
              <a:gd name="connsiteX0-417" fmla="*/ 10887 w 847870"/>
              <a:gd name="connsiteY0-418" fmla="*/ 0 h 949100"/>
              <a:gd name="connsiteX1-419" fmla="*/ 504105 w 847870"/>
              <a:gd name="connsiteY1-420" fmla="*/ 345395 h 949100"/>
              <a:gd name="connsiteX2-421" fmla="*/ 503877 w 847870"/>
              <a:gd name="connsiteY2-422" fmla="*/ 58622 h 949100"/>
              <a:gd name="connsiteX3-423" fmla="*/ 847870 w 847870"/>
              <a:gd name="connsiteY3-424" fmla="*/ 489971 h 949100"/>
              <a:gd name="connsiteX4-425" fmla="*/ 511818 w 847870"/>
              <a:gd name="connsiteY4-426" fmla="*/ 809560 h 949100"/>
              <a:gd name="connsiteX5-427" fmla="*/ 507052 w 847870"/>
              <a:gd name="connsiteY5-428" fmla="*/ 675824 h 949100"/>
              <a:gd name="connsiteX6-429" fmla="*/ 0 w 847870"/>
              <a:gd name="connsiteY6-430" fmla="*/ 949100 h 949100"/>
              <a:gd name="connsiteX7-431" fmla="*/ 10887 w 847870"/>
              <a:gd name="connsiteY7-432" fmla="*/ 0 h 949100"/>
              <a:gd name="connsiteX0-433" fmla="*/ 10887 w 847870"/>
              <a:gd name="connsiteY0-434" fmla="*/ 0 h 949100"/>
              <a:gd name="connsiteX1-435" fmla="*/ 504105 w 847870"/>
              <a:gd name="connsiteY1-436" fmla="*/ 345395 h 949100"/>
              <a:gd name="connsiteX2-437" fmla="*/ 514037 w 847870"/>
              <a:gd name="connsiteY2-438" fmla="*/ 139902 h 949100"/>
              <a:gd name="connsiteX3-439" fmla="*/ 847870 w 847870"/>
              <a:gd name="connsiteY3-440" fmla="*/ 489971 h 949100"/>
              <a:gd name="connsiteX4-441" fmla="*/ 511818 w 847870"/>
              <a:gd name="connsiteY4-442" fmla="*/ 809560 h 949100"/>
              <a:gd name="connsiteX5-443" fmla="*/ 507052 w 847870"/>
              <a:gd name="connsiteY5-444" fmla="*/ 675824 h 949100"/>
              <a:gd name="connsiteX6-445" fmla="*/ 0 w 847870"/>
              <a:gd name="connsiteY6-446" fmla="*/ 949100 h 949100"/>
              <a:gd name="connsiteX7-447" fmla="*/ 10887 w 847870"/>
              <a:gd name="connsiteY7-448" fmla="*/ 0 h 949100"/>
              <a:gd name="connsiteX0-449" fmla="*/ 10887 w 746270"/>
              <a:gd name="connsiteY0-450" fmla="*/ 0 h 949100"/>
              <a:gd name="connsiteX1-451" fmla="*/ 504105 w 746270"/>
              <a:gd name="connsiteY1-452" fmla="*/ 345395 h 949100"/>
              <a:gd name="connsiteX2-453" fmla="*/ 514037 w 746270"/>
              <a:gd name="connsiteY2-454" fmla="*/ 139902 h 949100"/>
              <a:gd name="connsiteX3-455" fmla="*/ 746270 w 746270"/>
              <a:gd name="connsiteY3-456" fmla="*/ 495051 h 949100"/>
              <a:gd name="connsiteX4-457" fmla="*/ 511818 w 746270"/>
              <a:gd name="connsiteY4-458" fmla="*/ 809560 h 949100"/>
              <a:gd name="connsiteX5-459" fmla="*/ 507052 w 746270"/>
              <a:gd name="connsiteY5-460" fmla="*/ 675824 h 949100"/>
              <a:gd name="connsiteX6-461" fmla="*/ 0 w 746270"/>
              <a:gd name="connsiteY6-462" fmla="*/ 949100 h 949100"/>
              <a:gd name="connsiteX7-463" fmla="*/ 10887 w 746270"/>
              <a:gd name="connsiteY7-464" fmla="*/ 0 h 949100"/>
              <a:gd name="connsiteX0-465" fmla="*/ 10887 w 715790"/>
              <a:gd name="connsiteY0-466" fmla="*/ 0 h 949100"/>
              <a:gd name="connsiteX1-467" fmla="*/ 504105 w 715790"/>
              <a:gd name="connsiteY1-468" fmla="*/ 345395 h 949100"/>
              <a:gd name="connsiteX2-469" fmla="*/ 514037 w 715790"/>
              <a:gd name="connsiteY2-470" fmla="*/ 139902 h 949100"/>
              <a:gd name="connsiteX3-471" fmla="*/ 715790 w 715790"/>
              <a:gd name="connsiteY3-472" fmla="*/ 489971 h 949100"/>
              <a:gd name="connsiteX4-473" fmla="*/ 511818 w 715790"/>
              <a:gd name="connsiteY4-474" fmla="*/ 809560 h 949100"/>
              <a:gd name="connsiteX5-475" fmla="*/ 507052 w 715790"/>
              <a:gd name="connsiteY5-476" fmla="*/ 675824 h 949100"/>
              <a:gd name="connsiteX6-477" fmla="*/ 0 w 715790"/>
              <a:gd name="connsiteY6-478" fmla="*/ 949100 h 949100"/>
              <a:gd name="connsiteX7-479" fmla="*/ 10887 w 715790"/>
              <a:gd name="connsiteY7-480" fmla="*/ 0 h 9491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715790" h="949100">
                <a:moveTo>
                  <a:pt x="10887" y="0"/>
                </a:moveTo>
                <a:cubicBezTo>
                  <a:pt x="175746" y="68943"/>
                  <a:pt x="236738" y="507773"/>
                  <a:pt x="504105" y="345395"/>
                </a:cubicBezTo>
                <a:lnTo>
                  <a:pt x="514037" y="139902"/>
                </a:lnTo>
                <a:lnTo>
                  <a:pt x="715790" y="489971"/>
                </a:lnTo>
                <a:lnTo>
                  <a:pt x="511818" y="809560"/>
                </a:lnTo>
                <a:cubicBezTo>
                  <a:pt x="510760" y="698624"/>
                  <a:pt x="508110" y="786760"/>
                  <a:pt x="507052" y="675824"/>
                </a:cubicBezTo>
                <a:cubicBezTo>
                  <a:pt x="277332" y="443142"/>
                  <a:pt x="168488" y="894671"/>
                  <a:pt x="0" y="949100"/>
                </a:cubicBezTo>
                <a:lnTo>
                  <a:pt x="10887" y="0"/>
                </a:lnTo>
                <a:close/>
              </a:path>
            </a:pathLst>
          </a:custGeom>
          <a:gradFill>
            <a:gsLst>
              <a:gs pos="25840">
                <a:srgbClr val="4989FF">
                  <a:alpha val="14000"/>
                </a:srgbClr>
              </a:gs>
              <a:gs pos="10000">
                <a:srgbClr val="4989FF">
                  <a:alpha val="0"/>
                </a:srgbClr>
              </a:gs>
              <a:gs pos="82000">
                <a:srgbClr val="194FB5"/>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64" name="公众号：康帅PPT3">
            <a:extLst>
              <a:ext uri="{FF2B5EF4-FFF2-40B4-BE49-F238E27FC236}">
                <a16:creationId xmlns:a16="http://schemas.microsoft.com/office/drawing/2014/main" id="{72C663F1-CD19-7A79-A4C9-EFB84A53DD0E}"/>
              </a:ext>
            </a:extLst>
          </p:cNvPr>
          <p:cNvSpPr/>
          <p:nvPr/>
        </p:nvSpPr>
        <p:spPr>
          <a:xfrm>
            <a:off x="403867" y="1556161"/>
            <a:ext cx="8756727" cy="1935103"/>
          </a:xfrm>
          <a:prstGeom prst="roundRect">
            <a:avLst>
              <a:gd name="adj" fmla="val 4313"/>
            </a:avLst>
          </a:prstGeom>
          <a:solidFill>
            <a:schemeClr val="bg1">
              <a:alpha val="46000"/>
            </a:schemeClr>
          </a:solidFill>
          <a:ln w="15875">
            <a:noFill/>
          </a:ln>
          <a:effectLst>
            <a:outerShdw blurRad="190500" dist="127000" dir="5400000" algn="t"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TW" altLang="en-US">
              <a:solidFill>
                <a:srgbClr val="FFFFFF"/>
              </a:solidFill>
              <a:latin typeface="等线" panose="02010600030101010101" charset="-122"/>
              <a:ea typeface="等线" panose="02010600030101010101" charset="-122"/>
            </a:endParaRPr>
          </a:p>
        </p:txBody>
      </p:sp>
      <p:sp>
        <p:nvSpPr>
          <p:cNvPr id="65" name="TextBox 70">
            <a:extLst>
              <a:ext uri="{FF2B5EF4-FFF2-40B4-BE49-F238E27FC236}">
                <a16:creationId xmlns:a16="http://schemas.microsoft.com/office/drawing/2014/main" id="{D08EF9B3-018B-E189-BF26-685D674730B0}"/>
              </a:ext>
            </a:extLst>
          </p:cNvPr>
          <p:cNvSpPr txBox="1">
            <a:spLocks noChangeArrowheads="1"/>
          </p:cNvSpPr>
          <p:nvPr/>
        </p:nvSpPr>
        <p:spPr bwMode="auto">
          <a:xfrm>
            <a:off x="5417170" y="2431881"/>
            <a:ext cx="68" cy="276999"/>
          </a:xfrm>
          <a:prstGeom prst="rect">
            <a:avLst/>
          </a:prstGeom>
          <a:solidFill>
            <a:srgbClr val="FFFF00"/>
          </a:solidFill>
          <a:ln>
            <a:noFill/>
          </a:ln>
        </p:spPr>
        <p:txBody>
          <a:bodyPr wrap="none" lIns="0" tIns="0" rIns="0" bIns="0">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微软雅黑" panose="020B0503020204020204" pitchFamily="34" charset="-122"/>
                <a:ea typeface="微软雅黑" panose="020B0503020204020204" pitchFamily="34" charset="-122"/>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微软雅黑" panose="020B0503020204020204" pitchFamily="34" charset="-122"/>
                <a:ea typeface="微软雅黑" panose="020B0503020204020204" pitchFamily="34" charset="-122"/>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微软雅黑" panose="020B0503020204020204" pitchFamily="34" charset="-122"/>
                <a:ea typeface="微软雅黑" panose="020B0503020204020204" pitchFamily="34" charset="-122"/>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9pPr>
          </a:lstStyle>
          <a:p>
            <a:pPr algn="ctr" eaLnBrk="1" hangingPunct="1">
              <a:spcBef>
                <a:spcPct val="0"/>
              </a:spcBef>
              <a:buClrTx/>
              <a:buSzTx/>
              <a:buFontTx/>
              <a:buNone/>
            </a:pPr>
            <a:endParaRPr lang="zh-CN" altLang="en-US" sz="1800" b="1" dirty="0">
              <a:latin typeface="Times New Roman" panose="02020603050405020304" pitchFamily="18" charset="0"/>
              <a:ea typeface="黑体" panose="02010609060101010101" charset="-122"/>
              <a:cs typeface="Times New Roman" panose="02020603050405020304" pitchFamily="18" charset="0"/>
            </a:endParaRPr>
          </a:p>
        </p:txBody>
      </p:sp>
      <p:sp>
        <p:nvSpPr>
          <p:cNvPr id="66" name="文本框 142">
            <a:extLst>
              <a:ext uri="{FF2B5EF4-FFF2-40B4-BE49-F238E27FC236}">
                <a16:creationId xmlns:a16="http://schemas.microsoft.com/office/drawing/2014/main" id="{373F257B-5710-28FE-0A5D-667D4B5C27C5}"/>
              </a:ext>
            </a:extLst>
          </p:cNvPr>
          <p:cNvSpPr txBox="1"/>
          <p:nvPr/>
        </p:nvSpPr>
        <p:spPr>
          <a:xfrm>
            <a:off x="4289274" y="996412"/>
            <a:ext cx="3493850" cy="2400693"/>
          </a:xfrm>
          <a:prstGeom prst="roundRect">
            <a:avLst>
              <a:gd name="adj" fmla="val 6552"/>
            </a:avLst>
          </a:prstGeom>
          <a:solidFill>
            <a:schemeClr val="bg1">
              <a:alpha val="75000"/>
            </a:schemeClr>
          </a:solidFill>
          <a:ln w="11638" cap="flat" cmpd="sng" algn="ctr">
            <a:solidFill>
              <a:schemeClr val="accent1">
                <a:lumMod val="40000"/>
                <a:lumOff val="60000"/>
              </a:schemeClr>
            </a:solidFill>
            <a:prstDash val="solid"/>
            <a:miter lim="800000"/>
          </a:ln>
          <a:effectLst>
            <a:outerShdw blurRad="102423" dist="55867" dir="5400000" algn="t" rotWithShape="0">
              <a:schemeClr val="accent1">
                <a:alpha val="29000"/>
              </a:schemeClr>
            </a:outerShdw>
          </a:effectLst>
        </p:spPr>
        <p:txBody>
          <a:bodyPr lIns="67040" tIns="33520" rIns="67040" bIns="33520" rtlCol="0" anchor="ctr"/>
          <a:lstStyle>
            <a:defPPr>
              <a:defRPr lang="zh-CN"/>
            </a:defPPr>
            <a:lvl1pPr algn="just">
              <a:defRPr sz="1320" kern="0">
                <a:solidFill>
                  <a:srgbClr val="FFFFFF"/>
                </a:solidFill>
                <a:latin typeface="思源黑体 CN Normal" panose="020B0400000000000000" pitchFamily="34" charset="-122"/>
                <a:ea typeface="思源黑体 CN Normal" panose="020B0400000000000000" pitchFamily="34" charset="-122"/>
              </a:defRPr>
            </a:lvl1pPr>
          </a:lstStyle>
          <a:p>
            <a:endParaRPr lang="en-US" altLang="zh-CN" sz="1100" dirty="0">
              <a:solidFill>
                <a:srgbClr val="0070C0"/>
              </a:solidFill>
              <a:latin typeface="微软雅黑" panose="020B0503020204020204" pitchFamily="34" charset="-122"/>
              <a:ea typeface="微软雅黑" panose="020B0503020204020204" pitchFamily="34" charset="-122"/>
            </a:endParaRPr>
          </a:p>
        </p:txBody>
      </p:sp>
      <p:sp>
        <p:nvSpPr>
          <p:cNvPr id="69" name="文本框 142">
            <a:extLst>
              <a:ext uri="{FF2B5EF4-FFF2-40B4-BE49-F238E27FC236}">
                <a16:creationId xmlns:a16="http://schemas.microsoft.com/office/drawing/2014/main" id="{D5467A6E-CAC3-17FF-98E5-A54633F73712}"/>
              </a:ext>
            </a:extLst>
          </p:cNvPr>
          <p:cNvSpPr txBox="1"/>
          <p:nvPr/>
        </p:nvSpPr>
        <p:spPr>
          <a:xfrm>
            <a:off x="8002205" y="996412"/>
            <a:ext cx="3493850" cy="2384067"/>
          </a:xfrm>
          <a:prstGeom prst="roundRect">
            <a:avLst>
              <a:gd name="adj" fmla="val 6552"/>
            </a:avLst>
          </a:prstGeom>
          <a:solidFill>
            <a:schemeClr val="bg1">
              <a:alpha val="75000"/>
            </a:schemeClr>
          </a:solidFill>
          <a:ln w="11638" cap="flat" cmpd="sng" algn="ctr">
            <a:solidFill>
              <a:schemeClr val="accent1">
                <a:lumMod val="40000"/>
                <a:lumOff val="60000"/>
              </a:schemeClr>
            </a:solidFill>
            <a:prstDash val="solid"/>
            <a:miter lim="800000"/>
          </a:ln>
          <a:effectLst>
            <a:outerShdw blurRad="102423" dist="55867" dir="5400000" algn="t" rotWithShape="0">
              <a:schemeClr val="accent1">
                <a:alpha val="29000"/>
              </a:schemeClr>
            </a:outerShdw>
          </a:effectLst>
        </p:spPr>
        <p:txBody>
          <a:bodyPr lIns="67040" tIns="33520" rIns="67040" bIns="33520" rtlCol="0" anchor="ctr"/>
          <a:lstStyle>
            <a:defPPr>
              <a:defRPr lang="zh-CN"/>
            </a:defPPr>
            <a:lvl1pPr algn="just">
              <a:defRPr sz="1320" kern="0">
                <a:solidFill>
                  <a:srgbClr val="FFFFFF"/>
                </a:solidFill>
                <a:latin typeface="思源黑体 CN Normal" panose="020B0400000000000000" pitchFamily="34" charset="-122"/>
                <a:ea typeface="思源黑体 CN Normal" panose="020B0400000000000000" pitchFamily="34" charset="-122"/>
              </a:defRPr>
            </a:lvl1pPr>
          </a:lstStyle>
          <a:p>
            <a:endParaRPr lang="en-US" altLang="zh-CN" sz="1100" dirty="0">
              <a:solidFill>
                <a:srgbClr val="0070C0"/>
              </a:solidFill>
              <a:latin typeface="微软雅黑" panose="020B0503020204020204" pitchFamily="34" charset="-122"/>
              <a:ea typeface="微软雅黑" panose="020B0503020204020204" pitchFamily="34" charset="-122"/>
            </a:endParaRPr>
          </a:p>
        </p:txBody>
      </p:sp>
      <p:sp>
        <p:nvSpPr>
          <p:cNvPr id="70" name="文本框 69">
            <a:extLst>
              <a:ext uri="{FF2B5EF4-FFF2-40B4-BE49-F238E27FC236}">
                <a16:creationId xmlns:a16="http://schemas.microsoft.com/office/drawing/2014/main" id="{4A7B9AE5-6F94-850B-3DF7-EE41C731E6B3}"/>
              </a:ext>
            </a:extLst>
          </p:cNvPr>
          <p:cNvSpPr txBox="1"/>
          <p:nvPr/>
        </p:nvSpPr>
        <p:spPr>
          <a:xfrm>
            <a:off x="4317782" y="1174015"/>
            <a:ext cx="3409304" cy="1993238"/>
          </a:xfrm>
          <a:prstGeom prst="rect">
            <a:avLst/>
          </a:prstGeom>
          <a:noFill/>
        </p:spPr>
        <p:txBody>
          <a:bodyPr wrap="square">
            <a:spAutoFit/>
          </a:bodyPr>
          <a:lstStyle/>
          <a:p>
            <a:pPr marL="285750" indent="-285750">
              <a:lnSpc>
                <a:spcPct val="150000"/>
              </a:lnSpc>
              <a:buFont typeface="Wingdings" panose="05000000000000000000" pitchFamily="2" charset="2"/>
              <a:buChar char="Ø"/>
            </a:pPr>
            <a:r>
              <a:rPr lang="zh-CN" altLang="en-US" sz="1400" b="0" i="0" dirty="0">
                <a:solidFill>
                  <a:srgbClr val="000000"/>
                </a:solidFill>
                <a:effectLst/>
                <a:latin typeface="思源黑体 CN Medium" panose="020B0600000000000000" pitchFamily="34" charset="-122"/>
                <a:ea typeface="思源黑体 CN Medium" panose="020B0600000000000000" pitchFamily="34" charset="-122"/>
              </a:rPr>
              <a:t>控制算法在进行无约束路径规划时，可能求解出非期望的逆运动学逆解（如低头穿过桌面下方）。这导致机械臂走“桌底路径”，与实验台面发生突发性碰撞，造成气泵软管折断及机械结构刚性损伤。</a:t>
            </a:r>
          </a:p>
        </p:txBody>
      </p:sp>
      <p:sp>
        <p:nvSpPr>
          <p:cNvPr id="73" name="文本框 72">
            <a:extLst>
              <a:ext uri="{FF2B5EF4-FFF2-40B4-BE49-F238E27FC236}">
                <a16:creationId xmlns:a16="http://schemas.microsoft.com/office/drawing/2014/main" id="{4EA22914-FF37-6FB4-F319-0D40237CB9EE}"/>
              </a:ext>
            </a:extLst>
          </p:cNvPr>
          <p:cNvSpPr txBox="1"/>
          <p:nvPr/>
        </p:nvSpPr>
        <p:spPr>
          <a:xfrm>
            <a:off x="8016316" y="1012179"/>
            <a:ext cx="3465625" cy="2316403"/>
          </a:xfrm>
          <a:prstGeom prst="rect">
            <a:avLst/>
          </a:prstGeom>
          <a:noFill/>
        </p:spPr>
        <p:txBody>
          <a:bodyPr wrap="square">
            <a:spAutoFit/>
          </a:bodyPr>
          <a:lstStyle/>
          <a:p>
            <a:pPr marL="285750" indent="-285750">
              <a:lnSpc>
                <a:spcPct val="150000"/>
              </a:lnSpc>
              <a:buFont typeface="Wingdings" panose="05000000000000000000" pitchFamily="2" charset="2"/>
              <a:buChar char="Ø"/>
            </a:pPr>
            <a:r>
              <a:rPr lang="zh-CN" altLang="en-US" sz="1400" dirty="0">
                <a:solidFill>
                  <a:srgbClr val="000000"/>
                </a:solidFill>
                <a:latin typeface="思源黑体 CN Medium" panose="020B0600000000000000" pitchFamily="34" charset="-122"/>
                <a:ea typeface="思源黑体 CN Medium" panose="020B0600000000000000" pitchFamily="34" charset="-122"/>
              </a:rPr>
              <a:t>若棋盘与机械臂的相对拓扑位置未经过严格的运动学逆解覆盖率评估，极易使棋盘边缘点落入工作空间盲区或奇异状态，导致点不可达；同时，在抓取过程中若无法对末端工具坐标系实施全时姿态保持约束，会导致末端执行器倾斜</a:t>
            </a:r>
            <a:endParaRPr lang="zh-CN" altLang="en-US" sz="1400" b="0" i="0" dirty="0">
              <a:solidFill>
                <a:srgbClr val="000000"/>
              </a:solidFill>
              <a:effectLst/>
              <a:latin typeface="思源黑体 CN Medium" panose="020B0600000000000000" pitchFamily="34" charset="-122"/>
              <a:ea typeface="思源黑体 CN Medium" panose="020B0600000000000000" pitchFamily="34" charset="-122"/>
            </a:endParaRPr>
          </a:p>
        </p:txBody>
      </p:sp>
      <p:grpSp>
        <p:nvGrpSpPr>
          <p:cNvPr id="77" name="组合 76">
            <a:extLst>
              <a:ext uri="{FF2B5EF4-FFF2-40B4-BE49-F238E27FC236}">
                <a16:creationId xmlns:a16="http://schemas.microsoft.com/office/drawing/2014/main" id="{E9799907-4A2A-873C-3D92-AC12963C4AB9}"/>
              </a:ext>
            </a:extLst>
          </p:cNvPr>
          <p:cNvGrpSpPr/>
          <p:nvPr/>
        </p:nvGrpSpPr>
        <p:grpSpPr>
          <a:xfrm>
            <a:off x="576338" y="996411"/>
            <a:ext cx="3493850" cy="2443987"/>
            <a:chOff x="576338" y="4764316"/>
            <a:chExt cx="3493850" cy="1686533"/>
          </a:xfrm>
        </p:grpSpPr>
        <p:sp>
          <p:nvSpPr>
            <p:cNvPr id="80" name="文本框 142">
              <a:extLst>
                <a:ext uri="{FF2B5EF4-FFF2-40B4-BE49-F238E27FC236}">
                  <a16:creationId xmlns:a16="http://schemas.microsoft.com/office/drawing/2014/main" id="{B8654545-2E84-7AF9-4132-D5EBC4255140}"/>
                </a:ext>
              </a:extLst>
            </p:cNvPr>
            <p:cNvSpPr txBox="1"/>
            <p:nvPr/>
          </p:nvSpPr>
          <p:spPr>
            <a:xfrm>
              <a:off x="576338" y="4764316"/>
              <a:ext cx="3493850" cy="1662394"/>
            </a:xfrm>
            <a:prstGeom prst="roundRect">
              <a:avLst>
                <a:gd name="adj" fmla="val 6552"/>
              </a:avLst>
            </a:prstGeom>
            <a:solidFill>
              <a:schemeClr val="bg1">
                <a:alpha val="75000"/>
              </a:schemeClr>
            </a:solidFill>
            <a:ln w="11638" cap="flat" cmpd="sng" algn="ctr">
              <a:solidFill>
                <a:schemeClr val="accent1">
                  <a:lumMod val="40000"/>
                  <a:lumOff val="60000"/>
                </a:schemeClr>
              </a:solidFill>
              <a:prstDash val="solid"/>
              <a:miter lim="800000"/>
            </a:ln>
            <a:effectLst>
              <a:outerShdw blurRad="102423" dist="55867" dir="5400000" algn="t" rotWithShape="0">
                <a:schemeClr val="accent1">
                  <a:alpha val="29000"/>
                </a:schemeClr>
              </a:outerShdw>
            </a:effectLst>
          </p:spPr>
          <p:txBody>
            <a:bodyPr lIns="67040" tIns="33520" rIns="67040" bIns="33520" rtlCol="0" anchor="ctr"/>
            <a:lstStyle>
              <a:defPPr>
                <a:defRPr lang="zh-CN"/>
              </a:defPPr>
              <a:lvl1pPr algn="just">
                <a:defRPr sz="1320" kern="0">
                  <a:solidFill>
                    <a:srgbClr val="FFFFFF"/>
                  </a:solidFill>
                  <a:latin typeface="思源黑体 CN Normal" panose="020B0400000000000000" pitchFamily="34" charset="-122"/>
                  <a:ea typeface="思源黑体 CN Normal" panose="020B0400000000000000" pitchFamily="34" charset="-122"/>
                </a:defRPr>
              </a:lvl1pPr>
            </a:lstStyle>
            <a:p>
              <a:endParaRPr lang="en-US" altLang="zh-CN" sz="1100" dirty="0">
                <a:solidFill>
                  <a:srgbClr val="0070C0"/>
                </a:solidFill>
                <a:latin typeface="微软雅黑" panose="020B0503020204020204" pitchFamily="34" charset="-122"/>
                <a:ea typeface="微软雅黑" panose="020B0503020204020204" pitchFamily="34" charset="-122"/>
              </a:endParaRPr>
            </a:p>
          </p:txBody>
        </p:sp>
        <p:sp>
          <p:nvSpPr>
            <p:cNvPr id="86" name="文本框 85">
              <a:extLst>
                <a:ext uri="{FF2B5EF4-FFF2-40B4-BE49-F238E27FC236}">
                  <a16:creationId xmlns:a16="http://schemas.microsoft.com/office/drawing/2014/main" id="{E2B41F87-3CF9-5086-DF89-794C58ECF841}"/>
                </a:ext>
              </a:extLst>
            </p:cNvPr>
            <p:cNvSpPr txBox="1"/>
            <p:nvPr/>
          </p:nvSpPr>
          <p:spPr>
            <a:xfrm>
              <a:off x="576338" y="4874717"/>
              <a:ext cx="3409304" cy="1576132"/>
            </a:xfrm>
            <a:prstGeom prst="rect">
              <a:avLst/>
            </a:prstGeom>
            <a:noFill/>
          </p:spPr>
          <p:txBody>
            <a:bodyPr wrap="square">
              <a:spAutoFit/>
            </a:bodyPr>
            <a:lstStyle/>
            <a:p>
              <a:pPr marL="285750" indent="-285750">
                <a:lnSpc>
                  <a:spcPct val="150000"/>
                </a:lnSpc>
                <a:buFont typeface="Wingdings" panose="05000000000000000000" pitchFamily="2" charset="2"/>
                <a:buChar char="Ø"/>
              </a:pPr>
              <a:r>
                <a:rPr lang="zh-CN" altLang="en-US" sz="1200" dirty="0">
                  <a:solidFill>
                    <a:srgbClr val="000000"/>
                  </a:solidFill>
                  <a:latin typeface="思源黑体 CN Medium" panose="020B0600000000000000" pitchFamily="34" charset="-122"/>
                  <a:ea typeface="思源黑体 CN Medium" panose="020B0600000000000000" pitchFamily="34" charset="-122"/>
                </a:rPr>
                <a:t>伺服电机缺乏硬件限位与多圈绝对值编码器，在系统断电或人工拖动归零后，关节易发生跨周期的超程旋转（超越 </a:t>
              </a:r>
              <a:r>
                <a:rPr lang="en-US" altLang="zh-CN" sz="1200" dirty="0">
                  <a:solidFill>
                    <a:srgbClr val="000000"/>
                  </a:solidFill>
                  <a:latin typeface="思源黑体 CN Medium" panose="020B0600000000000000" pitchFamily="34" charset="-122"/>
                  <a:ea typeface="思源黑体 CN Medium" panose="020B0600000000000000" pitchFamily="34" charset="-122"/>
                </a:rPr>
                <a:t>360</a:t>
              </a:r>
              <a:r>
                <a:rPr lang="zh-CN" altLang="en-US" sz="1200" dirty="0">
                  <a:solidFill>
                    <a:srgbClr val="000000"/>
                  </a:solidFill>
                  <a:latin typeface="思源黑体 CN Medium" panose="020B0600000000000000" pitchFamily="34" charset="-122"/>
                  <a:ea typeface="思源黑体 CN Medium" panose="020B0600000000000000" pitchFamily="34" charset="-122"/>
                </a:rPr>
                <a:t>度）。这导致单圈编码器产生同相角位置模糊，引发零位漂移；在逆运动学求解时，控制算法常规划出跨周期的寻零路径，导致机械臂在物理空间内过度缠绕并发生关节死锁。</a:t>
              </a:r>
              <a:endParaRPr lang="zh-CN" altLang="en-US" sz="1200" b="1" dirty="0">
                <a:solidFill>
                  <a:srgbClr val="C00000"/>
                </a:solidFill>
                <a:latin typeface="思源黑体 CN Medium" panose="020B0600000000000000" pitchFamily="34" charset="-122"/>
                <a:ea typeface="思源黑体 CN Medium" panose="020B0600000000000000" pitchFamily="34" charset="-122"/>
              </a:endParaRPr>
            </a:p>
          </p:txBody>
        </p:sp>
      </p:grpSp>
      <p:pic>
        <p:nvPicPr>
          <p:cNvPr id="6" name="图片 5" descr="图片包含 人, 室内, 女人, 用&#10;&#10;描述已自动生成">
            <a:extLst>
              <a:ext uri="{FF2B5EF4-FFF2-40B4-BE49-F238E27FC236}">
                <a16:creationId xmlns:a16="http://schemas.microsoft.com/office/drawing/2014/main" id="{068E4B41-A12A-DCC6-F44F-BD8539A798D4}"/>
              </a:ext>
            </a:extLst>
          </p:cNvPr>
          <p:cNvPicPr>
            <a:picLocks noChangeAspect="1"/>
          </p:cNvPicPr>
          <p:nvPr/>
        </p:nvPicPr>
        <p:blipFill>
          <a:blip r:embed="rId3">
            <a:extLst>
              <a:ext uri="{28A0092B-C50C-407E-A947-70E740481C1C}">
                <a14:useLocalDpi xmlns:a14="http://schemas.microsoft.com/office/drawing/2010/main" val="0"/>
              </a:ext>
            </a:extLst>
          </a:blip>
          <a:srcRect l="35706" t="27408" r="18890" b="28148"/>
          <a:stretch/>
        </p:blipFill>
        <p:spPr>
          <a:xfrm>
            <a:off x="4924007" y="3246228"/>
            <a:ext cx="2335393" cy="3048000"/>
          </a:xfrm>
          <a:prstGeom prst="rect">
            <a:avLst/>
          </a:prstGeom>
        </p:spPr>
      </p:pic>
    </p:spTree>
    <p:extLst>
      <p:ext uri="{BB962C8B-B14F-4D97-AF65-F5344CB8AC3E}">
        <p14:creationId xmlns:p14="http://schemas.microsoft.com/office/powerpoint/2010/main" val="2581821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A595A-7215-95E5-CCF4-57551419CF94}"/>
            </a:ext>
          </a:extLst>
        </p:cNvPr>
        <p:cNvGrpSpPr/>
        <p:nvPr/>
      </p:nvGrpSpPr>
      <p:grpSpPr>
        <a:xfrm>
          <a:off x="0" y="0"/>
          <a:ext cx="0" cy="0"/>
          <a:chOff x="0" y="0"/>
          <a:chExt cx="0" cy="0"/>
        </a:xfrm>
      </p:grpSpPr>
      <p:sp>
        <p:nvSpPr>
          <p:cNvPr id="24" name="圆角矩形 119">
            <a:extLst>
              <a:ext uri="{FF2B5EF4-FFF2-40B4-BE49-F238E27FC236}">
                <a16:creationId xmlns:a16="http://schemas.microsoft.com/office/drawing/2014/main" id="{6CF4BD3A-8182-43AA-CF0E-F40ADC7DDC49}"/>
              </a:ext>
            </a:extLst>
          </p:cNvPr>
          <p:cNvSpPr/>
          <p:nvPr/>
        </p:nvSpPr>
        <p:spPr>
          <a:xfrm>
            <a:off x="493679" y="1678126"/>
            <a:ext cx="3613865" cy="4720226"/>
          </a:xfrm>
          <a:prstGeom prst="roundRect">
            <a:avLst>
              <a:gd name="adj" fmla="val 0"/>
            </a:avLst>
          </a:prstGeom>
          <a:solidFill>
            <a:schemeClr val="accent5">
              <a:lumMod val="20000"/>
              <a:lumOff val="80000"/>
              <a:alpha val="23000"/>
            </a:schemeClr>
          </a:solidFill>
          <a:ln w="12700">
            <a:solidFill>
              <a:schemeClr val="accent1">
                <a:lumMod val="60000"/>
                <a:lumOff val="40000"/>
                <a:alpha val="45000"/>
              </a:schemeClr>
            </a:solidFill>
            <a:prstDash val="solid"/>
          </a:ln>
          <a:effectLst>
            <a:outerShdw blurRad="101600" sx="101000" sy="101000" algn="ctr" rotWithShape="0">
              <a:schemeClr val="accent1">
                <a:lumMod val="20000"/>
                <a:lumOff val="80000"/>
                <a:alpha val="2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400" b="0" i="0" u="none" strike="noStrike" kern="1200" cap="none" spc="0" normalizeH="0" baseline="0" noProof="0" dirty="0">
              <a:ln>
                <a:noFill/>
              </a:ln>
              <a:solidFill>
                <a:srgbClr val="E7E6E6">
                  <a:lumMod val="25000"/>
                </a:srgbClr>
              </a:solidFill>
              <a:effectLst/>
              <a:uLnTx/>
              <a:uFillTx/>
              <a:latin typeface="微软雅黑" panose="020B0503020204020204" pitchFamily="34" charset="-122"/>
              <a:ea typeface="微软雅黑" panose="020B0503020204020204" pitchFamily="34" charset="-122"/>
              <a:cs typeface="+mn-cs"/>
            </a:endParaRPr>
          </a:p>
        </p:txBody>
      </p:sp>
      <p:sp>
        <p:nvSpPr>
          <p:cNvPr id="25" name="矩形: 圆顶角 24">
            <a:extLst>
              <a:ext uri="{FF2B5EF4-FFF2-40B4-BE49-F238E27FC236}">
                <a16:creationId xmlns:a16="http://schemas.microsoft.com/office/drawing/2014/main" id="{6194D6A8-27F1-1F1C-42E0-990810DF7394}"/>
              </a:ext>
            </a:extLst>
          </p:cNvPr>
          <p:cNvSpPr/>
          <p:nvPr/>
        </p:nvSpPr>
        <p:spPr>
          <a:xfrm>
            <a:off x="493680" y="1121346"/>
            <a:ext cx="3613865" cy="482743"/>
          </a:xfrm>
          <a:prstGeom prst="round2SameRect">
            <a:avLst>
              <a:gd name="adj1" fmla="val 13359"/>
              <a:gd name="adj2" fmla="val 0"/>
            </a:avLst>
          </a:prstGeom>
          <a:gradFill flip="none" rotWithShape="1">
            <a:gsLst>
              <a:gs pos="0">
                <a:srgbClr val="0D5DBD"/>
              </a:gs>
              <a:gs pos="100000">
                <a:srgbClr val="0D4F9D"/>
              </a:gs>
            </a:gsLst>
            <a:lin ang="5400000" scaled="1"/>
            <a:tileRect/>
          </a:gradFill>
          <a:ln w="12700" cap="flat" cmpd="sng" algn="ctr">
            <a:noFill/>
            <a:prstDash val="solid"/>
            <a:miter lim="800000"/>
          </a:ln>
          <a:effectLst/>
        </p:spPr>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kern="0">
              <a:solidFill>
                <a:srgbClr val="FFFFFF"/>
              </a:solidFill>
              <a:latin typeface="Arial" panose="020B0604020202020204"/>
              <a:ea typeface="宋体" panose="02010600030101010101" pitchFamily="2" charset="-122"/>
              <a:sym typeface="+mn-lt"/>
            </a:endParaRPr>
          </a:p>
        </p:txBody>
      </p:sp>
      <p:sp>
        <p:nvSpPr>
          <p:cNvPr id="26" name="文本框 70">
            <a:extLst>
              <a:ext uri="{FF2B5EF4-FFF2-40B4-BE49-F238E27FC236}">
                <a16:creationId xmlns:a16="http://schemas.microsoft.com/office/drawing/2014/main" id="{1D9C0C5E-6C23-81A0-30D0-5A8A09A65B1D}"/>
              </a:ext>
            </a:extLst>
          </p:cNvPr>
          <p:cNvSpPr txBox="1"/>
          <p:nvPr/>
        </p:nvSpPr>
        <p:spPr>
          <a:xfrm>
            <a:off x="580572" y="1161930"/>
            <a:ext cx="3454400" cy="400110"/>
          </a:xfrm>
          <a:prstGeom prst="rect">
            <a:avLst/>
          </a:prstGeom>
          <a:noFill/>
        </p:spPr>
        <p:txBody>
          <a:bodyPr wrap="square" rtlCol="0" anchor="ctr" anchorCtr="1">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2000" b="1" i="0" u="none" strike="noStrike" kern="1200" cap="none" spc="0" normalizeH="0" baseline="0" noProof="0" dirty="0">
                <a:ln>
                  <a:noFill/>
                </a:ln>
                <a:solidFill>
                  <a:srgbClr val="FFFFFF"/>
                </a:solidFill>
                <a:effectLst/>
                <a:uLnTx/>
                <a:uFillTx/>
                <a:latin typeface="思源黑体 CN Bold" panose="020B0800000000000000" pitchFamily="34" charset="-122"/>
                <a:ea typeface="思源黑体 CN Bold" panose="020B0800000000000000" pitchFamily="34" charset="-122"/>
              </a:rPr>
              <a:t>棋子</a:t>
            </a:r>
          </a:p>
        </p:txBody>
      </p:sp>
      <p:sp>
        <p:nvSpPr>
          <p:cNvPr id="35" name="圆角矩形 172">
            <a:extLst>
              <a:ext uri="{FF2B5EF4-FFF2-40B4-BE49-F238E27FC236}">
                <a16:creationId xmlns:a16="http://schemas.microsoft.com/office/drawing/2014/main" id="{CFB356ED-A686-E44B-A853-7B6F4717F34C}"/>
              </a:ext>
            </a:extLst>
          </p:cNvPr>
          <p:cNvSpPr/>
          <p:nvPr/>
        </p:nvSpPr>
        <p:spPr>
          <a:xfrm>
            <a:off x="648424" y="1821559"/>
            <a:ext cx="3327754" cy="2423869"/>
          </a:xfrm>
          <a:prstGeom prst="roundRect">
            <a:avLst>
              <a:gd name="adj" fmla="val 6397"/>
            </a:avLst>
          </a:prstGeom>
          <a:gradFill flip="none" rotWithShape="1">
            <a:gsLst>
              <a:gs pos="100000">
                <a:schemeClr val="accent1">
                  <a:lumMod val="20000"/>
                  <a:lumOff val="80000"/>
                  <a:alpha val="0"/>
                </a:schemeClr>
              </a:gs>
              <a:gs pos="0">
                <a:srgbClr val="0070C0">
                  <a:alpha val="20000"/>
                </a:srgbClr>
              </a:gs>
            </a:gsLst>
            <a:lin ang="5400000" scaled="1"/>
            <a:tileRect/>
          </a:gradFill>
          <a:ln w="12700">
            <a:gradFill flip="none" rotWithShape="1">
              <a:gsLst>
                <a:gs pos="0">
                  <a:srgbClr val="0070C0">
                    <a:alpha val="0"/>
                  </a:srgbClr>
                </a:gs>
                <a:gs pos="100000">
                  <a:srgbClr val="0070C0"/>
                </a:gs>
              </a:gsLst>
              <a:lin ang="16200000" scaled="1"/>
              <a:tileRect/>
            </a:gra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sz="1600" dirty="0">
              <a:solidFill>
                <a:srgbClr val="FFFFFF"/>
              </a:solidFill>
              <a:latin typeface="微软雅黑" panose="020B0503020204020204" pitchFamily="34" charset="-122"/>
              <a:ea typeface="微软雅黑" panose="020B0503020204020204" pitchFamily="34" charset="-122"/>
            </a:endParaRPr>
          </a:p>
        </p:txBody>
      </p:sp>
      <p:sp>
        <p:nvSpPr>
          <p:cNvPr id="42" name="圆角矩形 119">
            <a:extLst>
              <a:ext uri="{FF2B5EF4-FFF2-40B4-BE49-F238E27FC236}">
                <a16:creationId xmlns:a16="http://schemas.microsoft.com/office/drawing/2014/main" id="{B9470771-86B8-34C1-4647-FDFA8ADEF7EF}"/>
              </a:ext>
            </a:extLst>
          </p:cNvPr>
          <p:cNvSpPr/>
          <p:nvPr/>
        </p:nvSpPr>
        <p:spPr>
          <a:xfrm>
            <a:off x="4253783" y="1697797"/>
            <a:ext cx="3613865" cy="4720226"/>
          </a:xfrm>
          <a:prstGeom prst="roundRect">
            <a:avLst>
              <a:gd name="adj" fmla="val 0"/>
            </a:avLst>
          </a:prstGeom>
          <a:solidFill>
            <a:schemeClr val="accent5">
              <a:lumMod val="20000"/>
              <a:lumOff val="80000"/>
              <a:alpha val="23000"/>
            </a:schemeClr>
          </a:solidFill>
          <a:ln w="12700">
            <a:solidFill>
              <a:schemeClr val="accent1">
                <a:lumMod val="60000"/>
                <a:lumOff val="40000"/>
                <a:alpha val="45000"/>
              </a:schemeClr>
            </a:solidFill>
            <a:prstDash val="solid"/>
          </a:ln>
          <a:effectLst>
            <a:outerShdw blurRad="101600" sx="101000" sy="101000" algn="ctr" rotWithShape="0">
              <a:schemeClr val="accent1">
                <a:lumMod val="20000"/>
                <a:lumOff val="80000"/>
                <a:alpha val="2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400" b="0" i="0" u="none" strike="noStrike" kern="1200" cap="none" spc="0" normalizeH="0" baseline="0" noProof="0" dirty="0">
              <a:ln>
                <a:noFill/>
              </a:ln>
              <a:solidFill>
                <a:srgbClr val="E7E6E6">
                  <a:lumMod val="25000"/>
                </a:srgbClr>
              </a:solidFill>
              <a:effectLst/>
              <a:uLnTx/>
              <a:uFillTx/>
              <a:latin typeface="微软雅黑" panose="020B0503020204020204" pitchFamily="34" charset="-122"/>
              <a:ea typeface="微软雅黑" panose="020B0503020204020204" pitchFamily="34" charset="-122"/>
              <a:cs typeface="+mn-cs"/>
            </a:endParaRPr>
          </a:p>
        </p:txBody>
      </p:sp>
      <p:sp>
        <p:nvSpPr>
          <p:cNvPr id="43" name="矩形: 圆顶角 42">
            <a:extLst>
              <a:ext uri="{FF2B5EF4-FFF2-40B4-BE49-F238E27FC236}">
                <a16:creationId xmlns:a16="http://schemas.microsoft.com/office/drawing/2014/main" id="{7A658E01-B99E-7CB6-24CC-55F8745F25BD}"/>
              </a:ext>
            </a:extLst>
          </p:cNvPr>
          <p:cNvSpPr/>
          <p:nvPr/>
        </p:nvSpPr>
        <p:spPr>
          <a:xfrm>
            <a:off x="4253784" y="1141017"/>
            <a:ext cx="3613865" cy="482743"/>
          </a:xfrm>
          <a:prstGeom prst="round2SameRect">
            <a:avLst>
              <a:gd name="adj1" fmla="val 13359"/>
              <a:gd name="adj2" fmla="val 0"/>
            </a:avLst>
          </a:prstGeom>
          <a:gradFill flip="none" rotWithShape="1">
            <a:gsLst>
              <a:gs pos="0">
                <a:srgbClr val="0D5DBD"/>
              </a:gs>
              <a:gs pos="100000">
                <a:srgbClr val="0D4F9D"/>
              </a:gs>
            </a:gsLst>
            <a:lin ang="5400000" scaled="1"/>
            <a:tileRect/>
          </a:gradFill>
          <a:ln w="12700" cap="flat" cmpd="sng" algn="ctr">
            <a:noFill/>
            <a:prstDash val="solid"/>
            <a:miter lim="800000"/>
          </a:ln>
          <a:effectLst/>
        </p:spPr>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kern="0">
              <a:solidFill>
                <a:srgbClr val="FFFFFF"/>
              </a:solidFill>
              <a:latin typeface="Arial" panose="020B0604020202020204"/>
              <a:ea typeface="宋体" panose="02010600030101010101" pitchFamily="2" charset="-122"/>
              <a:sym typeface="+mn-lt"/>
            </a:endParaRPr>
          </a:p>
        </p:txBody>
      </p:sp>
      <p:sp>
        <p:nvSpPr>
          <p:cNvPr id="44" name="文本框 70">
            <a:extLst>
              <a:ext uri="{FF2B5EF4-FFF2-40B4-BE49-F238E27FC236}">
                <a16:creationId xmlns:a16="http://schemas.microsoft.com/office/drawing/2014/main" id="{F8892E40-C729-C072-A1D1-A84C05DC66FF}"/>
              </a:ext>
            </a:extLst>
          </p:cNvPr>
          <p:cNvSpPr txBox="1"/>
          <p:nvPr/>
        </p:nvSpPr>
        <p:spPr>
          <a:xfrm>
            <a:off x="4230914" y="1181601"/>
            <a:ext cx="3635829" cy="400110"/>
          </a:xfrm>
          <a:prstGeom prst="rect">
            <a:avLst/>
          </a:prstGeom>
          <a:noFill/>
        </p:spPr>
        <p:txBody>
          <a:bodyPr wrap="square" rtlCol="0" anchor="ctr" anchorCtr="1">
            <a:spAutoFit/>
          </a:bodyPr>
          <a:lstStyle>
            <a:defPPr>
              <a:defRPr lang="zh-CN"/>
            </a:defPPr>
            <a:lvl1pPr marR="0" lvl="0" indent="0" algn="ctr" fontAlgn="auto">
              <a:lnSpc>
                <a:spcPct val="100000"/>
              </a:lnSpc>
              <a:spcBef>
                <a:spcPts val="0"/>
              </a:spcBef>
              <a:spcAft>
                <a:spcPts val="0"/>
              </a:spcAft>
              <a:buClrTx/>
              <a:buSzTx/>
              <a:buFontTx/>
              <a:buNone/>
              <a:defRPr kumimoji="1" sz="2000" b="1" i="0" u="none" strike="noStrike" cap="none" spc="0" normalizeH="0" baseline="0">
                <a:ln>
                  <a:noFill/>
                </a:ln>
                <a:solidFill>
                  <a:srgbClr val="FFFFFF"/>
                </a:solidFill>
                <a:effectLst/>
                <a:uLnTx/>
                <a:uFillTx/>
                <a:latin typeface="思源黑体 CN Bold" panose="020B0800000000000000" pitchFamily="34" charset="-122"/>
                <a:ea typeface="思源黑体 CN Bold" panose="020B0800000000000000" pitchFamily="34" charset="-122"/>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t>末端执行器连接件</a:t>
            </a:r>
          </a:p>
        </p:txBody>
      </p:sp>
      <p:sp>
        <p:nvSpPr>
          <p:cNvPr id="45" name="圆角矩形 172">
            <a:extLst>
              <a:ext uri="{FF2B5EF4-FFF2-40B4-BE49-F238E27FC236}">
                <a16:creationId xmlns:a16="http://schemas.microsoft.com/office/drawing/2014/main" id="{F2B009DF-D8C7-9B73-1B20-16B31136A711}"/>
              </a:ext>
            </a:extLst>
          </p:cNvPr>
          <p:cNvSpPr/>
          <p:nvPr/>
        </p:nvSpPr>
        <p:spPr>
          <a:xfrm>
            <a:off x="4408528" y="1841230"/>
            <a:ext cx="3327754" cy="2423869"/>
          </a:xfrm>
          <a:prstGeom prst="roundRect">
            <a:avLst>
              <a:gd name="adj" fmla="val 6397"/>
            </a:avLst>
          </a:prstGeom>
          <a:gradFill flip="none" rotWithShape="1">
            <a:gsLst>
              <a:gs pos="100000">
                <a:schemeClr val="accent1">
                  <a:lumMod val="20000"/>
                  <a:lumOff val="80000"/>
                  <a:alpha val="0"/>
                </a:schemeClr>
              </a:gs>
              <a:gs pos="0">
                <a:srgbClr val="0070C0">
                  <a:alpha val="20000"/>
                </a:srgbClr>
              </a:gs>
            </a:gsLst>
            <a:lin ang="5400000" scaled="1"/>
            <a:tileRect/>
          </a:gradFill>
          <a:ln w="12700">
            <a:gradFill flip="none" rotWithShape="1">
              <a:gsLst>
                <a:gs pos="0">
                  <a:srgbClr val="0070C0">
                    <a:alpha val="0"/>
                  </a:srgbClr>
                </a:gs>
                <a:gs pos="100000">
                  <a:srgbClr val="0070C0"/>
                </a:gs>
              </a:gsLst>
              <a:lin ang="16200000" scaled="1"/>
              <a:tileRect/>
            </a:gra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sz="1600" dirty="0">
              <a:solidFill>
                <a:srgbClr val="FFFFFF"/>
              </a:solidFill>
              <a:latin typeface="微软雅黑" panose="020B0503020204020204" pitchFamily="34" charset="-122"/>
              <a:ea typeface="微软雅黑" panose="020B0503020204020204" pitchFamily="34" charset="-122"/>
            </a:endParaRPr>
          </a:p>
        </p:txBody>
      </p:sp>
      <p:sp>
        <p:nvSpPr>
          <p:cNvPr id="50" name="圆角矩形 119">
            <a:extLst>
              <a:ext uri="{FF2B5EF4-FFF2-40B4-BE49-F238E27FC236}">
                <a16:creationId xmlns:a16="http://schemas.microsoft.com/office/drawing/2014/main" id="{EA868255-A4C0-3A5A-90B8-A96799B1FA9D}"/>
              </a:ext>
            </a:extLst>
          </p:cNvPr>
          <p:cNvSpPr/>
          <p:nvPr/>
        </p:nvSpPr>
        <p:spPr>
          <a:xfrm>
            <a:off x="8037266" y="1697797"/>
            <a:ext cx="3613865" cy="4720226"/>
          </a:xfrm>
          <a:prstGeom prst="roundRect">
            <a:avLst>
              <a:gd name="adj" fmla="val 0"/>
            </a:avLst>
          </a:prstGeom>
          <a:solidFill>
            <a:schemeClr val="accent5">
              <a:lumMod val="20000"/>
              <a:lumOff val="80000"/>
              <a:alpha val="23000"/>
            </a:schemeClr>
          </a:solidFill>
          <a:ln w="12700">
            <a:solidFill>
              <a:schemeClr val="accent1">
                <a:lumMod val="60000"/>
                <a:lumOff val="40000"/>
                <a:alpha val="45000"/>
              </a:schemeClr>
            </a:solidFill>
            <a:prstDash val="solid"/>
          </a:ln>
          <a:effectLst>
            <a:outerShdw blurRad="101600" sx="101000" sy="101000" algn="ctr" rotWithShape="0">
              <a:schemeClr val="accent1">
                <a:lumMod val="20000"/>
                <a:lumOff val="80000"/>
                <a:alpha val="2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400" b="0" i="0" u="none" strike="noStrike" kern="1200" cap="none" spc="0" normalizeH="0" baseline="0" noProof="0" dirty="0">
              <a:ln>
                <a:noFill/>
              </a:ln>
              <a:solidFill>
                <a:srgbClr val="E7E6E6">
                  <a:lumMod val="25000"/>
                </a:srgbClr>
              </a:solidFill>
              <a:effectLst/>
              <a:uLnTx/>
              <a:uFillTx/>
              <a:latin typeface="微软雅黑" panose="020B0503020204020204" pitchFamily="34" charset="-122"/>
              <a:ea typeface="微软雅黑" panose="020B0503020204020204" pitchFamily="34" charset="-122"/>
              <a:cs typeface="+mn-cs"/>
            </a:endParaRPr>
          </a:p>
        </p:txBody>
      </p:sp>
      <p:sp>
        <p:nvSpPr>
          <p:cNvPr id="51" name="矩形: 圆顶角 50">
            <a:extLst>
              <a:ext uri="{FF2B5EF4-FFF2-40B4-BE49-F238E27FC236}">
                <a16:creationId xmlns:a16="http://schemas.microsoft.com/office/drawing/2014/main" id="{DD02957E-4740-4577-E752-963A72814537}"/>
              </a:ext>
            </a:extLst>
          </p:cNvPr>
          <p:cNvSpPr/>
          <p:nvPr/>
        </p:nvSpPr>
        <p:spPr>
          <a:xfrm>
            <a:off x="8037267" y="1141017"/>
            <a:ext cx="3613865" cy="482743"/>
          </a:xfrm>
          <a:prstGeom prst="round2SameRect">
            <a:avLst>
              <a:gd name="adj1" fmla="val 13359"/>
              <a:gd name="adj2" fmla="val 0"/>
            </a:avLst>
          </a:prstGeom>
          <a:gradFill flip="none" rotWithShape="1">
            <a:gsLst>
              <a:gs pos="0">
                <a:srgbClr val="0D5DBD"/>
              </a:gs>
              <a:gs pos="100000">
                <a:srgbClr val="0D4F9D"/>
              </a:gs>
            </a:gsLst>
            <a:lin ang="5400000" scaled="1"/>
            <a:tileRect/>
          </a:gradFill>
          <a:ln w="12700" cap="flat" cmpd="sng" algn="ctr">
            <a:noFill/>
            <a:prstDash val="solid"/>
            <a:miter lim="800000"/>
          </a:ln>
          <a:effectLst/>
        </p:spPr>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kern="0">
              <a:solidFill>
                <a:srgbClr val="FFFFFF"/>
              </a:solidFill>
              <a:latin typeface="Arial" panose="020B0604020202020204"/>
              <a:ea typeface="宋体" panose="02010600030101010101" pitchFamily="2" charset="-122"/>
              <a:sym typeface="+mn-lt"/>
            </a:endParaRPr>
          </a:p>
        </p:txBody>
      </p:sp>
      <p:sp>
        <p:nvSpPr>
          <p:cNvPr id="52" name="文本框 70">
            <a:extLst>
              <a:ext uri="{FF2B5EF4-FFF2-40B4-BE49-F238E27FC236}">
                <a16:creationId xmlns:a16="http://schemas.microsoft.com/office/drawing/2014/main" id="{D0E4955D-D4C8-1140-0DE1-27CF19E8A9D0}"/>
              </a:ext>
            </a:extLst>
          </p:cNvPr>
          <p:cNvSpPr txBox="1"/>
          <p:nvPr/>
        </p:nvSpPr>
        <p:spPr>
          <a:xfrm>
            <a:off x="8055429" y="1181601"/>
            <a:ext cx="3599541" cy="400110"/>
          </a:xfrm>
          <a:prstGeom prst="rect">
            <a:avLst/>
          </a:prstGeom>
          <a:noFill/>
        </p:spPr>
        <p:txBody>
          <a:bodyPr wrap="square" rtlCol="0" anchor="ctr" anchorCtr="1">
            <a:spAutoFit/>
          </a:bodyPr>
          <a:lstStyle>
            <a:defPPr>
              <a:defRPr lang="zh-CN"/>
            </a:defPPr>
            <a:lvl1pPr marR="0" lvl="0" indent="0" algn="ctr" fontAlgn="auto">
              <a:lnSpc>
                <a:spcPct val="100000"/>
              </a:lnSpc>
              <a:spcBef>
                <a:spcPts val="0"/>
              </a:spcBef>
              <a:spcAft>
                <a:spcPts val="0"/>
              </a:spcAft>
              <a:buClrTx/>
              <a:buSzTx/>
              <a:buFontTx/>
              <a:buNone/>
              <a:defRPr kumimoji="1" sz="2000" b="1" i="0" u="none" strike="noStrike" cap="none" spc="0" normalizeH="0" baseline="0">
                <a:ln>
                  <a:noFill/>
                </a:ln>
                <a:solidFill>
                  <a:srgbClr val="FFFFFF"/>
                </a:solidFill>
                <a:effectLst/>
                <a:uLnTx/>
                <a:uFillTx/>
                <a:latin typeface="思源黑体 CN Bold" panose="020B0800000000000000" pitchFamily="34" charset="-122"/>
                <a:ea typeface="思源黑体 CN Bold" panose="020B0800000000000000" pitchFamily="34" charset="-122"/>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t>实物展示</a:t>
            </a:r>
          </a:p>
        </p:txBody>
      </p:sp>
      <p:sp>
        <p:nvSpPr>
          <p:cNvPr id="53" name="圆角矩形 172">
            <a:extLst>
              <a:ext uri="{FF2B5EF4-FFF2-40B4-BE49-F238E27FC236}">
                <a16:creationId xmlns:a16="http://schemas.microsoft.com/office/drawing/2014/main" id="{2A18CAE6-7C95-7574-A899-DB9054CCC3E5}"/>
              </a:ext>
            </a:extLst>
          </p:cNvPr>
          <p:cNvSpPr/>
          <p:nvPr/>
        </p:nvSpPr>
        <p:spPr>
          <a:xfrm>
            <a:off x="8192011" y="1841230"/>
            <a:ext cx="3327754" cy="2423869"/>
          </a:xfrm>
          <a:prstGeom prst="roundRect">
            <a:avLst>
              <a:gd name="adj" fmla="val 6397"/>
            </a:avLst>
          </a:prstGeom>
          <a:gradFill flip="none" rotWithShape="1">
            <a:gsLst>
              <a:gs pos="100000">
                <a:schemeClr val="accent1">
                  <a:lumMod val="20000"/>
                  <a:lumOff val="80000"/>
                  <a:alpha val="0"/>
                </a:schemeClr>
              </a:gs>
              <a:gs pos="0">
                <a:srgbClr val="0070C0">
                  <a:alpha val="20000"/>
                </a:srgbClr>
              </a:gs>
            </a:gsLst>
            <a:lin ang="5400000" scaled="1"/>
            <a:tileRect/>
          </a:gradFill>
          <a:ln w="12700">
            <a:gradFill flip="none" rotWithShape="1">
              <a:gsLst>
                <a:gs pos="0">
                  <a:srgbClr val="0070C0">
                    <a:alpha val="0"/>
                  </a:srgbClr>
                </a:gs>
                <a:gs pos="100000">
                  <a:srgbClr val="0070C0"/>
                </a:gs>
              </a:gsLst>
              <a:lin ang="16200000" scaled="1"/>
              <a:tileRect/>
            </a:gra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sz="1600" dirty="0">
              <a:solidFill>
                <a:srgbClr val="FFFFFF"/>
              </a:solidFill>
              <a:latin typeface="微软雅黑" panose="020B0503020204020204" pitchFamily="34" charset="-122"/>
              <a:ea typeface="微软雅黑" panose="020B0503020204020204" pitchFamily="34" charset="-122"/>
            </a:endParaRPr>
          </a:p>
        </p:txBody>
      </p:sp>
      <p:sp>
        <p:nvSpPr>
          <p:cNvPr id="2" name="公众号：康帅PPT5-2">
            <a:extLst>
              <a:ext uri="{FF2B5EF4-FFF2-40B4-BE49-F238E27FC236}">
                <a16:creationId xmlns:a16="http://schemas.microsoft.com/office/drawing/2014/main" id="{81173B09-098A-739B-ED91-BE29938D6EFC}"/>
              </a:ext>
            </a:extLst>
          </p:cNvPr>
          <p:cNvSpPr/>
          <p:nvPr/>
        </p:nvSpPr>
        <p:spPr>
          <a:xfrm>
            <a:off x="0" y="609930"/>
            <a:ext cx="12276000" cy="36000"/>
          </a:xfrm>
          <a:prstGeom prst="rect">
            <a:avLst/>
          </a:prstGeom>
          <a:gradFill flip="none" rotWithShape="1">
            <a:gsLst>
              <a:gs pos="100000">
                <a:srgbClr val="0D4F9D"/>
              </a:gs>
              <a:gs pos="2000">
                <a:srgbClr val="0D5DBD"/>
              </a:gs>
            </a:gsLst>
            <a:path path="circle">
              <a:fillToRect r="100000" b="100000"/>
            </a:path>
            <a:tileRect l="-100000" t="-100000"/>
          </a:gradFill>
          <a:ln w="12700" cap="flat" cmpd="sng" algn="ctr">
            <a:noFill/>
            <a:prstDash val="solid"/>
            <a:miter lim="800000"/>
          </a:ln>
          <a:effectLst>
            <a:outerShdw blurRad="50800" dist="38100" dir="2700000" algn="tl" rotWithShape="0">
              <a:schemeClr val="accent5">
                <a:lumMod val="20000"/>
                <a:lumOff val="80000"/>
                <a:alpha val="40000"/>
              </a:schemeClr>
            </a:outerShdw>
          </a:effectLst>
          <a:scene3d>
            <a:camera prst="orthographicFront"/>
            <a:lightRig rig="contrasting" dir="t"/>
          </a:scene3d>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sz="2000" kern="0">
              <a:solidFill>
                <a:prstClr val="white"/>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5" name="矩形 4">
            <a:extLst>
              <a:ext uri="{FF2B5EF4-FFF2-40B4-BE49-F238E27FC236}">
                <a16:creationId xmlns:a16="http://schemas.microsoft.com/office/drawing/2014/main" id="{2CCE1D66-F579-9713-8975-F5D0888FC62F}"/>
              </a:ext>
            </a:extLst>
          </p:cNvPr>
          <p:cNvSpPr/>
          <p:nvPr/>
        </p:nvSpPr>
        <p:spPr>
          <a:xfrm>
            <a:off x="1340952" y="108508"/>
            <a:ext cx="9501505" cy="521970"/>
          </a:xfrm>
          <a:prstGeom prst="rect">
            <a:avLst/>
          </a:prstGeom>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800" b="1" dirty="0">
                <a:gradFill>
                  <a:gsLst>
                    <a:gs pos="100000">
                      <a:srgbClr val="0D4F9D"/>
                    </a:gs>
                    <a:gs pos="2000">
                      <a:srgbClr val="0D5DBD"/>
                    </a:gs>
                  </a:gsLst>
                  <a:path path="circle">
                    <a:fillToRect r="100000" b="100000"/>
                  </a:path>
                </a:gradFill>
                <a:latin typeface="思源黑体 CN Bold" panose="020B0800000000000000" pitchFamily="34" charset="-122"/>
                <a:ea typeface="思源黑体 CN Bold" panose="020B0800000000000000" pitchFamily="34" charset="-122"/>
              </a:rPr>
              <a:t>硬件设计与制造</a:t>
            </a:r>
          </a:p>
        </p:txBody>
      </p:sp>
      <p:grpSp>
        <p:nvGrpSpPr>
          <p:cNvPr id="12" name="组合 11">
            <a:extLst>
              <a:ext uri="{FF2B5EF4-FFF2-40B4-BE49-F238E27FC236}">
                <a16:creationId xmlns:a16="http://schemas.microsoft.com/office/drawing/2014/main" id="{5F05E280-A158-51CB-E14E-69F9E9D5A014}"/>
              </a:ext>
            </a:extLst>
          </p:cNvPr>
          <p:cNvGrpSpPr/>
          <p:nvPr/>
        </p:nvGrpSpPr>
        <p:grpSpPr>
          <a:xfrm>
            <a:off x="0" y="69215"/>
            <a:ext cx="995681" cy="611505"/>
            <a:chOff x="-124969" y="77016"/>
            <a:chExt cx="1333093" cy="818840"/>
          </a:xfrm>
        </p:grpSpPr>
        <p:sp>
          <p:nvSpPr>
            <p:cNvPr id="14" name="矩形 13">
              <a:extLst>
                <a:ext uri="{FF2B5EF4-FFF2-40B4-BE49-F238E27FC236}">
                  <a16:creationId xmlns:a16="http://schemas.microsoft.com/office/drawing/2014/main" id="{DEB26193-3211-5D6C-CD67-321FE6E9EA08}"/>
                </a:ext>
              </a:extLst>
            </p:cNvPr>
            <p:cNvSpPr/>
            <p:nvPr/>
          </p:nvSpPr>
          <p:spPr>
            <a:xfrm>
              <a:off x="-124969" y="175286"/>
              <a:ext cx="952293" cy="675088"/>
            </a:xfrm>
            <a:prstGeom prst="rect">
              <a:avLst/>
            </a:prstGeom>
            <a:gradFill flip="none" rotWithShape="1">
              <a:gsLst>
                <a:gs pos="0">
                  <a:srgbClr val="0D5DBD"/>
                </a:gs>
                <a:gs pos="100000">
                  <a:srgbClr val="0D4F9D"/>
                </a:gs>
              </a:gsLst>
              <a:lin ang="5400000" scaled="1"/>
              <a:tileRect/>
            </a:gra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srgbClr val="FFFFFF"/>
                </a:solidFill>
                <a:effectLst/>
                <a:uLnTx/>
                <a:uFillTx/>
                <a:latin typeface="Arial" panose="020B0604020202020204"/>
                <a:ea typeface="宋体" panose="02010600030101010101" pitchFamily="2" charset="-122"/>
                <a:cs typeface="+mn-cs"/>
              </a:endParaRPr>
            </a:p>
          </p:txBody>
        </p:sp>
        <p:sp>
          <p:nvSpPr>
            <p:cNvPr id="19" name="椭圆 18">
              <a:extLst>
                <a:ext uri="{FF2B5EF4-FFF2-40B4-BE49-F238E27FC236}">
                  <a16:creationId xmlns:a16="http://schemas.microsoft.com/office/drawing/2014/main" id="{B2820765-4C39-0939-11D6-80F41BCF2E7F}"/>
                </a:ext>
              </a:extLst>
            </p:cNvPr>
            <p:cNvSpPr/>
            <p:nvPr/>
          </p:nvSpPr>
          <p:spPr>
            <a:xfrm>
              <a:off x="389284" y="77016"/>
              <a:ext cx="818840" cy="818840"/>
            </a:xfrm>
            <a:prstGeom prst="ellipse">
              <a:avLst/>
            </a:prstGeom>
            <a:solidFill>
              <a:srgbClr val="FFFFFF"/>
            </a:solidFill>
            <a:ln w="12700" cap="flat" cmpd="sng" algn="ctr">
              <a:solidFill>
                <a:srgbClr val="FFFFFF"/>
              </a:solid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solidFill>
                    <a:srgbClr val="FFFFFF"/>
                  </a:solidFill>
                </a:ln>
                <a:solidFill>
                  <a:srgbClr val="FFFFFF"/>
                </a:solidFill>
                <a:effectLst/>
                <a:uLnTx/>
                <a:uFillTx/>
                <a:latin typeface="Arial" panose="020B0604020202020204"/>
                <a:ea typeface="宋体" panose="02010600030101010101" pitchFamily="2" charset="-122"/>
                <a:cs typeface="+mn-cs"/>
              </a:endParaRPr>
            </a:p>
          </p:txBody>
        </p:sp>
      </p:grpSp>
      <p:pic>
        <p:nvPicPr>
          <p:cNvPr id="20" name="Picture 2" descr="浙江大学-四川久光科技有限公司">
            <a:extLst>
              <a:ext uri="{FF2B5EF4-FFF2-40B4-BE49-F238E27FC236}">
                <a16:creationId xmlns:a16="http://schemas.microsoft.com/office/drawing/2014/main" id="{6F42E0F8-403B-17F7-3A55-D9130AAA7DC4}"/>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t="29557" r="68065" b="28547"/>
          <a:stretch/>
        </p:blipFill>
        <p:spPr bwMode="auto">
          <a:xfrm>
            <a:off x="348256" y="24795"/>
            <a:ext cx="647425" cy="679492"/>
          </a:xfrm>
          <a:prstGeom prst="rect">
            <a:avLst/>
          </a:prstGeom>
          <a:noFill/>
          <a:extLst>
            <a:ext uri="{909E8E84-426E-40DD-AFC4-6F175D3DCCD1}">
              <a14:hiddenFill xmlns:a14="http://schemas.microsoft.com/office/drawing/2010/main">
                <a:solidFill>
                  <a:srgbClr val="FFFFFF"/>
                </a:solidFill>
              </a14:hiddenFill>
            </a:ext>
          </a:extLst>
        </p:spPr>
      </p:pic>
      <p:sp>
        <p:nvSpPr>
          <p:cNvPr id="68" name="AutoShape 4" descr="threezero 新世纪福音战士 EVA 初号机 收藏级可动模型多少钱-什么值得买">
            <a:extLst>
              <a:ext uri="{FF2B5EF4-FFF2-40B4-BE49-F238E27FC236}">
                <a16:creationId xmlns:a16="http://schemas.microsoft.com/office/drawing/2014/main" id="{7DF72FBD-4716-9B5F-827C-E2C440B2C390}"/>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pic>
        <p:nvPicPr>
          <p:cNvPr id="6" name="图片 5">
            <a:extLst>
              <a:ext uri="{FF2B5EF4-FFF2-40B4-BE49-F238E27FC236}">
                <a16:creationId xmlns:a16="http://schemas.microsoft.com/office/drawing/2014/main" id="{C16C5D58-EE6C-658B-F0C8-33E700B0DCEF}"/>
              </a:ext>
            </a:extLst>
          </p:cNvPr>
          <p:cNvPicPr>
            <a:picLocks noChangeAspect="1"/>
          </p:cNvPicPr>
          <p:nvPr/>
        </p:nvPicPr>
        <p:blipFill>
          <a:blip r:embed="rId4" cstate="print">
            <a:extLst>
              <a:ext uri="{28A0092B-C50C-407E-A947-70E740481C1C}">
                <a14:useLocalDpi xmlns:a14="http://schemas.microsoft.com/office/drawing/2010/main" val="0"/>
              </a:ext>
            </a:extLst>
          </a:blip>
          <a:srcRect l="40545" t="43267" r="36324" b="19977"/>
          <a:stretch>
            <a:fillRect/>
          </a:stretch>
        </p:blipFill>
        <p:spPr>
          <a:xfrm>
            <a:off x="995681" y="2941091"/>
            <a:ext cx="2376523" cy="2006221"/>
          </a:xfrm>
          <a:prstGeom prst="rect">
            <a:avLst/>
          </a:prstGeom>
        </p:spPr>
      </p:pic>
      <p:pic>
        <p:nvPicPr>
          <p:cNvPr id="8" name="图片 7">
            <a:extLst>
              <a:ext uri="{FF2B5EF4-FFF2-40B4-BE49-F238E27FC236}">
                <a16:creationId xmlns:a16="http://schemas.microsoft.com/office/drawing/2014/main" id="{E065B3AE-FC5B-98D9-ECE4-E777DCE5C47B}"/>
              </a:ext>
            </a:extLst>
          </p:cNvPr>
          <p:cNvPicPr>
            <a:picLocks noChangeAspect="1"/>
          </p:cNvPicPr>
          <p:nvPr/>
        </p:nvPicPr>
        <p:blipFill>
          <a:blip r:embed="rId5" cstate="print">
            <a:extLst>
              <a:ext uri="{28A0092B-C50C-407E-A947-70E740481C1C}">
                <a14:useLocalDpi xmlns:a14="http://schemas.microsoft.com/office/drawing/2010/main" val="0"/>
              </a:ext>
            </a:extLst>
          </a:blip>
          <a:srcRect l="26887" t="22755" r="40568" b="27446"/>
          <a:stretch>
            <a:fillRect/>
          </a:stretch>
        </p:blipFill>
        <p:spPr>
          <a:xfrm>
            <a:off x="4607525" y="2771429"/>
            <a:ext cx="2981829" cy="2423868"/>
          </a:xfrm>
          <a:prstGeom prst="rect">
            <a:avLst/>
          </a:prstGeom>
        </p:spPr>
      </p:pic>
      <p:sp>
        <p:nvSpPr>
          <p:cNvPr id="13" name="矩形 12">
            <a:extLst>
              <a:ext uri="{FF2B5EF4-FFF2-40B4-BE49-F238E27FC236}">
                <a16:creationId xmlns:a16="http://schemas.microsoft.com/office/drawing/2014/main" id="{42930B07-B05F-3260-00A3-95727FC9EA90}"/>
              </a:ext>
            </a:extLst>
          </p:cNvPr>
          <p:cNvSpPr/>
          <p:nvPr/>
        </p:nvSpPr>
        <p:spPr>
          <a:xfrm>
            <a:off x="0" y="659681"/>
            <a:ext cx="12192000" cy="461665"/>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400" b="1" dirty="0" err="1">
                <a:gradFill>
                  <a:gsLst>
                    <a:gs pos="100000">
                      <a:srgbClr val="0D4F9D"/>
                    </a:gs>
                    <a:gs pos="2000">
                      <a:srgbClr val="0D5DBD"/>
                    </a:gs>
                  </a:gsLst>
                  <a:path path="circle">
                    <a:fillToRect r="100000" b="100000"/>
                  </a:path>
                </a:gradFill>
                <a:latin typeface="思源黑体 CN Bold" panose="020B0800000000000000" pitchFamily="34" charset="-122"/>
                <a:ea typeface="思源黑体 CN Bold" panose="020B0800000000000000" pitchFamily="34" charset="-122"/>
              </a:rPr>
              <a:t>Solidworks</a:t>
            </a:r>
            <a:r>
              <a:rPr lang="zh-CN" altLang="en-US" sz="2400" b="1" dirty="0">
                <a:gradFill>
                  <a:gsLst>
                    <a:gs pos="100000">
                      <a:srgbClr val="0D4F9D"/>
                    </a:gs>
                    <a:gs pos="2000">
                      <a:srgbClr val="0D5DBD"/>
                    </a:gs>
                  </a:gsLst>
                  <a:path path="circle">
                    <a:fillToRect r="100000" b="100000"/>
                  </a:path>
                </a:gradFill>
                <a:latin typeface="思源黑体 CN Bold" panose="020B0800000000000000" pitchFamily="34" charset="-122"/>
                <a:ea typeface="思源黑体 CN Bold" panose="020B0800000000000000" pitchFamily="34" charset="-122"/>
              </a:rPr>
              <a:t>建模</a:t>
            </a:r>
            <a:r>
              <a:rPr lang="en-US" altLang="zh-CN" sz="2400" b="1" dirty="0">
                <a:gradFill>
                  <a:gsLst>
                    <a:gs pos="100000">
                      <a:srgbClr val="0D4F9D"/>
                    </a:gs>
                    <a:gs pos="2000">
                      <a:srgbClr val="0D5DBD"/>
                    </a:gs>
                  </a:gsLst>
                  <a:path path="circle">
                    <a:fillToRect r="100000" b="100000"/>
                  </a:path>
                </a:gradFill>
                <a:latin typeface="思源黑体 CN Bold" panose="020B0800000000000000" pitchFamily="34" charset="-122"/>
                <a:ea typeface="思源黑体 CN Bold" panose="020B0800000000000000" pitchFamily="34" charset="-122"/>
              </a:rPr>
              <a:t>+3D</a:t>
            </a:r>
            <a:r>
              <a:rPr lang="zh-CN" altLang="en-US" sz="2400" b="1" dirty="0">
                <a:gradFill>
                  <a:gsLst>
                    <a:gs pos="100000">
                      <a:srgbClr val="0D4F9D"/>
                    </a:gs>
                    <a:gs pos="2000">
                      <a:srgbClr val="0D5DBD"/>
                    </a:gs>
                  </a:gsLst>
                  <a:path path="circle">
                    <a:fillToRect r="100000" b="100000"/>
                  </a:path>
                </a:gradFill>
                <a:latin typeface="思源黑体 CN Bold" panose="020B0800000000000000" pitchFamily="34" charset="-122"/>
                <a:ea typeface="思源黑体 CN Bold" panose="020B0800000000000000" pitchFamily="34" charset="-122"/>
              </a:rPr>
              <a:t>打印</a:t>
            </a:r>
          </a:p>
        </p:txBody>
      </p:sp>
      <p:pic>
        <p:nvPicPr>
          <p:cNvPr id="18" name="图片 17">
            <a:extLst>
              <a:ext uri="{FF2B5EF4-FFF2-40B4-BE49-F238E27FC236}">
                <a16:creationId xmlns:a16="http://schemas.microsoft.com/office/drawing/2014/main" id="{01745187-2621-6BB0-2921-90BA3B69D097}"/>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345256" y="2044652"/>
            <a:ext cx="3019886" cy="4026515"/>
          </a:xfrm>
          <a:prstGeom prst="rect">
            <a:avLst/>
          </a:prstGeom>
        </p:spPr>
      </p:pic>
    </p:spTree>
    <p:extLst>
      <p:ext uri="{BB962C8B-B14F-4D97-AF65-F5344CB8AC3E}">
        <p14:creationId xmlns:p14="http://schemas.microsoft.com/office/powerpoint/2010/main" val="15638006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0484E1-52B8-E381-DF56-BD2912D15C3E}"/>
            </a:ext>
          </a:extLst>
        </p:cNvPr>
        <p:cNvGrpSpPr/>
        <p:nvPr/>
      </p:nvGrpSpPr>
      <p:grpSpPr>
        <a:xfrm>
          <a:off x="0" y="0"/>
          <a:ext cx="0" cy="0"/>
          <a:chOff x="0" y="0"/>
          <a:chExt cx="0" cy="0"/>
        </a:xfrm>
      </p:grpSpPr>
      <p:sp>
        <p:nvSpPr>
          <p:cNvPr id="24" name="圆角矩形 119">
            <a:extLst>
              <a:ext uri="{FF2B5EF4-FFF2-40B4-BE49-F238E27FC236}">
                <a16:creationId xmlns:a16="http://schemas.microsoft.com/office/drawing/2014/main" id="{5DF39B00-B685-B086-6968-73C4BFEEC7FF}"/>
              </a:ext>
            </a:extLst>
          </p:cNvPr>
          <p:cNvSpPr/>
          <p:nvPr/>
        </p:nvSpPr>
        <p:spPr>
          <a:xfrm>
            <a:off x="493679" y="1678126"/>
            <a:ext cx="3613865" cy="4720226"/>
          </a:xfrm>
          <a:prstGeom prst="roundRect">
            <a:avLst>
              <a:gd name="adj" fmla="val 0"/>
            </a:avLst>
          </a:prstGeom>
          <a:solidFill>
            <a:schemeClr val="accent5">
              <a:lumMod val="20000"/>
              <a:lumOff val="80000"/>
              <a:alpha val="23000"/>
            </a:schemeClr>
          </a:solidFill>
          <a:ln w="12700">
            <a:solidFill>
              <a:schemeClr val="accent1">
                <a:lumMod val="60000"/>
                <a:lumOff val="40000"/>
                <a:alpha val="45000"/>
              </a:schemeClr>
            </a:solidFill>
            <a:prstDash val="solid"/>
          </a:ln>
          <a:effectLst>
            <a:outerShdw blurRad="101600" sx="101000" sy="101000" algn="ctr" rotWithShape="0">
              <a:schemeClr val="accent1">
                <a:lumMod val="20000"/>
                <a:lumOff val="80000"/>
                <a:alpha val="2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400" b="0" i="0" u="none" strike="noStrike" kern="1200" cap="none" spc="0" normalizeH="0" baseline="0" noProof="0" dirty="0">
              <a:ln>
                <a:noFill/>
              </a:ln>
              <a:solidFill>
                <a:srgbClr val="E7E6E6">
                  <a:lumMod val="25000"/>
                </a:srgbClr>
              </a:solidFill>
              <a:effectLst/>
              <a:uLnTx/>
              <a:uFillTx/>
              <a:latin typeface="微软雅黑" panose="020B0503020204020204" pitchFamily="34" charset="-122"/>
              <a:ea typeface="微软雅黑" panose="020B0503020204020204" pitchFamily="34" charset="-122"/>
              <a:cs typeface="+mn-cs"/>
            </a:endParaRPr>
          </a:p>
        </p:txBody>
      </p:sp>
      <p:sp>
        <p:nvSpPr>
          <p:cNvPr id="25" name="矩形: 圆顶角 24">
            <a:extLst>
              <a:ext uri="{FF2B5EF4-FFF2-40B4-BE49-F238E27FC236}">
                <a16:creationId xmlns:a16="http://schemas.microsoft.com/office/drawing/2014/main" id="{9EE4FB66-A202-2E37-9137-69E96EE368CF}"/>
              </a:ext>
            </a:extLst>
          </p:cNvPr>
          <p:cNvSpPr/>
          <p:nvPr/>
        </p:nvSpPr>
        <p:spPr>
          <a:xfrm>
            <a:off x="493680" y="1121346"/>
            <a:ext cx="3613865" cy="482743"/>
          </a:xfrm>
          <a:prstGeom prst="round2SameRect">
            <a:avLst>
              <a:gd name="adj1" fmla="val 13359"/>
              <a:gd name="adj2" fmla="val 0"/>
            </a:avLst>
          </a:prstGeom>
          <a:gradFill flip="none" rotWithShape="1">
            <a:gsLst>
              <a:gs pos="0">
                <a:srgbClr val="0D5DBD"/>
              </a:gs>
              <a:gs pos="100000">
                <a:srgbClr val="0D4F9D"/>
              </a:gs>
            </a:gsLst>
            <a:lin ang="5400000" scaled="1"/>
            <a:tileRect/>
          </a:gradFill>
          <a:ln w="12700" cap="flat" cmpd="sng" algn="ctr">
            <a:noFill/>
            <a:prstDash val="solid"/>
            <a:miter lim="800000"/>
          </a:ln>
          <a:effectLst/>
        </p:spPr>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kern="0">
              <a:solidFill>
                <a:srgbClr val="FFFFFF"/>
              </a:solidFill>
              <a:latin typeface="Arial" panose="020B0604020202020204"/>
              <a:ea typeface="宋体" panose="02010600030101010101" pitchFamily="2" charset="-122"/>
              <a:sym typeface="+mn-lt"/>
            </a:endParaRPr>
          </a:p>
        </p:txBody>
      </p:sp>
      <p:sp>
        <p:nvSpPr>
          <p:cNvPr id="26" name="文本框 70">
            <a:extLst>
              <a:ext uri="{FF2B5EF4-FFF2-40B4-BE49-F238E27FC236}">
                <a16:creationId xmlns:a16="http://schemas.microsoft.com/office/drawing/2014/main" id="{4D2B2ADE-818C-528A-17F3-1C395BB54C29}"/>
              </a:ext>
            </a:extLst>
          </p:cNvPr>
          <p:cNvSpPr txBox="1"/>
          <p:nvPr/>
        </p:nvSpPr>
        <p:spPr>
          <a:xfrm>
            <a:off x="580572" y="1161930"/>
            <a:ext cx="3454400" cy="400110"/>
          </a:xfrm>
          <a:prstGeom prst="rect">
            <a:avLst/>
          </a:prstGeom>
          <a:noFill/>
        </p:spPr>
        <p:txBody>
          <a:bodyPr wrap="square" rtlCol="0" anchor="ctr" anchorCtr="1">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2000" b="1" i="0" u="none" strike="noStrike" kern="1200" cap="none" spc="0" normalizeH="0" baseline="0" noProof="0" dirty="0">
                <a:ln>
                  <a:noFill/>
                </a:ln>
                <a:solidFill>
                  <a:srgbClr val="FFFFFF"/>
                </a:solidFill>
                <a:effectLst/>
                <a:uLnTx/>
                <a:uFillTx/>
                <a:latin typeface="思源黑体 CN Bold" panose="020B0800000000000000" pitchFamily="34" charset="-122"/>
                <a:ea typeface="思源黑体 CN Bold" panose="020B0800000000000000" pitchFamily="34" charset="-122"/>
              </a:rPr>
              <a:t>公母头相机支架</a:t>
            </a:r>
          </a:p>
        </p:txBody>
      </p:sp>
      <p:sp>
        <p:nvSpPr>
          <p:cNvPr id="35" name="圆角矩形 172">
            <a:extLst>
              <a:ext uri="{FF2B5EF4-FFF2-40B4-BE49-F238E27FC236}">
                <a16:creationId xmlns:a16="http://schemas.microsoft.com/office/drawing/2014/main" id="{ACE6261F-D090-FEEF-A9A8-18BD49C792BB}"/>
              </a:ext>
            </a:extLst>
          </p:cNvPr>
          <p:cNvSpPr/>
          <p:nvPr/>
        </p:nvSpPr>
        <p:spPr>
          <a:xfrm>
            <a:off x="648424" y="1821559"/>
            <a:ext cx="3327754" cy="2423869"/>
          </a:xfrm>
          <a:prstGeom prst="roundRect">
            <a:avLst>
              <a:gd name="adj" fmla="val 6397"/>
            </a:avLst>
          </a:prstGeom>
          <a:gradFill flip="none" rotWithShape="1">
            <a:gsLst>
              <a:gs pos="100000">
                <a:schemeClr val="accent1">
                  <a:lumMod val="20000"/>
                  <a:lumOff val="80000"/>
                  <a:alpha val="0"/>
                </a:schemeClr>
              </a:gs>
              <a:gs pos="0">
                <a:srgbClr val="0070C0">
                  <a:alpha val="20000"/>
                </a:srgbClr>
              </a:gs>
            </a:gsLst>
            <a:lin ang="5400000" scaled="1"/>
            <a:tileRect/>
          </a:gradFill>
          <a:ln w="12700">
            <a:gradFill flip="none" rotWithShape="1">
              <a:gsLst>
                <a:gs pos="0">
                  <a:srgbClr val="0070C0">
                    <a:alpha val="0"/>
                  </a:srgbClr>
                </a:gs>
                <a:gs pos="100000">
                  <a:srgbClr val="0070C0"/>
                </a:gs>
              </a:gsLst>
              <a:lin ang="16200000" scaled="1"/>
              <a:tileRect/>
            </a:gra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sz="1600" dirty="0">
              <a:solidFill>
                <a:srgbClr val="FFFFFF"/>
              </a:solidFill>
              <a:latin typeface="微软雅黑" panose="020B0503020204020204" pitchFamily="34" charset="-122"/>
              <a:ea typeface="微软雅黑" panose="020B0503020204020204" pitchFamily="34" charset="-122"/>
            </a:endParaRPr>
          </a:p>
        </p:txBody>
      </p:sp>
      <p:sp>
        <p:nvSpPr>
          <p:cNvPr id="42" name="圆角矩形 119">
            <a:extLst>
              <a:ext uri="{FF2B5EF4-FFF2-40B4-BE49-F238E27FC236}">
                <a16:creationId xmlns:a16="http://schemas.microsoft.com/office/drawing/2014/main" id="{8523453E-C698-9F4A-223C-D95E5857F5BC}"/>
              </a:ext>
            </a:extLst>
          </p:cNvPr>
          <p:cNvSpPr/>
          <p:nvPr/>
        </p:nvSpPr>
        <p:spPr>
          <a:xfrm>
            <a:off x="4253783" y="1697797"/>
            <a:ext cx="3613865" cy="4720226"/>
          </a:xfrm>
          <a:prstGeom prst="roundRect">
            <a:avLst>
              <a:gd name="adj" fmla="val 0"/>
            </a:avLst>
          </a:prstGeom>
          <a:solidFill>
            <a:schemeClr val="accent5">
              <a:lumMod val="20000"/>
              <a:lumOff val="80000"/>
              <a:alpha val="23000"/>
            </a:schemeClr>
          </a:solidFill>
          <a:ln w="12700">
            <a:solidFill>
              <a:schemeClr val="accent1">
                <a:lumMod val="60000"/>
                <a:lumOff val="40000"/>
                <a:alpha val="45000"/>
              </a:schemeClr>
            </a:solidFill>
            <a:prstDash val="solid"/>
          </a:ln>
          <a:effectLst>
            <a:outerShdw blurRad="101600" sx="101000" sy="101000" algn="ctr" rotWithShape="0">
              <a:schemeClr val="accent1">
                <a:lumMod val="20000"/>
                <a:lumOff val="80000"/>
                <a:alpha val="2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400" b="0" i="0" u="none" strike="noStrike" kern="1200" cap="none" spc="0" normalizeH="0" baseline="0" noProof="0" dirty="0">
              <a:ln>
                <a:noFill/>
              </a:ln>
              <a:solidFill>
                <a:srgbClr val="E7E6E6">
                  <a:lumMod val="25000"/>
                </a:srgbClr>
              </a:solidFill>
              <a:effectLst/>
              <a:uLnTx/>
              <a:uFillTx/>
              <a:latin typeface="微软雅黑" panose="020B0503020204020204" pitchFamily="34" charset="-122"/>
              <a:ea typeface="微软雅黑" panose="020B0503020204020204" pitchFamily="34" charset="-122"/>
              <a:cs typeface="+mn-cs"/>
            </a:endParaRPr>
          </a:p>
        </p:txBody>
      </p:sp>
      <p:sp>
        <p:nvSpPr>
          <p:cNvPr id="43" name="矩形: 圆顶角 42">
            <a:extLst>
              <a:ext uri="{FF2B5EF4-FFF2-40B4-BE49-F238E27FC236}">
                <a16:creationId xmlns:a16="http://schemas.microsoft.com/office/drawing/2014/main" id="{51A8CBCB-8C84-5356-EFC2-8C77FD804E9A}"/>
              </a:ext>
            </a:extLst>
          </p:cNvPr>
          <p:cNvSpPr/>
          <p:nvPr/>
        </p:nvSpPr>
        <p:spPr>
          <a:xfrm>
            <a:off x="4253784" y="1141017"/>
            <a:ext cx="3613865" cy="482743"/>
          </a:xfrm>
          <a:prstGeom prst="round2SameRect">
            <a:avLst>
              <a:gd name="adj1" fmla="val 13359"/>
              <a:gd name="adj2" fmla="val 0"/>
            </a:avLst>
          </a:prstGeom>
          <a:gradFill flip="none" rotWithShape="1">
            <a:gsLst>
              <a:gs pos="0">
                <a:srgbClr val="0D5DBD"/>
              </a:gs>
              <a:gs pos="100000">
                <a:srgbClr val="0D4F9D"/>
              </a:gs>
            </a:gsLst>
            <a:lin ang="5400000" scaled="1"/>
            <a:tileRect/>
          </a:gradFill>
          <a:ln w="12700" cap="flat" cmpd="sng" algn="ctr">
            <a:noFill/>
            <a:prstDash val="solid"/>
            <a:miter lim="800000"/>
          </a:ln>
          <a:effectLst/>
        </p:spPr>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kern="0">
              <a:solidFill>
                <a:srgbClr val="FFFFFF"/>
              </a:solidFill>
              <a:latin typeface="Arial" panose="020B0604020202020204"/>
              <a:ea typeface="宋体" panose="02010600030101010101" pitchFamily="2" charset="-122"/>
              <a:sym typeface="+mn-lt"/>
            </a:endParaRPr>
          </a:p>
        </p:txBody>
      </p:sp>
      <p:sp>
        <p:nvSpPr>
          <p:cNvPr id="44" name="文本框 70">
            <a:extLst>
              <a:ext uri="{FF2B5EF4-FFF2-40B4-BE49-F238E27FC236}">
                <a16:creationId xmlns:a16="http://schemas.microsoft.com/office/drawing/2014/main" id="{587AC4AD-A9B3-BD0D-08A3-53811C985F9B}"/>
              </a:ext>
            </a:extLst>
          </p:cNvPr>
          <p:cNvSpPr txBox="1"/>
          <p:nvPr/>
        </p:nvSpPr>
        <p:spPr>
          <a:xfrm>
            <a:off x="4230914" y="1181601"/>
            <a:ext cx="3635829" cy="400110"/>
          </a:xfrm>
          <a:prstGeom prst="rect">
            <a:avLst/>
          </a:prstGeom>
          <a:noFill/>
        </p:spPr>
        <p:txBody>
          <a:bodyPr wrap="square" rtlCol="0" anchor="ctr" anchorCtr="1">
            <a:spAutoFit/>
          </a:bodyPr>
          <a:lstStyle>
            <a:defPPr>
              <a:defRPr lang="zh-CN"/>
            </a:defPPr>
            <a:lvl1pPr marR="0" lvl="0" indent="0" algn="ctr" fontAlgn="auto">
              <a:lnSpc>
                <a:spcPct val="100000"/>
              </a:lnSpc>
              <a:spcBef>
                <a:spcPts val="0"/>
              </a:spcBef>
              <a:spcAft>
                <a:spcPts val="0"/>
              </a:spcAft>
              <a:buClrTx/>
              <a:buSzTx/>
              <a:buFontTx/>
              <a:buNone/>
              <a:defRPr kumimoji="1" sz="2000" b="1" i="0" u="none" strike="noStrike" cap="none" spc="0" normalizeH="0" baseline="0">
                <a:ln>
                  <a:noFill/>
                </a:ln>
                <a:solidFill>
                  <a:srgbClr val="FFFFFF"/>
                </a:solidFill>
                <a:effectLst/>
                <a:uLnTx/>
                <a:uFillTx/>
                <a:latin typeface="思源黑体 CN Bold" panose="020B0800000000000000" pitchFamily="34" charset="-122"/>
                <a:ea typeface="思源黑体 CN Bold" panose="020B0800000000000000" pitchFamily="34" charset="-122"/>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t>装配图</a:t>
            </a:r>
          </a:p>
        </p:txBody>
      </p:sp>
      <p:sp>
        <p:nvSpPr>
          <p:cNvPr id="45" name="圆角矩形 172">
            <a:extLst>
              <a:ext uri="{FF2B5EF4-FFF2-40B4-BE49-F238E27FC236}">
                <a16:creationId xmlns:a16="http://schemas.microsoft.com/office/drawing/2014/main" id="{37A8F150-26E0-F50D-3171-F6FA8169BC02}"/>
              </a:ext>
            </a:extLst>
          </p:cNvPr>
          <p:cNvSpPr/>
          <p:nvPr/>
        </p:nvSpPr>
        <p:spPr>
          <a:xfrm>
            <a:off x="4408528" y="1841230"/>
            <a:ext cx="3327754" cy="2423869"/>
          </a:xfrm>
          <a:prstGeom prst="roundRect">
            <a:avLst>
              <a:gd name="adj" fmla="val 6397"/>
            </a:avLst>
          </a:prstGeom>
          <a:gradFill flip="none" rotWithShape="1">
            <a:gsLst>
              <a:gs pos="100000">
                <a:schemeClr val="accent1">
                  <a:lumMod val="20000"/>
                  <a:lumOff val="80000"/>
                  <a:alpha val="0"/>
                </a:schemeClr>
              </a:gs>
              <a:gs pos="0">
                <a:srgbClr val="0070C0">
                  <a:alpha val="20000"/>
                </a:srgbClr>
              </a:gs>
            </a:gsLst>
            <a:lin ang="5400000" scaled="1"/>
            <a:tileRect/>
          </a:gradFill>
          <a:ln w="12700">
            <a:gradFill flip="none" rotWithShape="1">
              <a:gsLst>
                <a:gs pos="0">
                  <a:srgbClr val="0070C0">
                    <a:alpha val="0"/>
                  </a:srgbClr>
                </a:gs>
                <a:gs pos="100000">
                  <a:srgbClr val="0070C0"/>
                </a:gs>
              </a:gsLst>
              <a:lin ang="16200000" scaled="1"/>
              <a:tileRect/>
            </a:gra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sz="1600" dirty="0">
              <a:solidFill>
                <a:srgbClr val="FFFFFF"/>
              </a:solidFill>
              <a:latin typeface="微软雅黑" panose="020B0503020204020204" pitchFamily="34" charset="-122"/>
              <a:ea typeface="微软雅黑" panose="020B0503020204020204" pitchFamily="34" charset="-122"/>
            </a:endParaRPr>
          </a:p>
        </p:txBody>
      </p:sp>
      <p:sp>
        <p:nvSpPr>
          <p:cNvPr id="50" name="圆角矩形 119">
            <a:extLst>
              <a:ext uri="{FF2B5EF4-FFF2-40B4-BE49-F238E27FC236}">
                <a16:creationId xmlns:a16="http://schemas.microsoft.com/office/drawing/2014/main" id="{C65147CB-5684-BCE7-6C2D-CECFA1B737B8}"/>
              </a:ext>
            </a:extLst>
          </p:cNvPr>
          <p:cNvSpPr/>
          <p:nvPr/>
        </p:nvSpPr>
        <p:spPr>
          <a:xfrm>
            <a:off x="8037266" y="1697797"/>
            <a:ext cx="3613865" cy="4720226"/>
          </a:xfrm>
          <a:prstGeom prst="roundRect">
            <a:avLst>
              <a:gd name="adj" fmla="val 0"/>
            </a:avLst>
          </a:prstGeom>
          <a:solidFill>
            <a:schemeClr val="accent5">
              <a:lumMod val="20000"/>
              <a:lumOff val="80000"/>
              <a:alpha val="23000"/>
            </a:schemeClr>
          </a:solidFill>
          <a:ln w="12700">
            <a:solidFill>
              <a:schemeClr val="accent1">
                <a:lumMod val="60000"/>
                <a:lumOff val="40000"/>
                <a:alpha val="45000"/>
              </a:schemeClr>
            </a:solidFill>
            <a:prstDash val="solid"/>
          </a:ln>
          <a:effectLst>
            <a:outerShdw blurRad="101600" sx="101000" sy="101000" algn="ctr" rotWithShape="0">
              <a:schemeClr val="accent1">
                <a:lumMod val="20000"/>
                <a:lumOff val="80000"/>
                <a:alpha val="2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400" b="0" i="0" u="none" strike="noStrike" kern="1200" cap="none" spc="0" normalizeH="0" baseline="0" noProof="0" dirty="0">
              <a:ln>
                <a:noFill/>
              </a:ln>
              <a:solidFill>
                <a:srgbClr val="E7E6E6">
                  <a:lumMod val="25000"/>
                </a:srgbClr>
              </a:solidFill>
              <a:effectLst/>
              <a:uLnTx/>
              <a:uFillTx/>
              <a:latin typeface="微软雅黑" panose="020B0503020204020204" pitchFamily="34" charset="-122"/>
              <a:ea typeface="微软雅黑" panose="020B0503020204020204" pitchFamily="34" charset="-122"/>
              <a:cs typeface="+mn-cs"/>
            </a:endParaRPr>
          </a:p>
        </p:txBody>
      </p:sp>
      <p:sp>
        <p:nvSpPr>
          <p:cNvPr id="51" name="矩形: 圆顶角 50">
            <a:extLst>
              <a:ext uri="{FF2B5EF4-FFF2-40B4-BE49-F238E27FC236}">
                <a16:creationId xmlns:a16="http://schemas.microsoft.com/office/drawing/2014/main" id="{B4017105-42A7-8820-1CD9-0875D1B13DDC}"/>
              </a:ext>
            </a:extLst>
          </p:cNvPr>
          <p:cNvSpPr/>
          <p:nvPr/>
        </p:nvSpPr>
        <p:spPr>
          <a:xfrm>
            <a:off x="8037267" y="1141017"/>
            <a:ext cx="3613865" cy="482743"/>
          </a:xfrm>
          <a:prstGeom prst="round2SameRect">
            <a:avLst>
              <a:gd name="adj1" fmla="val 13359"/>
              <a:gd name="adj2" fmla="val 0"/>
            </a:avLst>
          </a:prstGeom>
          <a:gradFill flip="none" rotWithShape="1">
            <a:gsLst>
              <a:gs pos="0">
                <a:srgbClr val="0D5DBD"/>
              </a:gs>
              <a:gs pos="100000">
                <a:srgbClr val="0D4F9D"/>
              </a:gs>
            </a:gsLst>
            <a:lin ang="5400000" scaled="1"/>
            <a:tileRect/>
          </a:gradFill>
          <a:ln w="12700" cap="flat" cmpd="sng" algn="ctr">
            <a:noFill/>
            <a:prstDash val="solid"/>
            <a:miter lim="800000"/>
          </a:ln>
          <a:effectLst/>
        </p:spPr>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kern="0">
              <a:solidFill>
                <a:srgbClr val="FFFFFF"/>
              </a:solidFill>
              <a:latin typeface="Arial" panose="020B0604020202020204"/>
              <a:ea typeface="宋体" panose="02010600030101010101" pitchFamily="2" charset="-122"/>
              <a:sym typeface="+mn-lt"/>
            </a:endParaRPr>
          </a:p>
        </p:txBody>
      </p:sp>
      <p:sp>
        <p:nvSpPr>
          <p:cNvPr id="52" name="文本框 70">
            <a:extLst>
              <a:ext uri="{FF2B5EF4-FFF2-40B4-BE49-F238E27FC236}">
                <a16:creationId xmlns:a16="http://schemas.microsoft.com/office/drawing/2014/main" id="{90F7A80E-3B96-9E83-0A80-F1E34F3DB023}"/>
              </a:ext>
            </a:extLst>
          </p:cNvPr>
          <p:cNvSpPr txBox="1"/>
          <p:nvPr/>
        </p:nvSpPr>
        <p:spPr>
          <a:xfrm>
            <a:off x="8055429" y="1181601"/>
            <a:ext cx="3599541" cy="400110"/>
          </a:xfrm>
          <a:prstGeom prst="rect">
            <a:avLst/>
          </a:prstGeom>
          <a:noFill/>
        </p:spPr>
        <p:txBody>
          <a:bodyPr wrap="square" rtlCol="0" anchor="ctr" anchorCtr="1">
            <a:spAutoFit/>
          </a:bodyPr>
          <a:lstStyle>
            <a:defPPr>
              <a:defRPr lang="zh-CN"/>
            </a:defPPr>
            <a:lvl1pPr marR="0" lvl="0" indent="0" algn="ctr" fontAlgn="auto">
              <a:lnSpc>
                <a:spcPct val="100000"/>
              </a:lnSpc>
              <a:spcBef>
                <a:spcPts val="0"/>
              </a:spcBef>
              <a:spcAft>
                <a:spcPts val="0"/>
              </a:spcAft>
              <a:buClrTx/>
              <a:buSzTx/>
              <a:buFontTx/>
              <a:buNone/>
              <a:defRPr kumimoji="1" sz="2000" b="1" i="0" u="none" strike="noStrike" cap="none" spc="0" normalizeH="0" baseline="0">
                <a:ln>
                  <a:noFill/>
                </a:ln>
                <a:solidFill>
                  <a:srgbClr val="FFFFFF"/>
                </a:solidFill>
                <a:effectLst/>
                <a:uLnTx/>
                <a:uFillTx/>
                <a:latin typeface="思源黑体 CN Bold" panose="020B0800000000000000" pitchFamily="34" charset="-122"/>
                <a:ea typeface="思源黑体 CN Bold" panose="020B0800000000000000" pitchFamily="34" charset="-122"/>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t>实物展示</a:t>
            </a:r>
          </a:p>
        </p:txBody>
      </p:sp>
      <p:sp>
        <p:nvSpPr>
          <p:cNvPr id="53" name="圆角矩形 172">
            <a:extLst>
              <a:ext uri="{FF2B5EF4-FFF2-40B4-BE49-F238E27FC236}">
                <a16:creationId xmlns:a16="http://schemas.microsoft.com/office/drawing/2014/main" id="{8BB48090-EB96-6345-B093-A96CAF039EA7}"/>
              </a:ext>
            </a:extLst>
          </p:cNvPr>
          <p:cNvSpPr/>
          <p:nvPr/>
        </p:nvSpPr>
        <p:spPr>
          <a:xfrm>
            <a:off x="8192011" y="1841230"/>
            <a:ext cx="3327754" cy="2423869"/>
          </a:xfrm>
          <a:prstGeom prst="roundRect">
            <a:avLst>
              <a:gd name="adj" fmla="val 6397"/>
            </a:avLst>
          </a:prstGeom>
          <a:gradFill flip="none" rotWithShape="1">
            <a:gsLst>
              <a:gs pos="100000">
                <a:schemeClr val="accent1">
                  <a:lumMod val="20000"/>
                  <a:lumOff val="80000"/>
                  <a:alpha val="0"/>
                </a:schemeClr>
              </a:gs>
              <a:gs pos="0">
                <a:srgbClr val="0070C0">
                  <a:alpha val="20000"/>
                </a:srgbClr>
              </a:gs>
            </a:gsLst>
            <a:lin ang="5400000" scaled="1"/>
            <a:tileRect/>
          </a:gradFill>
          <a:ln w="12700">
            <a:gradFill flip="none" rotWithShape="1">
              <a:gsLst>
                <a:gs pos="0">
                  <a:srgbClr val="0070C0">
                    <a:alpha val="0"/>
                  </a:srgbClr>
                </a:gs>
                <a:gs pos="100000">
                  <a:srgbClr val="0070C0"/>
                </a:gs>
              </a:gsLst>
              <a:lin ang="16200000" scaled="1"/>
              <a:tileRect/>
            </a:gra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sz="1600" dirty="0">
              <a:solidFill>
                <a:srgbClr val="FFFFFF"/>
              </a:solidFill>
              <a:latin typeface="微软雅黑" panose="020B0503020204020204" pitchFamily="34" charset="-122"/>
              <a:ea typeface="微软雅黑" panose="020B0503020204020204" pitchFamily="34" charset="-122"/>
            </a:endParaRPr>
          </a:p>
        </p:txBody>
      </p:sp>
      <p:sp>
        <p:nvSpPr>
          <p:cNvPr id="2" name="公众号：康帅PPT5-2">
            <a:extLst>
              <a:ext uri="{FF2B5EF4-FFF2-40B4-BE49-F238E27FC236}">
                <a16:creationId xmlns:a16="http://schemas.microsoft.com/office/drawing/2014/main" id="{0FDBD1BB-CB0C-A5B2-6E09-B866871EC55A}"/>
              </a:ext>
            </a:extLst>
          </p:cNvPr>
          <p:cNvSpPr/>
          <p:nvPr/>
        </p:nvSpPr>
        <p:spPr>
          <a:xfrm>
            <a:off x="0" y="609930"/>
            <a:ext cx="12276000" cy="36000"/>
          </a:xfrm>
          <a:prstGeom prst="rect">
            <a:avLst/>
          </a:prstGeom>
          <a:gradFill flip="none" rotWithShape="1">
            <a:gsLst>
              <a:gs pos="100000">
                <a:srgbClr val="0D4F9D"/>
              </a:gs>
              <a:gs pos="2000">
                <a:srgbClr val="0D5DBD"/>
              </a:gs>
            </a:gsLst>
            <a:path path="circle">
              <a:fillToRect r="100000" b="100000"/>
            </a:path>
            <a:tileRect l="-100000" t="-100000"/>
          </a:gradFill>
          <a:ln w="12700" cap="flat" cmpd="sng" algn="ctr">
            <a:noFill/>
            <a:prstDash val="solid"/>
            <a:miter lim="800000"/>
          </a:ln>
          <a:effectLst>
            <a:outerShdw blurRad="50800" dist="38100" dir="2700000" algn="tl" rotWithShape="0">
              <a:schemeClr val="accent5">
                <a:lumMod val="20000"/>
                <a:lumOff val="80000"/>
                <a:alpha val="40000"/>
              </a:schemeClr>
            </a:outerShdw>
          </a:effectLst>
          <a:scene3d>
            <a:camera prst="orthographicFront"/>
            <a:lightRig rig="contrasting" dir="t"/>
          </a:scene3d>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sz="2000" kern="0">
              <a:solidFill>
                <a:prstClr val="white"/>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5" name="矩形 4">
            <a:extLst>
              <a:ext uri="{FF2B5EF4-FFF2-40B4-BE49-F238E27FC236}">
                <a16:creationId xmlns:a16="http://schemas.microsoft.com/office/drawing/2014/main" id="{CA0DC07B-1DB8-83ED-DE1B-947D21DFBF6D}"/>
              </a:ext>
            </a:extLst>
          </p:cNvPr>
          <p:cNvSpPr/>
          <p:nvPr/>
        </p:nvSpPr>
        <p:spPr>
          <a:xfrm>
            <a:off x="1340952" y="108508"/>
            <a:ext cx="9501505" cy="521970"/>
          </a:xfrm>
          <a:prstGeom prst="rect">
            <a:avLst/>
          </a:prstGeom>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800" b="1" dirty="0">
                <a:gradFill>
                  <a:gsLst>
                    <a:gs pos="100000">
                      <a:srgbClr val="0D4F9D"/>
                    </a:gs>
                    <a:gs pos="2000">
                      <a:srgbClr val="0D5DBD"/>
                    </a:gs>
                  </a:gsLst>
                  <a:path path="circle">
                    <a:fillToRect r="100000" b="100000"/>
                  </a:path>
                </a:gradFill>
                <a:latin typeface="思源黑体 CN Bold" panose="020B0800000000000000" pitchFamily="34" charset="-122"/>
                <a:ea typeface="思源黑体 CN Bold" panose="020B0800000000000000" pitchFamily="34" charset="-122"/>
              </a:rPr>
              <a:t>硬件设计与制造</a:t>
            </a:r>
          </a:p>
        </p:txBody>
      </p:sp>
      <p:grpSp>
        <p:nvGrpSpPr>
          <p:cNvPr id="12" name="组合 11">
            <a:extLst>
              <a:ext uri="{FF2B5EF4-FFF2-40B4-BE49-F238E27FC236}">
                <a16:creationId xmlns:a16="http://schemas.microsoft.com/office/drawing/2014/main" id="{ED14AF96-B080-73E3-B7A7-4557411FAB4E}"/>
              </a:ext>
            </a:extLst>
          </p:cNvPr>
          <p:cNvGrpSpPr/>
          <p:nvPr/>
        </p:nvGrpSpPr>
        <p:grpSpPr>
          <a:xfrm>
            <a:off x="0" y="69215"/>
            <a:ext cx="995681" cy="611505"/>
            <a:chOff x="-124969" y="77016"/>
            <a:chExt cx="1333093" cy="818840"/>
          </a:xfrm>
        </p:grpSpPr>
        <p:sp>
          <p:nvSpPr>
            <p:cNvPr id="14" name="矩形 13">
              <a:extLst>
                <a:ext uri="{FF2B5EF4-FFF2-40B4-BE49-F238E27FC236}">
                  <a16:creationId xmlns:a16="http://schemas.microsoft.com/office/drawing/2014/main" id="{D14FE52A-2CEC-CDB4-4326-74AEFC64E2A4}"/>
                </a:ext>
              </a:extLst>
            </p:cNvPr>
            <p:cNvSpPr/>
            <p:nvPr/>
          </p:nvSpPr>
          <p:spPr>
            <a:xfrm>
              <a:off x="-124969" y="175286"/>
              <a:ext cx="952293" cy="675088"/>
            </a:xfrm>
            <a:prstGeom prst="rect">
              <a:avLst/>
            </a:prstGeom>
            <a:gradFill flip="none" rotWithShape="1">
              <a:gsLst>
                <a:gs pos="0">
                  <a:srgbClr val="0D5DBD"/>
                </a:gs>
                <a:gs pos="100000">
                  <a:srgbClr val="0D4F9D"/>
                </a:gs>
              </a:gsLst>
              <a:lin ang="5400000" scaled="1"/>
              <a:tileRect/>
            </a:gra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srgbClr val="FFFFFF"/>
                </a:solidFill>
                <a:effectLst/>
                <a:uLnTx/>
                <a:uFillTx/>
                <a:latin typeface="Arial" panose="020B0604020202020204"/>
                <a:ea typeface="宋体" panose="02010600030101010101" pitchFamily="2" charset="-122"/>
                <a:cs typeface="+mn-cs"/>
              </a:endParaRPr>
            </a:p>
          </p:txBody>
        </p:sp>
        <p:sp>
          <p:nvSpPr>
            <p:cNvPr id="19" name="椭圆 18">
              <a:extLst>
                <a:ext uri="{FF2B5EF4-FFF2-40B4-BE49-F238E27FC236}">
                  <a16:creationId xmlns:a16="http://schemas.microsoft.com/office/drawing/2014/main" id="{319F73D6-BCC1-295A-4E9C-EB252FF26EFD}"/>
                </a:ext>
              </a:extLst>
            </p:cNvPr>
            <p:cNvSpPr/>
            <p:nvPr/>
          </p:nvSpPr>
          <p:spPr>
            <a:xfrm>
              <a:off x="389284" y="77016"/>
              <a:ext cx="818840" cy="818840"/>
            </a:xfrm>
            <a:prstGeom prst="ellipse">
              <a:avLst/>
            </a:prstGeom>
            <a:solidFill>
              <a:srgbClr val="FFFFFF"/>
            </a:solidFill>
            <a:ln w="12700" cap="flat" cmpd="sng" algn="ctr">
              <a:solidFill>
                <a:srgbClr val="FFFFFF"/>
              </a:solid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solidFill>
                    <a:srgbClr val="FFFFFF"/>
                  </a:solidFill>
                </a:ln>
                <a:solidFill>
                  <a:srgbClr val="FFFFFF"/>
                </a:solidFill>
                <a:effectLst/>
                <a:uLnTx/>
                <a:uFillTx/>
                <a:latin typeface="Arial" panose="020B0604020202020204"/>
                <a:ea typeface="宋体" panose="02010600030101010101" pitchFamily="2" charset="-122"/>
                <a:cs typeface="+mn-cs"/>
              </a:endParaRPr>
            </a:p>
          </p:txBody>
        </p:sp>
      </p:grpSp>
      <p:pic>
        <p:nvPicPr>
          <p:cNvPr id="20" name="Picture 2" descr="浙江大学-四川久光科技有限公司">
            <a:extLst>
              <a:ext uri="{FF2B5EF4-FFF2-40B4-BE49-F238E27FC236}">
                <a16:creationId xmlns:a16="http://schemas.microsoft.com/office/drawing/2014/main" id="{38F33451-017B-BE89-12EA-6DD78C43F3E1}"/>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t="29557" r="68065" b="28547"/>
          <a:stretch/>
        </p:blipFill>
        <p:spPr bwMode="auto">
          <a:xfrm>
            <a:off x="348256" y="24795"/>
            <a:ext cx="647425" cy="679492"/>
          </a:xfrm>
          <a:prstGeom prst="rect">
            <a:avLst/>
          </a:prstGeom>
          <a:noFill/>
          <a:extLst>
            <a:ext uri="{909E8E84-426E-40DD-AFC4-6F175D3DCCD1}">
              <a14:hiddenFill xmlns:a14="http://schemas.microsoft.com/office/drawing/2010/main">
                <a:solidFill>
                  <a:srgbClr val="FFFFFF"/>
                </a:solidFill>
              </a14:hiddenFill>
            </a:ext>
          </a:extLst>
        </p:spPr>
      </p:pic>
      <p:sp>
        <p:nvSpPr>
          <p:cNvPr id="68" name="AutoShape 4" descr="threezero 新世纪福音战士 EVA 初号机 收藏级可动模型多少钱-什么值得买">
            <a:extLst>
              <a:ext uri="{FF2B5EF4-FFF2-40B4-BE49-F238E27FC236}">
                <a16:creationId xmlns:a16="http://schemas.microsoft.com/office/drawing/2014/main" id="{D127AA0C-8B8E-0FBB-6BCE-846FEF8A4517}"/>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3" name="矩形 12">
            <a:extLst>
              <a:ext uri="{FF2B5EF4-FFF2-40B4-BE49-F238E27FC236}">
                <a16:creationId xmlns:a16="http://schemas.microsoft.com/office/drawing/2014/main" id="{5D99E1B1-655F-103F-0EB6-80D7EC173178}"/>
              </a:ext>
            </a:extLst>
          </p:cNvPr>
          <p:cNvSpPr/>
          <p:nvPr/>
        </p:nvSpPr>
        <p:spPr>
          <a:xfrm>
            <a:off x="0" y="659681"/>
            <a:ext cx="12192000" cy="461665"/>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400" b="1" dirty="0" err="1">
                <a:gradFill>
                  <a:gsLst>
                    <a:gs pos="100000">
                      <a:srgbClr val="0D4F9D"/>
                    </a:gs>
                    <a:gs pos="2000">
                      <a:srgbClr val="0D5DBD"/>
                    </a:gs>
                  </a:gsLst>
                  <a:path path="circle">
                    <a:fillToRect r="100000" b="100000"/>
                  </a:path>
                </a:gradFill>
                <a:latin typeface="思源黑体 CN Bold" panose="020B0800000000000000" pitchFamily="34" charset="-122"/>
                <a:ea typeface="思源黑体 CN Bold" panose="020B0800000000000000" pitchFamily="34" charset="-122"/>
              </a:rPr>
              <a:t>Solidworks</a:t>
            </a:r>
            <a:r>
              <a:rPr lang="zh-CN" altLang="en-US" sz="2400" b="1" dirty="0">
                <a:gradFill>
                  <a:gsLst>
                    <a:gs pos="100000">
                      <a:srgbClr val="0D4F9D"/>
                    </a:gs>
                    <a:gs pos="2000">
                      <a:srgbClr val="0D5DBD"/>
                    </a:gs>
                  </a:gsLst>
                  <a:path path="circle">
                    <a:fillToRect r="100000" b="100000"/>
                  </a:path>
                </a:gradFill>
                <a:latin typeface="思源黑体 CN Bold" panose="020B0800000000000000" pitchFamily="34" charset="-122"/>
                <a:ea typeface="思源黑体 CN Bold" panose="020B0800000000000000" pitchFamily="34" charset="-122"/>
              </a:rPr>
              <a:t>建模</a:t>
            </a:r>
            <a:r>
              <a:rPr lang="en-US" altLang="zh-CN" sz="2400" b="1" dirty="0">
                <a:gradFill>
                  <a:gsLst>
                    <a:gs pos="100000">
                      <a:srgbClr val="0D4F9D"/>
                    </a:gs>
                    <a:gs pos="2000">
                      <a:srgbClr val="0D5DBD"/>
                    </a:gs>
                  </a:gsLst>
                  <a:path path="circle">
                    <a:fillToRect r="100000" b="100000"/>
                  </a:path>
                </a:gradFill>
                <a:latin typeface="思源黑体 CN Bold" panose="020B0800000000000000" pitchFamily="34" charset="-122"/>
                <a:ea typeface="思源黑体 CN Bold" panose="020B0800000000000000" pitchFamily="34" charset="-122"/>
              </a:rPr>
              <a:t>+3D</a:t>
            </a:r>
            <a:r>
              <a:rPr lang="zh-CN" altLang="en-US" sz="2400" b="1" dirty="0">
                <a:gradFill>
                  <a:gsLst>
                    <a:gs pos="100000">
                      <a:srgbClr val="0D4F9D"/>
                    </a:gs>
                    <a:gs pos="2000">
                      <a:srgbClr val="0D5DBD"/>
                    </a:gs>
                  </a:gsLst>
                  <a:path path="circle">
                    <a:fillToRect r="100000" b="100000"/>
                  </a:path>
                </a:gradFill>
                <a:latin typeface="思源黑体 CN Bold" panose="020B0800000000000000" pitchFamily="34" charset="-122"/>
                <a:ea typeface="思源黑体 CN Bold" panose="020B0800000000000000" pitchFamily="34" charset="-122"/>
              </a:rPr>
              <a:t>打印</a:t>
            </a:r>
          </a:p>
        </p:txBody>
      </p:sp>
      <p:pic>
        <p:nvPicPr>
          <p:cNvPr id="4" name="图片 3">
            <a:extLst>
              <a:ext uri="{FF2B5EF4-FFF2-40B4-BE49-F238E27FC236}">
                <a16:creationId xmlns:a16="http://schemas.microsoft.com/office/drawing/2014/main" id="{868B756D-6D82-CABC-288B-FA56EDD2ED69}"/>
              </a:ext>
            </a:extLst>
          </p:cNvPr>
          <p:cNvPicPr>
            <a:picLocks noChangeAspect="1"/>
          </p:cNvPicPr>
          <p:nvPr/>
        </p:nvPicPr>
        <p:blipFill>
          <a:blip r:embed="rId4" cstate="print">
            <a:extLst>
              <a:ext uri="{28A0092B-C50C-407E-A947-70E740481C1C}">
                <a14:useLocalDpi xmlns:a14="http://schemas.microsoft.com/office/drawing/2010/main" val="0"/>
              </a:ext>
            </a:extLst>
          </a:blip>
          <a:srcRect l="29273" t="22106" r="52641" b="29403"/>
          <a:stretch>
            <a:fillRect/>
          </a:stretch>
        </p:blipFill>
        <p:spPr>
          <a:xfrm>
            <a:off x="1679941" y="2057162"/>
            <a:ext cx="1232888" cy="1756038"/>
          </a:xfrm>
          <a:prstGeom prst="rect">
            <a:avLst/>
          </a:prstGeom>
        </p:spPr>
      </p:pic>
      <p:pic>
        <p:nvPicPr>
          <p:cNvPr id="9" name="图片 8">
            <a:extLst>
              <a:ext uri="{FF2B5EF4-FFF2-40B4-BE49-F238E27FC236}">
                <a16:creationId xmlns:a16="http://schemas.microsoft.com/office/drawing/2014/main" id="{26493A04-25C8-A8D8-B18C-87CEF7D4F9B2}"/>
              </a:ext>
            </a:extLst>
          </p:cNvPr>
          <p:cNvPicPr>
            <a:picLocks noChangeAspect="1"/>
          </p:cNvPicPr>
          <p:nvPr/>
        </p:nvPicPr>
        <p:blipFill>
          <a:blip r:embed="rId5">
            <a:extLst>
              <a:ext uri="{28A0092B-C50C-407E-A947-70E740481C1C}">
                <a14:useLocalDpi xmlns:a14="http://schemas.microsoft.com/office/drawing/2010/main" val="0"/>
              </a:ext>
            </a:extLst>
          </a:blip>
          <a:srcRect l="33238" t="21879" r="53338" b="26598"/>
          <a:stretch>
            <a:fillRect/>
          </a:stretch>
        </p:blipFill>
        <p:spPr>
          <a:xfrm>
            <a:off x="1679941" y="3949940"/>
            <a:ext cx="1083731" cy="2209655"/>
          </a:xfrm>
          <a:prstGeom prst="rect">
            <a:avLst/>
          </a:prstGeom>
        </p:spPr>
      </p:pic>
      <p:pic>
        <p:nvPicPr>
          <p:cNvPr id="11" name="图片 10">
            <a:extLst>
              <a:ext uri="{FF2B5EF4-FFF2-40B4-BE49-F238E27FC236}">
                <a16:creationId xmlns:a16="http://schemas.microsoft.com/office/drawing/2014/main" id="{5ECA7D57-F664-01F5-FBA2-58979AD2F4EE}"/>
              </a:ext>
            </a:extLst>
          </p:cNvPr>
          <p:cNvPicPr>
            <a:picLocks noChangeAspect="1"/>
          </p:cNvPicPr>
          <p:nvPr/>
        </p:nvPicPr>
        <p:blipFill>
          <a:blip r:embed="rId6">
            <a:extLst>
              <a:ext uri="{28A0092B-C50C-407E-A947-70E740481C1C}">
                <a14:useLocalDpi xmlns:a14="http://schemas.microsoft.com/office/drawing/2010/main" val="0"/>
              </a:ext>
            </a:extLst>
          </a:blip>
          <a:srcRect l="42825" t="17815" r="43246" b="7242"/>
          <a:stretch>
            <a:fillRect/>
          </a:stretch>
        </p:blipFill>
        <p:spPr>
          <a:xfrm>
            <a:off x="5371606" y="2057162"/>
            <a:ext cx="1448787" cy="4141157"/>
          </a:xfrm>
          <a:prstGeom prst="rect">
            <a:avLst/>
          </a:prstGeom>
        </p:spPr>
      </p:pic>
      <p:pic>
        <p:nvPicPr>
          <p:cNvPr id="16" name="图片 15">
            <a:extLst>
              <a:ext uri="{FF2B5EF4-FFF2-40B4-BE49-F238E27FC236}">
                <a16:creationId xmlns:a16="http://schemas.microsoft.com/office/drawing/2014/main" id="{2146538A-7788-DE85-A4BC-A7F70939C410}"/>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439642" y="2221140"/>
            <a:ext cx="2859900" cy="3813200"/>
          </a:xfrm>
          <a:prstGeom prst="rect">
            <a:avLst/>
          </a:prstGeom>
        </p:spPr>
      </p:pic>
      <p:pic>
        <p:nvPicPr>
          <p:cNvPr id="3" name="图片 2" descr="桌子上的电脑和绿色的玩具&#10;&#10;低可信度描述已自动生成">
            <a:extLst>
              <a:ext uri="{FF2B5EF4-FFF2-40B4-BE49-F238E27FC236}">
                <a16:creationId xmlns:a16="http://schemas.microsoft.com/office/drawing/2014/main" id="{5B9B78B2-8B1D-B227-40EB-E2B92A05D3BE}"/>
              </a:ext>
            </a:extLst>
          </p:cNvPr>
          <p:cNvPicPr>
            <a:picLocks noChangeAspect="1"/>
          </p:cNvPicPr>
          <p:nvPr/>
        </p:nvPicPr>
        <p:blipFill>
          <a:blip r:embed="rId8" cstate="print">
            <a:extLst>
              <a:ext uri="{28A0092B-C50C-407E-A947-70E740481C1C}">
                <a14:useLocalDpi xmlns:a14="http://schemas.microsoft.com/office/drawing/2010/main" val="0"/>
              </a:ext>
            </a:extLst>
          </a:blip>
          <a:srcRect t="30963"/>
          <a:stretch/>
        </p:blipFill>
        <p:spPr>
          <a:xfrm>
            <a:off x="6976910" y="1299780"/>
            <a:ext cx="5143500" cy="4734560"/>
          </a:xfrm>
          <a:prstGeom prst="rect">
            <a:avLst/>
          </a:prstGeom>
        </p:spPr>
      </p:pic>
      <p:pic>
        <p:nvPicPr>
          <p:cNvPr id="21" name="图片 20">
            <a:extLst>
              <a:ext uri="{FF2B5EF4-FFF2-40B4-BE49-F238E27FC236}">
                <a16:creationId xmlns:a16="http://schemas.microsoft.com/office/drawing/2014/main" id="{873E6272-ABF0-1845-8168-A6A29A2C4847}"/>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3861" y="258970"/>
            <a:ext cx="12192000" cy="6490522"/>
          </a:xfrm>
          <a:prstGeom prst="rect">
            <a:avLst/>
          </a:prstGeom>
        </p:spPr>
      </p:pic>
    </p:spTree>
    <p:extLst>
      <p:ext uri="{BB962C8B-B14F-4D97-AF65-F5344CB8AC3E}">
        <p14:creationId xmlns:p14="http://schemas.microsoft.com/office/powerpoint/2010/main" val="1770969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B268C7-6FA9-1FD6-AA7E-4ED30793624A}"/>
            </a:ext>
          </a:extLst>
        </p:cNvPr>
        <p:cNvGrpSpPr/>
        <p:nvPr/>
      </p:nvGrpSpPr>
      <p:grpSpPr>
        <a:xfrm>
          <a:off x="0" y="0"/>
          <a:ext cx="0" cy="0"/>
          <a:chOff x="0" y="0"/>
          <a:chExt cx="0" cy="0"/>
        </a:xfrm>
      </p:grpSpPr>
      <p:sp>
        <p:nvSpPr>
          <p:cNvPr id="19" name="TextBox 70">
            <a:extLst>
              <a:ext uri="{FF2B5EF4-FFF2-40B4-BE49-F238E27FC236}">
                <a16:creationId xmlns:a16="http://schemas.microsoft.com/office/drawing/2014/main" id="{8587EE8D-265A-A7C2-6BF9-075CD835C011}"/>
              </a:ext>
            </a:extLst>
          </p:cNvPr>
          <p:cNvSpPr txBox="1">
            <a:spLocks noChangeArrowheads="1"/>
          </p:cNvSpPr>
          <p:nvPr/>
        </p:nvSpPr>
        <p:spPr bwMode="auto">
          <a:xfrm>
            <a:off x="5362339" y="3024695"/>
            <a:ext cx="68" cy="276999"/>
          </a:xfrm>
          <a:prstGeom prst="rect">
            <a:avLst/>
          </a:prstGeom>
          <a:solidFill>
            <a:srgbClr val="FFFF00"/>
          </a:solidFill>
          <a:ln>
            <a:noFill/>
          </a:ln>
        </p:spPr>
        <p:txBody>
          <a:bodyPr wrap="none" lIns="0" tIns="0" rIns="0" bIns="0">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微软雅黑" panose="020B0503020204020204" pitchFamily="34" charset="-122"/>
                <a:ea typeface="微软雅黑" panose="020B0503020204020204" pitchFamily="34" charset="-122"/>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微软雅黑" panose="020B0503020204020204" pitchFamily="34" charset="-122"/>
                <a:ea typeface="微软雅黑" panose="020B0503020204020204" pitchFamily="34" charset="-122"/>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微软雅黑" panose="020B0503020204020204" pitchFamily="34" charset="-122"/>
                <a:ea typeface="微软雅黑" panose="020B0503020204020204" pitchFamily="34" charset="-122"/>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9pPr>
          </a:lstStyle>
          <a:p>
            <a:pPr algn="ctr" eaLnBrk="1" hangingPunct="1">
              <a:spcBef>
                <a:spcPct val="0"/>
              </a:spcBef>
              <a:buClrTx/>
              <a:buSzTx/>
              <a:buFontTx/>
              <a:buNone/>
            </a:pPr>
            <a:endParaRPr lang="zh-CN" altLang="en-US" sz="1800" b="1" dirty="0">
              <a:latin typeface="Times New Roman" panose="02020603050405020304" pitchFamily="18" charset="0"/>
              <a:ea typeface="黑体" panose="02010609060101010101" charset="-122"/>
              <a:cs typeface="Times New Roman" panose="02020603050405020304" pitchFamily="18" charset="0"/>
            </a:endParaRPr>
          </a:p>
        </p:txBody>
      </p:sp>
      <p:sp>
        <p:nvSpPr>
          <p:cNvPr id="23" name="箭头: 右 7">
            <a:extLst>
              <a:ext uri="{FF2B5EF4-FFF2-40B4-BE49-F238E27FC236}">
                <a16:creationId xmlns:a16="http://schemas.microsoft.com/office/drawing/2014/main" id="{791BD207-D196-33AF-3D26-1E2CEA8F121C}"/>
              </a:ext>
            </a:extLst>
          </p:cNvPr>
          <p:cNvSpPr/>
          <p:nvPr/>
        </p:nvSpPr>
        <p:spPr>
          <a:xfrm rot="5400000" flipV="1">
            <a:off x="5697945" y="3579118"/>
            <a:ext cx="676507" cy="614045"/>
          </a:xfrm>
          <a:custGeom>
            <a:avLst/>
            <a:gdLst>
              <a:gd name="connsiteX0" fmla="*/ 0 w 967386"/>
              <a:gd name="connsiteY0" fmla="*/ 289493 h 1157972"/>
              <a:gd name="connsiteX1" fmla="*/ 483693 w 967386"/>
              <a:gd name="connsiteY1" fmla="*/ 289493 h 1157972"/>
              <a:gd name="connsiteX2" fmla="*/ 483693 w 967386"/>
              <a:gd name="connsiteY2" fmla="*/ 0 h 1157972"/>
              <a:gd name="connsiteX3" fmla="*/ 967386 w 967386"/>
              <a:gd name="connsiteY3" fmla="*/ 578986 h 1157972"/>
              <a:gd name="connsiteX4" fmla="*/ 483693 w 967386"/>
              <a:gd name="connsiteY4" fmla="*/ 1157972 h 1157972"/>
              <a:gd name="connsiteX5" fmla="*/ 483693 w 967386"/>
              <a:gd name="connsiteY5" fmla="*/ 868479 h 1157972"/>
              <a:gd name="connsiteX6" fmla="*/ 0 w 967386"/>
              <a:gd name="connsiteY6" fmla="*/ 868479 h 1157972"/>
              <a:gd name="connsiteX7" fmla="*/ 0 w 967386"/>
              <a:gd name="connsiteY7" fmla="*/ 289493 h 1157972"/>
              <a:gd name="connsiteX0-1" fmla="*/ 21772 w 989158"/>
              <a:gd name="connsiteY0-2" fmla="*/ 289493 h 1157972"/>
              <a:gd name="connsiteX1-3" fmla="*/ 505465 w 989158"/>
              <a:gd name="connsiteY1-4" fmla="*/ 289493 h 1157972"/>
              <a:gd name="connsiteX2-5" fmla="*/ 505465 w 989158"/>
              <a:gd name="connsiteY2-6" fmla="*/ 0 h 1157972"/>
              <a:gd name="connsiteX3-7" fmla="*/ 989158 w 989158"/>
              <a:gd name="connsiteY3-8" fmla="*/ 578986 h 1157972"/>
              <a:gd name="connsiteX4-9" fmla="*/ 505465 w 989158"/>
              <a:gd name="connsiteY4-10" fmla="*/ 1157972 h 1157972"/>
              <a:gd name="connsiteX5-11" fmla="*/ 505465 w 989158"/>
              <a:gd name="connsiteY5-12" fmla="*/ 868479 h 1157972"/>
              <a:gd name="connsiteX6-13" fmla="*/ 0 w 989158"/>
              <a:gd name="connsiteY6-14" fmla="*/ 1031765 h 1157972"/>
              <a:gd name="connsiteX7-15" fmla="*/ 21772 w 989158"/>
              <a:gd name="connsiteY7-16" fmla="*/ 289493 h 1157972"/>
              <a:gd name="connsiteX0-17" fmla="*/ 0 w 1021814"/>
              <a:gd name="connsiteY0-18" fmla="*/ 0 h 1184164"/>
              <a:gd name="connsiteX1-19" fmla="*/ 538121 w 1021814"/>
              <a:gd name="connsiteY1-20" fmla="*/ 315685 h 1184164"/>
              <a:gd name="connsiteX2-21" fmla="*/ 538121 w 1021814"/>
              <a:gd name="connsiteY2-22" fmla="*/ 26192 h 1184164"/>
              <a:gd name="connsiteX3-23" fmla="*/ 1021814 w 1021814"/>
              <a:gd name="connsiteY3-24" fmla="*/ 605178 h 1184164"/>
              <a:gd name="connsiteX4-25" fmla="*/ 538121 w 1021814"/>
              <a:gd name="connsiteY4-26" fmla="*/ 1184164 h 1184164"/>
              <a:gd name="connsiteX5-27" fmla="*/ 538121 w 1021814"/>
              <a:gd name="connsiteY5-28" fmla="*/ 894671 h 1184164"/>
              <a:gd name="connsiteX6-29" fmla="*/ 32656 w 1021814"/>
              <a:gd name="connsiteY6-30" fmla="*/ 1057957 h 1184164"/>
              <a:gd name="connsiteX7-31" fmla="*/ 0 w 1021814"/>
              <a:gd name="connsiteY7-32" fmla="*/ 0 h 1184164"/>
              <a:gd name="connsiteX0-33" fmla="*/ 43544 w 989158"/>
              <a:gd name="connsiteY0-34" fmla="*/ 93550 h 1157972"/>
              <a:gd name="connsiteX1-35" fmla="*/ 505465 w 989158"/>
              <a:gd name="connsiteY1-36" fmla="*/ 289493 h 1157972"/>
              <a:gd name="connsiteX2-37" fmla="*/ 505465 w 989158"/>
              <a:gd name="connsiteY2-38" fmla="*/ 0 h 1157972"/>
              <a:gd name="connsiteX3-39" fmla="*/ 989158 w 989158"/>
              <a:gd name="connsiteY3-40" fmla="*/ 578986 h 1157972"/>
              <a:gd name="connsiteX4-41" fmla="*/ 505465 w 989158"/>
              <a:gd name="connsiteY4-42" fmla="*/ 1157972 h 1157972"/>
              <a:gd name="connsiteX5-43" fmla="*/ 505465 w 989158"/>
              <a:gd name="connsiteY5-44" fmla="*/ 868479 h 1157972"/>
              <a:gd name="connsiteX6-45" fmla="*/ 0 w 989158"/>
              <a:gd name="connsiteY6-46" fmla="*/ 1031765 h 1157972"/>
              <a:gd name="connsiteX7-47" fmla="*/ 43544 w 989158"/>
              <a:gd name="connsiteY7-48" fmla="*/ 93550 h 1157972"/>
              <a:gd name="connsiteX0-49" fmla="*/ 0 w 1010928"/>
              <a:gd name="connsiteY0-50" fmla="*/ 39122 h 1157972"/>
              <a:gd name="connsiteX1-51" fmla="*/ 527235 w 1010928"/>
              <a:gd name="connsiteY1-52" fmla="*/ 289493 h 1157972"/>
              <a:gd name="connsiteX2-53" fmla="*/ 527235 w 1010928"/>
              <a:gd name="connsiteY2-54" fmla="*/ 0 h 1157972"/>
              <a:gd name="connsiteX3-55" fmla="*/ 1010928 w 1010928"/>
              <a:gd name="connsiteY3-56" fmla="*/ 578986 h 1157972"/>
              <a:gd name="connsiteX4-57" fmla="*/ 527235 w 1010928"/>
              <a:gd name="connsiteY4-58" fmla="*/ 1157972 h 1157972"/>
              <a:gd name="connsiteX5-59" fmla="*/ 527235 w 1010928"/>
              <a:gd name="connsiteY5-60" fmla="*/ 868479 h 1157972"/>
              <a:gd name="connsiteX6-61" fmla="*/ 21770 w 1010928"/>
              <a:gd name="connsiteY6-62" fmla="*/ 1031765 h 1157972"/>
              <a:gd name="connsiteX7-63" fmla="*/ 0 w 1010928"/>
              <a:gd name="connsiteY7-64" fmla="*/ 39122 h 1157972"/>
              <a:gd name="connsiteX0-65" fmla="*/ 10887 w 989158"/>
              <a:gd name="connsiteY0-66" fmla="*/ 82665 h 1157972"/>
              <a:gd name="connsiteX1-67" fmla="*/ 505465 w 989158"/>
              <a:gd name="connsiteY1-68" fmla="*/ 289493 h 1157972"/>
              <a:gd name="connsiteX2-69" fmla="*/ 505465 w 989158"/>
              <a:gd name="connsiteY2-70" fmla="*/ 0 h 1157972"/>
              <a:gd name="connsiteX3-71" fmla="*/ 989158 w 989158"/>
              <a:gd name="connsiteY3-72" fmla="*/ 578986 h 1157972"/>
              <a:gd name="connsiteX4-73" fmla="*/ 505465 w 989158"/>
              <a:gd name="connsiteY4-74" fmla="*/ 1157972 h 1157972"/>
              <a:gd name="connsiteX5-75" fmla="*/ 505465 w 989158"/>
              <a:gd name="connsiteY5-76" fmla="*/ 868479 h 1157972"/>
              <a:gd name="connsiteX6-77" fmla="*/ 0 w 989158"/>
              <a:gd name="connsiteY6-78" fmla="*/ 1031765 h 1157972"/>
              <a:gd name="connsiteX7-79" fmla="*/ 10887 w 989158"/>
              <a:gd name="connsiteY7-80" fmla="*/ 82665 h 1157972"/>
              <a:gd name="connsiteX0-81" fmla="*/ 10887 w 989158"/>
              <a:gd name="connsiteY0-82" fmla="*/ 82665 h 1157972"/>
              <a:gd name="connsiteX1-83" fmla="*/ 505465 w 989158"/>
              <a:gd name="connsiteY1-84" fmla="*/ 289493 h 1157972"/>
              <a:gd name="connsiteX2-85" fmla="*/ 505465 w 989158"/>
              <a:gd name="connsiteY2-86" fmla="*/ 0 h 1157972"/>
              <a:gd name="connsiteX3-87" fmla="*/ 989158 w 989158"/>
              <a:gd name="connsiteY3-88" fmla="*/ 578986 h 1157972"/>
              <a:gd name="connsiteX4-89" fmla="*/ 505465 w 989158"/>
              <a:gd name="connsiteY4-90" fmla="*/ 1157972 h 1157972"/>
              <a:gd name="connsiteX5-91" fmla="*/ 505465 w 989158"/>
              <a:gd name="connsiteY5-92" fmla="*/ 868479 h 1157972"/>
              <a:gd name="connsiteX6-93" fmla="*/ 0 w 989158"/>
              <a:gd name="connsiteY6-94" fmla="*/ 1031765 h 1157972"/>
              <a:gd name="connsiteX7-95" fmla="*/ 10887 w 989158"/>
              <a:gd name="connsiteY7-96" fmla="*/ 82665 h 1157972"/>
              <a:gd name="connsiteX0-97" fmla="*/ 10887 w 989158"/>
              <a:gd name="connsiteY0-98" fmla="*/ 82665 h 1157972"/>
              <a:gd name="connsiteX1-99" fmla="*/ 505465 w 989158"/>
              <a:gd name="connsiteY1-100" fmla="*/ 289493 h 1157972"/>
              <a:gd name="connsiteX2-101" fmla="*/ 505465 w 989158"/>
              <a:gd name="connsiteY2-102" fmla="*/ 0 h 1157972"/>
              <a:gd name="connsiteX3-103" fmla="*/ 989158 w 989158"/>
              <a:gd name="connsiteY3-104" fmla="*/ 578986 h 1157972"/>
              <a:gd name="connsiteX4-105" fmla="*/ 505465 w 989158"/>
              <a:gd name="connsiteY4-106" fmla="*/ 1157972 h 1157972"/>
              <a:gd name="connsiteX5-107" fmla="*/ 505465 w 989158"/>
              <a:gd name="connsiteY5-108" fmla="*/ 868479 h 1157972"/>
              <a:gd name="connsiteX6-109" fmla="*/ 0 w 989158"/>
              <a:gd name="connsiteY6-110" fmla="*/ 1031765 h 1157972"/>
              <a:gd name="connsiteX7-111" fmla="*/ 10887 w 989158"/>
              <a:gd name="connsiteY7-112" fmla="*/ 82665 h 1157972"/>
              <a:gd name="connsiteX0-113" fmla="*/ 10887 w 989158"/>
              <a:gd name="connsiteY0-114" fmla="*/ 82665 h 1157972"/>
              <a:gd name="connsiteX1-115" fmla="*/ 505465 w 989158"/>
              <a:gd name="connsiteY1-116" fmla="*/ 289493 h 1157972"/>
              <a:gd name="connsiteX2-117" fmla="*/ 505465 w 989158"/>
              <a:gd name="connsiteY2-118" fmla="*/ 0 h 1157972"/>
              <a:gd name="connsiteX3-119" fmla="*/ 989158 w 989158"/>
              <a:gd name="connsiteY3-120" fmla="*/ 578986 h 1157972"/>
              <a:gd name="connsiteX4-121" fmla="*/ 505465 w 989158"/>
              <a:gd name="connsiteY4-122" fmla="*/ 1157972 h 1157972"/>
              <a:gd name="connsiteX5-123" fmla="*/ 505465 w 989158"/>
              <a:gd name="connsiteY5-124" fmla="*/ 868479 h 1157972"/>
              <a:gd name="connsiteX6-125" fmla="*/ 0 w 989158"/>
              <a:gd name="connsiteY6-126" fmla="*/ 1031765 h 1157972"/>
              <a:gd name="connsiteX7-127" fmla="*/ 10887 w 989158"/>
              <a:gd name="connsiteY7-128" fmla="*/ 82665 h 1157972"/>
              <a:gd name="connsiteX0-129" fmla="*/ 10887 w 989158"/>
              <a:gd name="connsiteY0-130" fmla="*/ 82665 h 1157972"/>
              <a:gd name="connsiteX1-131" fmla="*/ 505465 w 989158"/>
              <a:gd name="connsiteY1-132" fmla="*/ 289493 h 1157972"/>
              <a:gd name="connsiteX2-133" fmla="*/ 505465 w 989158"/>
              <a:gd name="connsiteY2-134" fmla="*/ 0 h 1157972"/>
              <a:gd name="connsiteX3-135" fmla="*/ 989158 w 989158"/>
              <a:gd name="connsiteY3-136" fmla="*/ 578986 h 1157972"/>
              <a:gd name="connsiteX4-137" fmla="*/ 505465 w 989158"/>
              <a:gd name="connsiteY4-138" fmla="*/ 1157972 h 1157972"/>
              <a:gd name="connsiteX5-139" fmla="*/ 505465 w 989158"/>
              <a:gd name="connsiteY5-140" fmla="*/ 737851 h 1157972"/>
              <a:gd name="connsiteX6-141" fmla="*/ 0 w 989158"/>
              <a:gd name="connsiteY6-142" fmla="*/ 1031765 h 1157972"/>
              <a:gd name="connsiteX7-143" fmla="*/ 10887 w 989158"/>
              <a:gd name="connsiteY7-144" fmla="*/ 82665 h 1157972"/>
              <a:gd name="connsiteX0-145" fmla="*/ 10887 w 989158"/>
              <a:gd name="connsiteY0-146" fmla="*/ 82665 h 1157972"/>
              <a:gd name="connsiteX1-147" fmla="*/ 494580 w 989158"/>
              <a:gd name="connsiteY1-148" fmla="*/ 420122 h 1157972"/>
              <a:gd name="connsiteX2-149" fmla="*/ 505465 w 989158"/>
              <a:gd name="connsiteY2-150" fmla="*/ 0 h 1157972"/>
              <a:gd name="connsiteX3-151" fmla="*/ 989158 w 989158"/>
              <a:gd name="connsiteY3-152" fmla="*/ 578986 h 1157972"/>
              <a:gd name="connsiteX4-153" fmla="*/ 505465 w 989158"/>
              <a:gd name="connsiteY4-154" fmla="*/ 1157972 h 1157972"/>
              <a:gd name="connsiteX5-155" fmla="*/ 505465 w 989158"/>
              <a:gd name="connsiteY5-156" fmla="*/ 737851 h 1157972"/>
              <a:gd name="connsiteX6-157" fmla="*/ 0 w 989158"/>
              <a:gd name="connsiteY6-158" fmla="*/ 1031765 h 1157972"/>
              <a:gd name="connsiteX7-159" fmla="*/ 10887 w 989158"/>
              <a:gd name="connsiteY7-160" fmla="*/ 82665 h 1157972"/>
              <a:gd name="connsiteX0-161" fmla="*/ 10887 w 847870"/>
              <a:gd name="connsiteY0-162" fmla="*/ 82665 h 1157972"/>
              <a:gd name="connsiteX1-163" fmla="*/ 494580 w 847870"/>
              <a:gd name="connsiteY1-164" fmla="*/ 420122 h 1157972"/>
              <a:gd name="connsiteX2-165" fmla="*/ 505465 w 847870"/>
              <a:gd name="connsiteY2-166" fmla="*/ 0 h 1157972"/>
              <a:gd name="connsiteX3-167" fmla="*/ 847870 w 847870"/>
              <a:gd name="connsiteY3-168" fmla="*/ 572636 h 1157972"/>
              <a:gd name="connsiteX4-169" fmla="*/ 505465 w 847870"/>
              <a:gd name="connsiteY4-170" fmla="*/ 1157972 h 1157972"/>
              <a:gd name="connsiteX5-171" fmla="*/ 505465 w 847870"/>
              <a:gd name="connsiteY5-172" fmla="*/ 737851 h 1157972"/>
              <a:gd name="connsiteX6-173" fmla="*/ 0 w 847870"/>
              <a:gd name="connsiteY6-174" fmla="*/ 1031765 h 1157972"/>
              <a:gd name="connsiteX7-175" fmla="*/ 10887 w 847870"/>
              <a:gd name="connsiteY7-176" fmla="*/ 82665 h 1157972"/>
              <a:gd name="connsiteX0-177" fmla="*/ 10887 w 847870"/>
              <a:gd name="connsiteY0-178" fmla="*/ 82665 h 1157972"/>
              <a:gd name="connsiteX1-179" fmla="*/ 494580 w 847870"/>
              <a:gd name="connsiteY1-180" fmla="*/ 420122 h 1157972"/>
              <a:gd name="connsiteX2-181" fmla="*/ 505465 w 847870"/>
              <a:gd name="connsiteY2-182" fmla="*/ 0 h 1157972"/>
              <a:gd name="connsiteX3-183" fmla="*/ 847870 w 847870"/>
              <a:gd name="connsiteY3-184" fmla="*/ 572636 h 1157972"/>
              <a:gd name="connsiteX4-185" fmla="*/ 505465 w 847870"/>
              <a:gd name="connsiteY4-186" fmla="*/ 1157972 h 1157972"/>
              <a:gd name="connsiteX5-187" fmla="*/ 505465 w 847870"/>
              <a:gd name="connsiteY5-188" fmla="*/ 737851 h 1157972"/>
              <a:gd name="connsiteX6-189" fmla="*/ 0 w 847870"/>
              <a:gd name="connsiteY6-190" fmla="*/ 1031765 h 1157972"/>
              <a:gd name="connsiteX7-191" fmla="*/ 10887 w 847870"/>
              <a:gd name="connsiteY7-192" fmla="*/ 82665 h 1157972"/>
              <a:gd name="connsiteX0-193" fmla="*/ 10887 w 847870"/>
              <a:gd name="connsiteY0-194" fmla="*/ 82665 h 1070660"/>
              <a:gd name="connsiteX1-195" fmla="*/ 494580 w 847870"/>
              <a:gd name="connsiteY1-196" fmla="*/ 420122 h 1070660"/>
              <a:gd name="connsiteX2-197" fmla="*/ 505465 w 847870"/>
              <a:gd name="connsiteY2-198" fmla="*/ 0 h 1070660"/>
              <a:gd name="connsiteX3-199" fmla="*/ 847870 w 847870"/>
              <a:gd name="connsiteY3-200" fmla="*/ 572636 h 1070660"/>
              <a:gd name="connsiteX4-201" fmla="*/ 508640 w 847870"/>
              <a:gd name="connsiteY4-202" fmla="*/ 1070660 h 1070660"/>
              <a:gd name="connsiteX5-203" fmla="*/ 505465 w 847870"/>
              <a:gd name="connsiteY5-204" fmla="*/ 737851 h 1070660"/>
              <a:gd name="connsiteX6-205" fmla="*/ 0 w 847870"/>
              <a:gd name="connsiteY6-206" fmla="*/ 1031765 h 1070660"/>
              <a:gd name="connsiteX7-207" fmla="*/ 10887 w 847870"/>
              <a:gd name="connsiteY7-208" fmla="*/ 82665 h 1070660"/>
              <a:gd name="connsiteX0-209" fmla="*/ 10887 w 847870"/>
              <a:gd name="connsiteY0-210" fmla="*/ 0 h 987995"/>
              <a:gd name="connsiteX1-211" fmla="*/ 494580 w 847870"/>
              <a:gd name="connsiteY1-212" fmla="*/ 337457 h 987995"/>
              <a:gd name="connsiteX2-213" fmla="*/ 530865 w 847870"/>
              <a:gd name="connsiteY2-214" fmla="*/ 82435 h 987995"/>
              <a:gd name="connsiteX3-215" fmla="*/ 847870 w 847870"/>
              <a:gd name="connsiteY3-216" fmla="*/ 489971 h 987995"/>
              <a:gd name="connsiteX4-217" fmla="*/ 508640 w 847870"/>
              <a:gd name="connsiteY4-218" fmla="*/ 987995 h 987995"/>
              <a:gd name="connsiteX5-219" fmla="*/ 505465 w 847870"/>
              <a:gd name="connsiteY5-220" fmla="*/ 655186 h 987995"/>
              <a:gd name="connsiteX6-221" fmla="*/ 0 w 847870"/>
              <a:gd name="connsiteY6-222" fmla="*/ 949100 h 987995"/>
              <a:gd name="connsiteX7-223" fmla="*/ 10887 w 847870"/>
              <a:gd name="connsiteY7-224" fmla="*/ 0 h 987995"/>
              <a:gd name="connsiteX0-225" fmla="*/ 10887 w 847870"/>
              <a:gd name="connsiteY0-226" fmla="*/ 0 h 949100"/>
              <a:gd name="connsiteX1-227" fmla="*/ 494580 w 847870"/>
              <a:gd name="connsiteY1-228" fmla="*/ 337457 h 949100"/>
              <a:gd name="connsiteX2-229" fmla="*/ 530865 w 847870"/>
              <a:gd name="connsiteY2-230" fmla="*/ 82435 h 949100"/>
              <a:gd name="connsiteX3-231" fmla="*/ 847870 w 847870"/>
              <a:gd name="connsiteY3-232" fmla="*/ 489971 h 949100"/>
              <a:gd name="connsiteX4-233" fmla="*/ 511818 w 847870"/>
              <a:gd name="connsiteY4-234" fmla="*/ 921320 h 949100"/>
              <a:gd name="connsiteX5-235" fmla="*/ 505465 w 847870"/>
              <a:gd name="connsiteY5-236" fmla="*/ 655186 h 949100"/>
              <a:gd name="connsiteX6-237" fmla="*/ 0 w 847870"/>
              <a:gd name="connsiteY6-238" fmla="*/ 949100 h 949100"/>
              <a:gd name="connsiteX7-239" fmla="*/ 10887 w 847870"/>
              <a:gd name="connsiteY7-240" fmla="*/ 0 h 949100"/>
              <a:gd name="connsiteX0-241" fmla="*/ 10887 w 847870"/>
              <a:gd name="connsiteY0-242" fmla="*/ 0 h 949100"/>
              <a:gd name="connsiteX1-243" fmla="*/ 494580 w 847870"/>
              <a:gd name="connsiteY1-244" fmla="*/ 337457 h 949100"/>
              <a:gd name="connsiteX2-245" fmla="*/ 508640 w 847870"/>
              <a:gd name="connsiteY2-246" fmla="*/ 79260 h 949100"/>
              <a:gd name="connsiteX3-247" fmla="*/ 847870 w 847870"/>
              <a:gd name="connsiteY3-248" fmla="*/ 489971 h 949100"/>
              <a:gd name="connsiteX4-249" fmla="*/ 511818 w 847870"/>
              <a:gd name="connsiteY4-250" fmla="*/ 921320 h 949100"/>
              <a:gd name="connsiteX5-251" fmla="*/ 505465 w 847870"/>
              <a:gd name="connsiteY5-252" fmla="*/ 655186 h 949100"/>
              <a:gd name="connsiteX6-253" fmla="*/ 0 w 847870"/>
              <a:gd name="connsiteY6-254" fmla="*/ 949100 h 949100"/>
              <a:gd name="connsiteX7-255" fmla="*/ 10887 w 847870"/>
              <a:gd name="connsiteY7-256" fmla="*/ 0 h 949100"/>
              <a:gd name="connsiteX0-257" fmla="*/ 10887 w 847870"/>
              <a:gd name="connsiteY0-258" fmla="*/ 0 h 949100"/>
              <a:gd name="connsiteX1-259" fmla="*/ 494580 w 847870"/>
              <a:gd name="connsiteY1-260" fmla="*/ 337457 h 949100"/>
              <a:gd name="connsiteX2-261" fmla="*/ 516577 w 847870"/>
              <a:gd name="connsiteY2-262" fmla="*/ 61797 h 949100"/>
              <a:gd name="connsiteX3-263" fmla="*/ 847870 w 847870"/>
              <a:gd name="connsiteY3-264" fmla="*/ 489971 h 949100"/>
              <a:gd name="connsiteX4-265" fmla="*/ 511818 w 847870"/>
              <a:gd name="connsiteY4-266" fmla="*/ 921320 h 949100"/>
              <a:gd name="connsiteX5-267" fmla="*/ 505465 w 847870"/>
              <a:gd name="connsiteY5-268" fmla="*/ 655186 h 949100"/>
              <a:gd name="connsiteX6-269" fmla="*/ 0 w 847870"/>
              <a:gd name="connsiteY6-270" fmla="*/ 949100 h 949100"/>
              <a:gd name="connsiteX7-271" fmla="*/ 10887 w 847870"/>
              <a:gd name="connsiteY7-272" fmla="*/ 0 h 949100"/>
              <a:gd name="connsiteX0-273" fmla="*/ 10887 w 847870"/>
              <a:gd name="connsiteY0-274" fmla="*/ 0 h 949100"/>
              <a:gd name="connsiteX1-275" fmla="*/ 494580 w 847870"/>
              <a:gd name="connsiteY1-276" fmla="*/ 337457 h 949100"/>
              <a:gd name="connsiteX2-277" fmla="*/ 503877 w 847870"/>
              <a:gd name="connsiteY2-278" fmla="*/ 58622 h 949100"/>
              <a:gd name="connsiteX3-279" fmla="*/ 847870 w 847870"/>
              <a:gd name="connsiteY3-280" fmla="*/ 489971 h 949100"/>
              <a:gd name="connsiteX4-281" fmla="*/ 511818 w 847870"/>
              <a:gd name="connsiteY4-282" fmla="*/ 921320 h 949100"/>
              <a:gd name="connsiteX5-283" fmla="*/ 505465 w 847870"/>
              <a:gd name="connsiteY5-284" fmla="*/ 655186 h 949100"/>
              <a:gd name="connsiteX6-285" fmla="*/ 0 w 847870"/>
              <a:gd name="connsiteY6-286" fmla="*/ 949100 h 949100"/>
              <a:gd name="connsiteX7-287" fmla="*/ 10887 w 847870"/>
              <a:gd name="connsiteY7-288" fmla="*/ 0 h 949100"/>
              <a:gd name="connsiteX0-289" fmla="*/ 10887 w 847870"/>
              <a:gd name="connsiteY0-290" fmla="*/ 0 h 949100"/>
              <a:gd name="connsiteX1-291" fmla="*/ 504105 w 847870"/>
              <a:gd name="connsiteY1-292" fmla="*/ 345395 h 949100"/>
              <a:gd name="connsiteX2-293" fmla="*/ 503877 w 847870"/>
              <a:gd name="connsiteY2-294" fmla="*/ 58622 h 949100"/>
              <a:gd name="connsiteX3-295" fmla="*/ 847870 w 847870"/>
              <a:gd name="connsiteY3-296" fmla="*/ 489971 h 949100"/>
              <a:gd name="connsiteX4-297" fmla="*/ 511818 w 847870"/>
              <a:gd name="connsiteY4-298" fmla="*/ 921320 h 949100"/>
              <a:gd name="connsiteX5-299" fmla="*/ 505465 w 847870"/>
              <a:gd name="connsiteY5-300" fmla="*/ 655186 h 949100"/>
              <a:gd name="connsiteX6-301" fmla="*/ 0 w 847870"/>
              <a:gd name="connsiteY6-302" fmla="*/ 949100 h 949100"/>
              <a:gd name="connsiteX7-303" fmla="*/ 10887 w 847870"/>
              <a:gd name="connsiteY7-304" fmla="*/ 0 h 949100"/>
              <a:gd name="connsiteX0-305" fmla="*/ 10887 w 847870"/>
              <a:gd name="connsiteY0-306" fmla="*/ 0 h 949100"/>
              <a:gd name="connsiteX1-307" fmla="*/ 504105 w 847870"/>
              <a:gd name="connsiteY1-308" fmla="*/ 345395 h 949100"/>
              <a:gd name="connsiteX2-309" fmla="*/ 503877 w 847870"/>
              <a:gd name="connsiteY2-310" fmla="*/ 58622 h 949100"/>
              <a:gd name="connsiteX3-311" fmla="*/ 847870 w 847870"/>
              <a:gd name="connsiteY3-312" fmla="*/ 489971 h 949100"/>
              <a:gd name="connsiteX4-313" fmla="*/ 511818 w 847870"/>
              <a:gd name="connsiteY4-314" fmla="*/ 921320 h 949100"/>
              <a:gd name="connsiteX5-315" fmla="*/ 505465 w 847870"/>
              <a:gd name="connsiteY5-316" fmla="*/ 655186 h 949100"/>
              <a:gd name="connsiteX6-317" fmla="*/ 0 w 847870"/>
              <a:gd name="connsiteY6-318" fmla="*/ 949100 h 949100"/>
              <a:gd name="connsiteX7-319" fmla="*/ 10887 w 847870"/>
              <a:gd name="connsiteY7-320" fmla="*/ 0 h 949100"/>
              <a:gd name="connsiteX0-321" fmla="*/ 10887 w 847870"/>
              <a:gd name="connsiteY0-322" fmla="*/ 0 h 949100"/>
              <a:gd name="connsiteX1-323" fmla="*/ 504105 w 847870"/>
              <a:gd name="connsiteY1-324" fmla="*/ 345395 h 949100"/>
              <a:gd name="connsiteX2-325" fmla="*/ 503877 w 847870"/>
              <a:gd name="connsiteY2-326" fmla="*/ 58622 h 949100"/>
              <a:gd name="connsiteX3-327" fmla="*/ 847870 w 847870"/>
              <a:gd name="connsiteY3-328" fmla="*/ 489971 h 949100"/>
              <a:gd name="connsiteX4-329" fmla="*/ 511818 w 847870"/>
              <a:gd name="connsiteY4-330" fmla="*/ 921320 h 949100"/>
              <a:gd name="connsiteX5-331" fmla="*/ 507052 w 847870"/>
              <a:gd name="connsiteY5-332" fmla="*/ 675824 h 949100"/>
              <a:gd name="connsiteX6-333" fmla="*/ 0 w 847870"/>
              <a:gd name="connsiteY6-334" fmla="*/ 949100 h 949100"/>
              <a:gd name="connsiteX7-335" fmla="*/ 10887 w 847870"/>
              <a:gd name="connsiteY7-336" fmla="*/ 0 h 949100"/>
              <a:gd name="connsiteX0-337" fmla="*/ 10887 w 847870"/>
              <a:gd name="connsiteY0-338" fmla="*/ 0 h 949100"/>
              <a:gd name="connsiteX1-339" fmla="*/ 504105 w 847870"/>
              <a:gd name="connsiteY1-340" fmla="*/ 345395 h 949100"/>
              <a:gd name="connsiteX2-341" fmla="*/ 503877 w 847870"/>
              <a:gd name="connsiteY2-342" fmla="*/ 58622 h 949100"/>
              <a:gd name="connsiteX3-343" fmla="*/ 847870 w 847870"/>
              <a:gd name="connsiteY3-344" fmla="*/ 489971 h 949100"/>
              <a:gd name="connsiteX4-345" fmla="*/ 511818 w 847870"/>
              <a:gd name="connsiteY4-346" fmla="*/ 921320 h 949100"/>
              <a:gd name="connsiteX5-347" fmla="*/ 507052 w 847870"/>
              <a:gd name="connsiteY5-348" fmla="*/ 675824 h 949100"/>
              <a:gd name="connsiteX6-349" fmla="*/ 0 w 847870"/>
              <a:gd name="connsiteY6-350" fmla="*/ 949100 h 949100"/>
              <a:gd name="connsiteX7-351" fmla="*/ 10887 w 847870"/>
              <a:gd name="connsiteY7-352" fmla="*/ 0 h 949100"/>
              <a:gd name="connsiteX0-353" fmla="*/ 10887 w 847870"/>
              <a:gd name="connsiteY0-354" fmla="*/ 0 h 949100"/>
              <a:gd name="connsiteX1-355" fmla="*/ 504105 w 847870"/>
              <a:gd name="connsiteY1-356" fmla="*/ 345395 h 949100"/>
              <a:gd name="connsiteX2-357" fmla="*/ 503877 w 847870"/>
              <a:gd name="connsiteY2-358" fmla="*/ 58622 h 949100"/>
              <a:gd name="connsiteX3-359" fmla="*/ 847870 w 847870"/>
              <a:gd name="connsiteY3-360" fmla="*/ 489971 h 949100"/>
              <a:gd name="connsiteX4-361" fmla="*/ 511818 w 847870"/>
              <a:gd name="connsiteY4-362" fmla="*/ 921320 h 949100"/>
              <a:gd name="connsiteX5-363" fmla="*/ 507052 w 847870"/>
              <a:gd name="connsiteY5-364" fmla="*/ 675824 h 949100"/>
              <a:gd name="connsiteX6-365" fmla="*/ 0 w 847870"/>
              <a:gd name="connsiteY6-366" fmla="*/ 949100 h 949100"/>
              <a:gd name="connsiteX7-367" fmla="*/ 10887 w 847870"/>
              <a:gd name="connsiteY7-368" fmla="*/ 0 h 949100"/>
              <a:gd name="connsiteX0-369" fmla="*/ 10887 w 847870"/>
              <a:gd name="connsiteY0-370" fmla="*/ 0 h 949100"/>
              <a:gd name="connsiteX1-371" fmla="*/ 504105 w 847870"/>
              <a:gd name="connsiteY1-372" fmla="*/ 345395 h 949100"/>
              <a:gd name="connsiteX2-373" fmla="*/ 503877 w 847870"/>
              <a:gd name="connsiteY2-374" fmla="*/ 58622 h 949100"/>
              <a:gd name="connsiteX3-375" fmla="*/ 847870 w 847870"/>
              <a:gd name="connsiteY3-376" fmla="*/ 489971 h 949100"/>
              <a:gd name="connsiteX4-377" fmla="*/ 511818 w 847870"/>
              <a:gd name="connsiteY4-378" fmla="*/ 921320 h 949100"/>
              <a:gd name="connsiteX5-379" fmla="*/ 507052 w 847870"/>
              <a:gd name="connsiteY5-380" fmla="*/ 675824 h 949100"/>
              <a:gd name="connsiteX6-381" fmla="*/ 0 w 847870"/>
              <a:gd name="connsiteY6-382" fmla="*/ 949100 h 949100"/>
              <a:gd name="connsiteX7-383" fmla="*/ 10887 w 847870"/>
              <a:gd name="connsiteY7-384" fmla="*/ 0 h 949100"/>
              <a:gd name="connsiteX0-385" fmla="*/ 10887 w 847870"/>
              <a:gd name="connsiteY0-386" fmla="*/ 0 h 949100"/>
              <a:gd name="connsiteX1-387" fmla="*/ 504105 w 847870"/>
              <a:gd name="connsiteY1-388" fmla="*/ 345395 h 949100"/>
              <a:gd name="connsiteX2-389" fmla="*/ 503877 w 847870"/>
              <a:gd name="connsiteY2-390" fmla="*/ 58622 h 949100"/>
              <a:gd name="connsiteX3-391" fmla="*/ 847870 w 847870"/>
              <a:gd name="connsiteY3-392" fmla="*/ 489971 h 949100"/>
              <a:gd name="connsiteX4-393" fmla="*/ 511818 w 847870"/>
              <a:gd name="connsiteY4-394" fmla="*/ 921320 h 949100"/>
              <a:gd name="connsiteX5-395" fmla="*/ 507052 w 847870"/>
              <a:gd name="connsiteY5-396" fmla="*/ 675824 h 949100"/>
              <a:gd name="connsiteX6-397" fmla="*/ 0 w 847870"/>
              <a:gd name="connsiteY6-398" fmla="*/ 949100 h 949100"/>
              <a:gd name="connsiteX7-399" fmla="*/ 10887 w 847870"/>
              <a:gd name="connsiteY7-400" fmla="*/ 0 h 949100"/>
              <a:gd name="connsiteX0-401" fmla="*/ 10887 w 847870"/>
              <a:gd name="connsiteY0-402" fmla="*/ 0 h 949100"/>
              <a:gd name="connsiteX1-403" fmla="*/ 504105 w 847870"/>
              <a:gd name="connsiteY1-404" fmla="*/ 345395 h 949100"/>
              <a:gd name="connsiteX2-405" fmla="*/ 503877 w 847870"/>
              <a:gd name="connsiteY2-406" fmla="*/ 58622 h 949100"/>
              <a:gd name="connsiteX3-407" fmla="*/ 847870 w 847870"/>
              <a:gd name="connsiteY3-408" fmla="*/ 489971 h 949100"/>
              <a:gd name="connsiteX4-409" fmla="*/ 511818 w 847870"/>
              <a:gd name="connsiteY4-410" fmla="*/ 921320 h 949100"/>
              <a:gd name="connsiteX5-411" fmla="*/ 507052 w 847870"/>
              <a:gd name="connsiteY5-412" fmla="*/ 675824 h 949100"/>
              <a:gd name="connsiteX6-413" fmla="*/ 0 w 847870"/>
              <a:gd name="connsiteY6-414" fmla="*/ 949100 h 949100"/>
              <a:gd name="connsiteX7-415" fmla="*/ 10887 w 847870"/>
              <a:gd name="connsiteY7-416" fmla="*/ 0 h 949100"/>
              <a:gd name="connsiteX0-417" fmla="*/ 10887 w 847870"/>
              <a:gd name="connsiteY0-418" fmla="*/ 0 h 949100"/>
              <a:gd name="connsiteX1-419" fmla="*/ 504105 w 847870"/>
              <a:gd name="connsiteY1-420" fmla="*/ 345395 h 949100"/>
              <a:gd name="connsiteX2-421" fmla="*/ 503877 w 847870"/>
              <a:gd name="connsiteY2-422" fmla="*/ 58622 h 949100"/>
              <a:gd name="connsiteX3-423" fmla="*/ 847870 w 847870"/>
              <a:gd name="connsiteY3-424" fmla="*/ 489971 h 949100"/>
              <a:gd name="connsiteX4-425" fmla="*/ 511818 w 847870"/>
              <a:gd name="connsiteY4-426" fmla="*/ 809560 h 949100"/>
              <a:gd name="connsiteX5-427" fmla="*/ 507052 w 847870"/>
              <a:gd name="connsiteY5-428" fmla="*/ 675824 h 949100"/>
              <a:gd name="connsiteX6-429" fmla="*/ 0 w 847870"/>
              <a:gd name="connsiteY6-430" fmla="*/ 949100 h 949100"/>
              <a:gd name="connsiteX7-431" fmla="*/ 10887 w 847870"/>
              <a:gd name="connsiteY7-432" fmla="*/ 0 h 949100"/>
              <a:gd name="connsiteX0-433" fmla="*/ 10887 w 847870"/>
              <a:gd name="connsiteY0-434" fmla="*/ 0 h 949100"/>
              <a:gd name="connsiteX1-435" fmla="*/ 504105 w 847870"/>
              <a:gd name="connsiteY1-436" fmla="*/ 345395 h 949100"/>
              <a:gd name="connsiteX2-437" fmla="*/ 514037 w 847870"/>
              <a:gd name="connsiteY2-438" fmla="*/ 139902 h 949100"/>
              <a:gd name="connsiteX3-439" fmla="*/ 847870 w 847870"/>
              <a:gd name="connsiteY3-440" fmla="*/ 489971 h 949100"/>
              <a:gd name="connsiteX4-441" fmla="*/ 511818 w 847870"/>
              <a:gd name="connsiteY4-442" fmla="*/ 809560 h 949100"/>
              <a:gd name="connsiteX5-443" fmla="*/ 507052 w 847870"/>
              <a:gd name="connsiteY5-444" fmla="*/ 675824 h 949100"/>
              <a:gd name="connsiteX6-445" fmla="*/ 0 w 847870"/>
              <a:gd name="connsiteY6-446" fmla="*/ 949100 h 949100"/>
              <a:gd name="connsiteX7-447" fmla="*/ 10887 w 847870"/>
              <a:gd name="connsiteY7-448" fmla="*/ 0 h 949100"/>
              <a:gd name="connsiteX0-449" fmla="*/ 10887 w 746270"/>
              <a:gd name="connsiteY0-450" fmla="*/ 0 h 949100"/>
              <a:gd name="connsiteX1-451" fmla="*/ 504105 w 746270"/>
              <a:gd name="connsiteY1-452" fmla="*/ 345395 h 949100"/>
              <a:gd name="connsiteX2-453" fmla="*/ 514037 w 746270"/>
              <a:gd name="connsiteY2-454" fmla="*/ 139902 h 949100"/>
              <a:gd name="connsiteX3-455" fmla="*/ 746270 w 746270"/>
              <a:gd name="connsiteY3-456" fmla="*/ 495051 h 949100"/>
              <a:gd name="connsiteX4-457" fmla="*/ 511818 w 746270"/>
              <a:gd name="connsiteY4-458" fmla="*/ 809560 h 949100"/>
              <a:gd name="connsiteX5-459" fmla="*/ 507052 w 746270"/>
              <a:gd name="connsiteY5-460" fmla="*/ 675824 h 949100"/>
              <a:gd name="connsiteX6-461" fmla="*/ 0 w 746270"/>
              <a:gd name="connsiteY6-462" fmla="*/ 949100 h 949100"/>
              <a:gd name="connsiteX7-463" fmla="*/ 10887 w 746270"/>
              <a:gd name="connsiteY7-464" fmla="*/ 0 h 949100"/>
              <a:gd name="connsiteX0-465" fmla="*/ 10887 w 715790"/>
              <a:gd name="connsiteY0-466" fmla="*/ 0 h 949100"/>
              <a:gd name="connsiteX1-467" fmla="*/ 504105 w 715790"/>
              <a:gd name="connsiteY1-468" fmla="*/ 345395 h 949100"/>
              <a:gd name="connsiteX2-469" fmla="*/ 514037 w 715790"/>
              <a:gd name="connsiteY2-470" fmla="*/ 139902 h 949100"/>
              <a:gd name="connsiteX3-471" fmla="*/ 715790 w 715790"/>
              <a:gd name="connsiteY3-472" fmla="*/ 489971 h 949100"/>
              <a:gd name="connsiteX4-473" fmla="*/ 511818 w 715790"/>
              <a:gd name="connsiteY4-474" fmla="*/ 809560 h 949100"/>
              <a:gd name="connsiteX5-475" fmla="*/ 507052 w 715790"/>
              <a:gd name="connsiteY5-476" fmla="*/ 675824 h 949100"/>
              <a:gd name="connsiteX6-477" fmla="*/ 0 w 715790"/>
              <a:gd name="connsiteY6-478" fmla="*/ 949100 h 949100"/>
              <a:gd name="connsiteX7-479" fmla="*/ 10887 w 715790"/>
              <a:gd name="connsiteY7-480" fmla="*/ 0 h 9491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715790" h="949100">
                <a:moveTo>
                  <a:pt x="10887" y="0"/>
                </a:moveTo>
                <a:cubicBezTo>
                  <a:pt x="175746" y="68943"/>
                  <a:pt x="236738" y="507773"/>
                  <a:pt x="504105" y="345395"/>
                </a:cubicBezTo>
                <a:lnTo>
                  <a:pt x="514037" y="139902"/>
                </a:lnTo>
                <a:lnTo>
                  <a:pt x="715790" y="489971"/>
                </a:lnTo>
                <a:lnTo>
                  <a:pt x="511818" y="809560"/>
                </a:lnTo>
                <a:cubicBezTo>
                  <a:pt x="510760" y="698624"/>
                  <a:pt x="508110" y="786760"/>
                  <a:pt x="507052" y="675824"/>
                </a:cubicBezTo>
                <a:cubicBezTo>
                  <a:pt x="277332" y="443142"/>
                  <a:pt x="168488" y="894671"/>
                  <a:pt x="0" y="949100"/>
                </a:cubicBezTo>
                <a:lnTo>
                  <a:pt x="10887" y="0"/>
                </a:lnTo>
                <a:close/>
              </a:path>
            </a:pathLst>
          </a:custGeom>
          <a:gradFill>
            <a:gsLst>
              <a:gs pos="25840">
                <a:srgbClr val="4989FF">
                  <a:alpha val="14000"/>
                </a:srgbClr>
              </a:gs>
              <a:gs pos="10000">
                <a:srgbClr val="4989FF">
                  <a:alpha val="0"/>
                </a:srgbClr>
              </a:gs>
              <a:gs pos="82000">
                <a:srgbClr val="194FB5"/>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24" name="公众号：康帅PPT3">
            <a:extLst>
              <a:ext uri="{FF2B5EF4-FFF2-40B4-BE49-F238E27FC236}">
                <a16:creationId xmlns:a16="http://schemas.microsoft.com/office/drawing/2014/main" id="{8E826F91-69D1-E831-2FFB-9F9A142888C0}"/>
              </a:ext>
            </a:extLst>
          </p:cNvPr>
          <p:cNvSpPr/>
          <p:nvPr/>
        </p:nvSpPr>
        <p:spPr>
          <a:xfrm>
            <a:off x="403867" y="4577453"/>
            <a:ext cx="8756727" cy="1935103"/>
          </a:xfrm>
          <a:prstGeom prst="roundRect">
            <a:avLst>
              <a:gd name="adj" fmla="val 4313"/>
            </a:avLst>
          </a:prstGeom>
          <a:solidFill>
            <a:schemeClr val="bg1">
              <a:alpha val="46000"/>
            </a:schemeClr>
          </a:solidFill>
          <a:ln w="15875">
            <a:noFill/>
          </a:ln>
          <a:effectLst>
            <a:outerShdw blurRad="190500" dist="127000" dir="5400000" algn="t"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TW" altLang="en-US">
              <a:solidFill>
                <a:srgbClr val="FFFFFF"/>
              </a:solidFill>
              <a:latin typeface="等线" panose="02010600030101010101" charset="-122"/>
              <a:ea typeface="等线" panose="02010600030101010101" charset="-122"/>
            </a:endParaRPr>
          </a:p>
        </p:txBody>
      </p:sp>
      <p:sp>
        <p:nvSpPr>
          <p:cNvPr id="29" name="TextBox 70">
            <a:extLst>
              <a:ext uri="{FF2B5EF4-FFF2-40B4-BE49-F238E27FC236}">
                <a16:creationId xmlns:a16="http://schemas.microsoft.com/office/drawing/2014/main" id="{243251A1-5E0F-92C6-9B99-BECD96DD555F}"/>
              </a:ext>
            </a:extLst>
          </p:cNvPr>
          <p:cNvSpPr txBox="1">
            <a:spLocks noChangeArrowheads="1"/>
          </p:cNvSpPr>
          <p:nvPr/>
        </p:nvSpPr>
        <p:spPr bwMode="auto">
          <a:xfrm>
            <a:off x="5417170" y="5453173"/>
            <a:ext cx="68" cy="276999"/>
          </a:xfrm>
          <a:prstGeom prst="rect">
            <a:avLst/>
          </a:prstGeom>
          <a:solidFill>
            <a:srgbClr val="FFFF00"/>
          </a:solidFill>
          <a:ln>
            <a:noFill/>
          </a:ln>
        </p:spPr>
        <p:txBody>
          <a:bodyPr wrap="none" lIns="0" tIns="0" rIns="0" bIns="0">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微软雅黑" panose="020B0503020204020204" pitchFamily="34" charset="-122"/>
                <a:ea typeface="微软雅黑" panose="020B0503020204020204" pitchFamily="34" charset="-122"/>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微软雅黑" panose="020B0503020204020204" pitchFamily="34" charset="-122"/>
                <a:ea typeface="微软雅黑" panose="020B0503020204020204" pitchFamily="34" charset="-122"/>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微软雅黑" panose="020B0503020204020204" pitchFamily="34" charset="-122"/>
                <a:ea typeface="微软雅黑" panose="020B0503020204020204" pitchFamily="34" charset="-122"/>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9pPr>
          </a:lstStyle>
          <a:p>
            <a:pPr algn="ctr" eaLnBrk="1" hangingPunct="1">
              <a:spcBef>
                <a:spcPct val="0"/>
              </a:spcBef>
              <a:buClrTx/>
              <a:buSzTx/>
              <a:buFontTx/>
              <a:buNone/>
            </a:pPr>
            <a:endParaRPr lang="zh-CN" altLang="en-US" sz="1800" b="1" dirty="0">
              <a:latin typeface="Times New Roman" panose="02020603050405020304" pitchFamily="18" charset="0"/>
              <a:ea typeface="黑体" panose="02010609060101010101" charset="-122"/>
              <a:cs typeface="Times New Roman" panose="02020603050405020304" pitchFamily="18" charset="0"/>
            </a:endParaRPr>
          </a:p>
        </p:txBody>
      </p:sp>
      <p:sp>
        <p:nvSpPr>
          <p:cNvPr id="67" name="文本框 142">
            <a:extLst>
              <a:ext uri="{FF2B5EF4-FFF2-40B4-BE49-F238E27FC236}">
                <a16:creationId xmlns:a16="http://schemas.microsoft.com/office/drawing/2014/main" id="{BE8D1866-3DCA-2F1E-6D07-56951A0AB8C5}"/>
              </a:ext>
            </a:extLst>
          </p:cNvPr>
          <p:cNvSpPr txBox="1"/>
          <p:nvPr/>
        </p:nvSpPr>
        <p:spPr>
          <a:xfrm>
            <a:off x="4289274" y="4315975"/>
            <a:ext cx="3493850" cy="2102422"/>
          </a:xfrm>
          <a:prstGeom prst="roundRect">
            <a:avLst>
              <a:gd name="adj" fmla="val 6552"/>
            </a:avLst>
          </a:prstGeom>
          <a:solidFill>
            <a:schemeClr val="bg1">
              <a:alpha val="75000"/>
            </a:schemeClr>
          </a:solidFill>
          <a:ln w="11638" cap="flat" cmpd="sng" algn="ctr">
            <a:solidFill>
              <a:schemeClr val="accent1">
                <a:lumMod val="40000"/>
                <a:lumOff val="60000"/>
              </a:schemeClr>
            </a:solidFill>
            <a:prstDash val="solid"/>
            <a:miter lim="800000"/>
          </a:ln>
          <a:effectLst>
            <a:outerShdw blurRad="102423" dist="55867" dir="5400000" algn="t" rotWithShape="0">
              <a:schemeClr val="accent1">
                <a:alpha val="29000"/>
              </a:schemeClr>
            </a:outerShdw>
          </a:effectLst>
        </p:spPr>
        <p:txBody>
          <a:bodyPr lIns="67040" tIns="33520" rIns="67040" bIns="33520" rtlCol="0" anchor="ctr"/>
          <a:lstStyle>
            <a:defPPr>
              <a:defRPr lang="zh-CN"/>
            </a:defPPr>
            <a:lvl1pPr algn="just">
              <a:defRPr sz="1320" kern="0">
                <a:solidFill>
                  <a:srgbClr val="FFFFFF"/>
                </a:solidFill>
                <a:latin typeface="思源黑体 CN Normal" panose="020B0400000000000000" pitchFamily="34" charset="-122"/>
                <a:ea typeface="思源黑体 CN Normal" panose="020B0400000000000000" pitchFamily="34" charset="-122"/>
              </a:defRPr>
            </a:lvl1pPr>
          </a:lstStyle>
          <a:p>
            <a:endParaRPr lang="en-US" altLang="zh-CN" sz="1100" dirty="0">
              <a:solidFill>
                <a:srgbClr val="0070C0"/>
              </a:solidFill>
              <a:latin typeface="微软雅黑" panose="020B0503020204020204" pitchFamily="34" charset="-122"/>
              <a:ea typeface="微软雅黑" panose="020B0503020204020204" pitchFamily="34" charset="-122"/>
            </a:endParaRPr>
          </a:p>
        </p:txBody>
      </p:sp>
      <p:sp>
        <p:nvSpPr>
          <p:cNvPr id="68" name="文本框 142">
            <a:extLst>
              <a:ext uri="{FF2B5EF4-FFF2-40B4-BE49-F238E27FC236}">
                <a16:creationId xmlns:a16="http://schemas.microsoft.com/office/drawing/2014/main" id="{91F8403E-0357-68AF-AB25-01F41A704FB7}"/>
              </a:ext>
            </a:extLst>
          </p:cNvPr>
          <p:cNvSpPr txBox="1"/>
          <p:nvPr/>
        </p:nvSpPr>
        <p:spPr>
          <a:xfrm>
            <a:off x="8002205" y="4336294"/>
            <a:ext cx="3493850" cy="2065477"/>
          </a:xfrm>
          <a:prstGeom prst="roundRect">
            <a:avLst>
              <a:gd name="adj" fmla="val 6552"/>
            </a:avLst>
          </a:prstGeom>
          <a:solidFill>
            <a:schemeClr val="bg1">
              <a:alpha val="75000"/>
            </a:schemeClr>
          </a:solidFill>
          <a:ln w="11638" cap="flat" cmpd="sng" algn="ctr">
            <a:solidFill>
              <a:schemeClr val="accent1">
                <a:lumMod val="40000"/>
                <a:lumOff val="60000"/>
              </a:schemeClr>
            </a:solidFill>
            <a:prstDash val="solid"/>
            <a:miter lim="800000"/>
          </a:ln>
          <a:effectLst>
            <a:outerShdw blurRad="102423" dist="55867" dir="5400000" algn="t" rotWithShape="0">
              <a:schemeClr val="accent1">
                <a:alpha val="29000"/>
              </a:schemeClr>
            </a:outerShdw>
          </a:effectLst>
        </p:spPr>
        <p:txBody>
          <a:bodyPr lIns="67040" tIns="33520" rIns="67040" bIns="33520" rtlCol="0" anchor="ctr"/>
          <a:lstStyle>
            <a:defPPr>
              <a:defRPr lang="zh-CN"/>
            </a:defPPr>
            <a:lvl1pPr algn="just">
              <a:defRPr sz="1320" kern="0">
                <a:solidFill>
                  <a:srgbClr val="FFFFFF"/>
                </a:solidFill>
                <a:latin typeface="思源黑体 CN Normal" panose="020B0400000000000000" pitchFamily="34" charset="-122"/>
                <a:ea typeface="思源黑体 CN Normal" panose="020B0400000000000000" pitchFamily="34" charset="-122"/>
              </a:defRPr>
            </a:lvl1pPr>
          </a:lstStyle>
          <a:p>
            <a:endParaRPr lang="en-US" altLang="zh-CN" sz="1100" dirty="0">
              <a:solidFill>
                <a:srgbClr val="0070C0"/>
              </a:solidFill>
              <a:latin typeface="微软雅黑" panose="020B0503020204020204" pitchFamily="34" charset="-122"/>
              <a:ea typeface="微软雅黑" panose="020B0503020204020204" pitchFamily="34" charset="-122"/>
            </a:endParaRPr>
          </a:p>
        </p:txBody>
      </p:sp>
      <p:sp>
        <p:nvSpPr>
          <p:cNvPr id="75" name="文本框 74">
            <a:extLst>
              <a:ext uri="{FF2B5EF4-FFF2-40B4-BE49-F238E27FC236}">
                <a16:creationId xmlns:a16="http://schemas.microsoft.com/office/drawing/2014/main" id="{F8F5CB5B-E3FC-234C-C384-A4A3BBFA8592}"/>
              </a:ext>
            </a:extLst>
          </p:cNvPr>
          <p:cNvSpPr txBox="1"/>
          <p:nvPr/>
        </p:nvSpPr>
        <p:spPr>
          <a:xfrm>
            <a:off x="4331546" y="4604092"/>
            <a:ext cx="3409304" cy="1526187"/>
          </a:xfrm>
          <a:prstGeom prst="rect">
            <a:avLst/>
          </a:prstGeom>
          <a:noFill/>
        </p:spPr>
        <p:txBody>
          <a:bodyPr wrap="square">
            <a:spAutoFit/>
          </a:bodyPr>
          <a:lstStyle/>
          <a:p>
            <a:pPr marL="285750" indent="-285750">
              <a:lnSpc>
                <a:spcPct val="150000"/>
              </a:lnSpc>
              <a:buFont typeface="Wingdings" panose="05000000000000000000" pitchFamily="2" charset="2"/>
              <a:buChar char="Ø"/>
            </a:pPr>
            <a:r>
              <a:rPr lang="zh-CN" altLang="en-US" sz="1600" b="0" i="0" dirty="0">
                <a:solidFill>
                  <a:srgbClr val="000000"/>
                </a:solidFill>
                <a:effectLst/>
                <a:latin typeface="思源黑体 CN Medium" panose="020B0600000000000000" pitchFamily="34" charset="-122"/>
                <a:ea typeface="思源黑体 CN Medium" panose="020B0600000000000000" pitchFamily="34" charset="-122"/>
              </a:rPr>
              <a:t>实施结构补强与功能优化设计。适当增加连接件的整体壁厚，显著提升了部件的机械强度、抗摔性能与整体耐用性。</a:t>
            </a:r>
          </a:p>
        </p:txBody>
      </p:sp>
      <p:sp>
        <p:nvSpPr>
          <p:cNvPr id="76" name="文本框 75">
            <a:extLst>
              <a:ext uri="{FF2B5EF4-FFF2-40B4-BE49-F238E27FC236}">
                <a16:creationId xmlns:a16="http://schemas.microsoft.com/office/drawing/2014/main" id="{E3449E53-5829-8428-BE0D-179A68CB7C68}"/>
              </a:ext>
            </a:extLst>
          </p:cNvPr>
          <p:cNvSpPr txBox="1"/>
          <p:nvPr/>
        </p:nvSpPr>
        <p:spPr>
          <a:xfrm>
            <a:off x="8030430" y="4386642"/>
            <a:ext cx="3465625" cy="1900200"/>
          </a:xfrm>
          <a:prstGeom prst="rect">
            <a:avLst/>
          </a:prstGeom>
          <a:noFill/>
        </p:spPr>
        <p:txBody>
          <a:bodyPr wrap="square">
            <a:spAutoFit/>
          </a:bodyPr>
          <a:lstStyle/>
          <a:p>
            <a:pPr>
              <a:lnSpc>
                <a:spcPct val="150000"/>
              </a:lnSpc>
            </a:pPr>
            <a:r>
              <a:rPr lang="zh-CN" altLang="en-US" sz="1600" dirty="0">
                <a:solidFill>
                  <a:srgbClr val="000000"/>
                </a:solidFill>
                <a:ea typeface="思源黑体 CN Medium" panose="020B0600000000000000" pitchFamily="34" charset="-122"/>
              </a:rPr>
              <a:t>针对 </a:t>
            </a:r>
            <a:r>
              <a:rPr lang="en-US" altLang="zh-CN" sz="1600" dirty="0">
                <a:solidFill>
                  <a:srgbClr val="000000"/>
                </a:solidFill>
                <a:ea typeface="思源黑体 CN Medium" panose="020B0600000000000000" pitchFamily="34" charset="-122"/>
              </a:rPr>
              <a:t>TPU </a:t>
            </a:r>
            <a:r>
              <a:rPr lang="zh-CN" altLang="en-US" sz="1600" dirty="0">
                <a:solidFill>
                  <a:srgbClr val="000000"/>
                </a:solidFill>
                <a:ea typeface="思源黑体 CN Medium" panose="020B0600000000000000" pitchFamily="34" charset="-122"/>
              </a:rPr>
              <a:t>材料的物理特性，大幅降低打印速度与空移速度，匹配合理的进给率与回抽参数，确保柔性熔体稳定连续挤出，从而大幅提升了柔性件的成型表面质量与结构致密性。</a:t>
            </a:r>
          </a:p>
        </p:txBody>
      </p:sp>
      <p:grpSp>
        <p:nvGrpSpPr>
          <p:cNvPr id="43" name="组合 42">
            <a:extLst>
              <a:ext uri="{FF2B5EF4-FFF2-40B4-BE49-F238E27FC236}">
                <a16:creationId xmlns:a16="http://schemas.microsoft.com/office/drawing/2014/main" id="{80DFF13C-62F2-5574-F3C6-C62700314BA6}"/>
              </a:ext>
            </a:extLst>
          </p:cNvPr>
          <p:cNvGrpSpPr/>
          <p:nvPr/>
        </p:nvGrpSpPr>
        <p:grpSpPr>
          <a:xfrm>
            <a:off x="576338" y="4318633"/>
            <a:ext cx="3493850" cy="2108078"/>
            <a:chOff x="576338" y="4764316"/>
            <a:chExt cx="3493850" cy="1662394"/>
          </a:xfrm>
        </p:grpSpPr>
        <p:sp>
          <p:nvSpPr>
            <p:cNvPr id="28" name="文本框 142">
              <a:extLst>
                <a:ext uri="{FF2B5EF4-FFF2-40B4-BE49-F238E27FC236}">
                  <a16:creationId xmlns:a16="http://schemas.microsoft.com/office/drawing/2014/main" id="{EC1EDBE5-4B10-1816-44A2-95AEEFFFEF33}"/>
                </a:ext>
              </a:extLst>
            </p:cNvPr>
            <p:cNvSpPr txBox="1"/>
            <p:nvPr/>
          </p:nvSpPr>
          <p:spPr>
            <a:xfrm>
              <a:off x="576338" y="4764316"/>
              <a:ext cx="3493850" cy="1662394"/>
            </a:xfrm>
            <a:prstGeom prst="roundRect">
              <a:avLst>
                <a:gd name="adj" fmla="val 6552"/>
              </a:avLst>
            </a:prstGeom>
            <a:solidFill>
              <a:schemeClr val="bg1">
                <a:alpha val="75000"/>
              </a:schemeClr>
            </a:solidFill>
            <a:ln w="11638" cap="flat" cmpd="sng" algn="ctr">
              <a:solidFill>
                <a:schemeClr val="accent1">
                  <a:lumMod val="40000"/>
                  <a:lumOff val="60000"/>
                </a:schemeClr>
              </a:solidFill>
              <a:prstDash val="solid"/>
              <a:miter lim="800000"/>
            </a:ln>
            <a:effectLst>
              <a:outerShdw blurRad="102423" dist="55867" dir="5400000" algn="t" rotWithShape="0">
                <a:schemeClr val="accent1">
                  <a:alpha val="29000"/>
                </a:schemeClr>
              </a:outerShdw>
            </a:effectLst>
          </p:spPr>
          <p:txBody>
            <a:bodyPr lIns="67040" tIns="33520" rIns="67040" bIns="33520" rtlCol="0" anchor="ctr"/>
            <a:lstStyle>
              <a:defPPr>
                <a:defRPr lang="zh-CN"/>
              </a:defPPr>
              <a:lvl1pPr algn="just">
                <a:defRPr sz="1320" kern="0">
                  <a:solidFill>
                    <a:srgbClr val="FFFFFF"/>
                  </a:solidFill>
                  <a:latin typeface="思源黑体 CN Normal" panose="020B0400000000000000" pitchFamily="34" charset="-122"/>
                  <a:ea typeface="思源黑体 CN Normal" panose="020B0400000000000000" pitchFamily="34" charset="-122"/>
                </a:defRPr>
              </a:lvl1pPr>
            </a:lstStyle>
            <a:p>
              <a:endParaRPr lang="en-US" altLang="zh-CN" sz="1100" dirty="0">
                <a:solidFill>
                  <a:srgbClr val="0070C0"/>
                </a:solidFill>
                <a:latin typeface="微软雅黑" panose="020B0503020204020204" pitchFamily="34" charset="-122"/>
                <a:ea typeface="微软雅黑" panose="020B0503020204020204" pitchFamily="34" charset="-122"/>
              </a:endParaRPr>
            </a:p>
          </p:txBody>
        </p:sp>
        <p:sp>
          <p:nvSpPr>
            <p:cNvPr id="74" name="文本框 73">
              <a:extLst>
                <a:ext uri="{FF2B5EF4-FFF2-40B4-BE49-F238E27FC236}">
                  <a16:creationId xmlns:a16="http://schemas.microsoft.com/office/drawing/2014/main" id="{9219143C-AAC4-8549-6E5C-862C9408DE81}"/>
                </a:ext>
              </a:extLst>
            </p:cNvPr>
            <p:cNvSpPr txBox="1"/>
            <p:nvPr/>
          </p:nvSpPr>
          <p:spPr>
            <a:xfrm>
              <a:off x="576338" y="4853147"/>
              <a:ext cx="3409304" cy="1498465"/>
            </a:xfrm>
            <a:prstGeom prst="rect">
              <a:avLst/>
            </a:prstGeom>
            <a:noFill/>
          </p:spPr>
          <p:txBody>
            <a:bodyPr wrap="square">
              <a:spAutoFit/>
            </a:bodyPr>
            <a:lstStyle/>
            <a:p>
              <a:pPr marL="285750" indent="-285750">
                <a:lnSpc>
                  <a:spcPct val="150000"/>
                </a:lnSpc>
                <a:buFont typeface="Wingdings" panose="05000000000000000000" pitchFamily="2" charset="2"/>
                <a:buChar char="Ø"/>
              </a:pPr>
              <a:r>
                <a:rPr lang="zh-CN" altLang="en-US" sz="1600" dirty="0">
                  <a:solidFill>
                    <a:srgbClr val="000000"/>
                  </a:solidFill>
                  <a:latin typeface="思源黑体 CN Medium" panose="020B0600000000000000" pitchFamily="34" charset="-122"/>
                  <a:ea typeface="思源黑体 CN Medium" panose="020B0600000000000000" pitchFamily="34" charset="-122"/>
                </a:rPr>
                <a:t>引入公差补偿设计。通过多轮打印测试进行尺寸摸底，将子母头装配位的单边</a:t>
              </a:r>
              <a:r>
                <a:rPr lang="en-US" altLang="zh-CN" sz="1600" dirty="0">
                  <a:solidFill>
                    <a:srgbClr val="000000"/>
                  </a:solidFill>
                  <a:latin typeface="思源黑体 CN Medium" panose="020B0600000000000000" pitchFamily="34" charset="-122"/>
                  <a:ea typeface="思源黑体 CN Medium" panose="020B0600000000000000" pitchFamily="34" charset="-122"/>
                </a:rPr>
                <a:t>/</a:t>
              </a:r>
              <a:r>
                <a:rPr lang="zh-CN" altLang="en-US" sz="1600" dirty="0">
                  <a:solidFill>
                    <a:srgbClr val="000000"/>
                  </a:solidFill>
                  <a:latin typeface="思源黑体 CN Medium" panose="020B0600000000000000" pitchFamily="34" charset="-122"/>
                  <a:ea typeface="思源黑体 CN Medium" panose="020B0600000000000000" pitchFamily="34" charset="-122"/>
                </a:rPr>
                <a:t>双边配合公差带扩大至 </a:t>
              </a:r>
              <a:r>
                <a:rPr lang="en-US" altLang="zh-CN" sz="1600" dirty="0">
                  <a:solidFill>
                    <a:srgbClr val="000000"/>
                  </a:solidFill>
                  <a:latin typeface="思源黑体 CN Medium" panose="020B0600000000000000" pitchFamily="34" charset="-122"/>
                  <a:ea typeface="思源黑体 CN Medium" panose="020B0600000000000000" pitchFamily="34" charset="-122"/>
                </a:rPr>
                <a:t>2mm</a:t>
              </a:r>
              <a:r>
                <a:rPr lang="zh-CN" altLang="en-US" sz="1600" dirty="0">
                  <a:solidFill>
                    <a:srgbClr val="000000"/>
                  </a:solidFill>
                  <a:latin typeface="思源黑体 CN Medium" panose="020B0600000000000000" pitchFamily="34" charset="-122"/>
                  <a:ea typeface="思源黑体 CN Medium" panose="020B0600000000000000" pitchFamily="34" charset="-122"/>
                </a:rPr>
                <a:t>，实现了零部件的顺畅装配与稳固锁紧。</a:t>
              </a:r>
              <a:endParaRPr lang="zh-CN" altLang="en-US" sz="1600" b="1" dirty="0">
                <a:solidFill>
                  <a:srgbClr val="FF0000"/>
                </a:solidFill>
                <a:ea typeface="思源黑体 CN Medium" panose="020B0600000000000000" pitchFamily="34" charset="-122"/>
              </a:endParaRPr>
            </a:p>
          </p:txBody>
        </p:sp>
      </p:grpSp>
      <p:sp>
        <p:nvSpPr>
          <p:cNvPr id="40" name="任意多边形: 形状 39">
            <a:extLst>
              <a:ext uri="{FF2B5EF4-FFF2-40B4-BE49-F238E27FC236}">
                <a16:creationId xmlns:a16="http://schemas.microsoft.com/office/drawing/2014/main" id="{C17389F2-0572-8E97-37B0-4AC7532C37E9}"/>
              </a:ext>
            </a:extLst>
          </p:cNvPr>
          <p:cNvSpPr/>
          <p:nvPr/>
        </p:nvSpPr>
        <p:spPr>
          <a:xfrm flipH="1">
            <a:off x="10847159" y="1035362"/>
            <a:ext cx="489495" cy="337832"/>
          </a:xfrm>
          <a:custGeom>
            <a:avLst/>
            <a:gdLst>
              <a:gd name="connsiteX0" fmla="*/ 0 w 748665"/>
              <a:gd name="connsiteY0" fmla="*/ 240030 h 240030"/>
              <a:gd name="connsiteX1" fmla="*/ 78105 w 748665"/>
              <a:gd name="connsiteY1" fmla="*/ 76200 h 240030"/>
              <a:gd name="connsiteX2" fmla="*/ 120015 w 748665"/>
              <a:gd name="connsiteY2" fmla="*/ 186690 h 240030"/>
              <a:gd name="connsiteX3" fmla="*/ 182880 w 748665"/>
              <a:gd name="connsiteY3" fmla="*/ 0 h 240030"/>
              <a:gd name="connsiteX4" fmla="*/ 272415 w 748665"/>
              <a:gd name="connsiteY4" fmla="*/ 175260 h 240030"/>
              <a:gd name="connsiteX5" fmla="*/ 386715 w 748665"/>
              <a:gd name="connsiteY5" fmla="*/ 70485 h 240030"/>
              <a:gd name="connsiteX6" fmla="*/ 447675 w 748665"/>
              <a:gd name="connsiteY6" fmla="*/ 173355 h 240030"/>
              <a:gd name="connsiteX7" fmla="*/ 748665 w 748665"/>
              <a:gd name="connsiteY7" fmla="*/ 169545 h 240030"/>
              <a:gd name="connsiteX8" fmla="*/ 748665 w 748665"/>
              <a:gd name="connsiteY8" fmla="*/ 167640 h 240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48665" h="240030">
                <a:moveTo>
                  <a:pt x="0" y="240030"/>
                </a:moveTo>
                <a:lnTo>
                  <a:pt x="78105" y="76200"/>
                </a:lnTo>
                <a:lnTo>
                  <a:pt x="120015" y="186690"/>
                </a:lnTo>
                <a:lnTo>
                  <a:pt x="182880" y="0"/>
                </a:lnTo>
                <a:lnTo>
                  <a:pt x="272415" y="175260"/>
                </a:lnTo>
                <a:lnTo>
                  <a:pt x="386715" y="70485"/>
                </a:lnTo>
                <a:lnTo>
                  <a:pt x="447675" y="173355"/>
                </a:lnTo>
                <a:lnTo>
                  <a:pt x="748665" y="169545"/>
                </a:lnTo>
                <a:lnTo>
                  <a:pt x="748665" y="167640"/>
                </a:lnTo>
              </a:path>
            </a:pathLst>
          </a:custGeom>
          <a:noFill/>
          <a:ln w="6350">
            <a:gradFill>
              <a:gsLst>
                <a:gs pos="0">
                  <a:schemeClr val="accent1">
                    <a:lumMod val="5000"/>
                    <a:lumOff val="95000"/>
                  </a:schemeClr>
                </a:gs>
                <a:gs pos="100000">
                  <a:schemeClr val="accent3"/>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latin typeface="思源黑体 CN Medium" panose="020B0600000000000000" pitchFamily="34" charset="-122"/>
              <a:ea typeface="思源黑体 CN Medium" panose="020B0600000000000000" pitchFamily="34" charset="-122"/>
              <a:sym typeface="思源黑体 CN Medium" panose="020B0600000000000000" pitchFamily="34" charset="-122"/>
            </a:endParaRPr>
          </a:p>
        </p:txBody>
      </p:sp>
      <p:sp>
        <p:nvSpPr>
          <p:cNvPr id="39" name="任意多边形: 形状 38">
            <a:extLst>
              <a:ext uri="{FF2B5EF4-FFF2-40B4-BE49-F238E27FC236}">
                <a16:creationId xmlns:a16="http://schemas.microsoft.com/office/drawing/2014/main" id="{79C14D74-297C-601C-4F5E-4538C4F5C226}"/>
              </a:ext>
            </a:extLst>
          </p:cNvPr>
          <p:cNvSpPr/>
          <p:nvPr/>
        </p:nvSpPr>
        <p:spPr>
          <a:xfrm>
            <a:off x="674820" y="1002705"/>
            <a:ext cx="541485" cy="373714"/>
          </a:xfrm>
          <a:custGeom>
            <a:avLst/>
            <a:gdLst>
              <a:gd name="connsiteX0" fmla="*/ 0 w 748665"/>
              <a:gd name="connsiteY0" fmla="*/ 240030 h 240030"/>
              <a:gd name="connsiteX1" fmla="*/ 78105 w 748665"/>
              <a:gd name="connsiteY1" fmla="*/ 76200 h 240030"/>
              <a:gd name="connsiteX2" fmla="*/ 120015 w 748665"/>
              <a:gd name="connsiteY2" fmla="*/ 186690 h 240030"/>
              <a:gd name="connsiteX3" fmla="*/ 182880 w 748665"/>
              <a:gd name="connsiteY3" fmla="*/ 0 h 240030"/>
              <a:gd name="connsiteX4" fmla="*/ 272415 w 748665"/>
              <a:gd name="connsiteY4" fmla="*/ 175260 h 240030"/>
              <a:gd name="connsiteX5" fmla="*/ 386715 w 748665"/>
              <a:gd name="connsiteY5" fmla="*/ 70485 h 240030"/>
              <a:gd name="connsiteX6" fmla="*/ 447675 w 748665"/>
              <a:gd name="connsiteY6" fmla="*/ 173355 h 240030"/>
              <a:gd name="connsiteX7" fmla="*/ 748665 w 748665"/>
              <a:gd name="connsiteY7" fmla="*/ 169545 h 240030"/>
              <a:gd name="connsiteX8" fmla="*/ 748665 w 748665"/>
              <a:gd name="connsiteY8" fmla="*/ 167640 h 240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48665" h="240030">
                <a:moveTo>
                  <a:pt x="0" y="240030"/>
                </a:moveTo>
                <a:lnTo>
                  <a:pt x="78105" y="76200"/>
                </a:lnTo>
                <a:lnTo>
                  <a:pt x="120015" y="186690"/>
                </a:lnTo>
                <a:lnTo>
                  <a:pt x="182880" y="0"/>
                </a:lnTo>
                <a:lnTo>
                  <a:pt x="272415" y="175260"/>
                </a:lnTo>
                <a:lnTo>
                  <a:pt x="386715" y="70485"/>
                </a:lnTo>
                <a:lnTo>
                  <a:pt x="447675" y="173355"/>
                </a:lnTo>
                <a:lnTo>
                  <a:pt x="748665" y="169545"/>
                </a:lnTo>
                <a:lnTo>
                  <a:pt x="748665" y="167640"/>
                </a:lnTo>
              </a:path>
            </a:pathLst>
          </a:custGeom>
          <a:noFill/>
          <a:ln w="6350">
            <a:gradFill>
              <a:gsLst>
                <a:gs pos="0">
                  <a:schemeClr val="accent1">
                    <a:lumMod val="5000"/>
                    <a:lumOff val="95000"/>
                  </a:schemeClr>
                </a:gs>
                <a:gs pos="100000">
                  <a:schemeClr val="accent3"/>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latin typeface="思源黑体 CN Medium" panose="020B0600000000000000" pitchFamily="34" charset="-122"/>
              <a:ea typeface="思源黑体 CN Medium" panose="020B0600000000000000" pitchFamily="34" charset="-122"/>
              <a:sym typeface="思源黑体 CN Medium" panose="020B0600000000000000" pitchFamily="34" charset="-122"/>
            </a:endParaRPr>
          </a:p>
        </p:txBody>
      </p:sp>
      <p:sp>
        <p:nvSpPr>
          <p:cNvPr id="2" name="矩形 1">
            <a:extLst>
              <a:ext uri="{FF2B5EF4-FFF2-40B4-BE49-F238E27FC236}">
                <a16:creationId xmlns:a16="http://schemas.microsoft.com/office/drawing/2014/main" id="{238A4F6D-33AA-5236-B1D8-5C0C00B57E3D}"/>
              </a:ext>
            </a:extLst>
          </p:cNvPr>
          <p:cNvSpPr/>
          <p:nvPr/>
        </p:nvSpPr>
        <p:spPr>
          <a:xfrm>
            <a:off x="0" y="6693896"/>
            <a:ext cx="12192000" cy="164104"/>
          </a:xfrm>
          <a:prstGeom prst="rect">
            <a:avLst/>
          </a:prstGeom>
          <a:gradFill>
            <a:gsLst>
              <a:gs pos="0">
                <a:srgbClr val="0D5DBD"/>
              </a:gs>
              <a:gs pos="100000">
                <a:srgbClr val="0D4F9D"/>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公众号：康帅PPT5-2">
            <a:extLst>
              <a:ext uri="{FF2B5EF4-FFF2-40B4-BE49-F238E27FC236}">
                <a16:creationId xmlns:a16="http://schemas.microsoft.com/office/drawing/2014/main" id="{D8113AAF-D343-8C6F-28FD-ECCA5D9CA926}"/>
              </a:ext>
            </a:extLst>
          </p:cNvPr>
          <p:cNvSpPr/>
          <p:nvPr/>
        </p:nvSpPr>
        <p:spPr>
          <a:xfrm>
            <a:off x="0" y="609930"/>
            <a:ext cx="12276000" cy="36000"/>
          </a:xfrm>
          <a:prstGeom prst="rect">
            <a:avLst/>
          </a:prstGeom>
          <a:gradFill flip="none" rotWithShape="1">
            <a:gsLst>
              <a:gs pos="100000">
                <a:srgbClr val="0D4F9D"/>
              </a:gs>
              <a:gs pos="2000">
                <a:srgbClr val="0D5DBD"/>
              </a:gs>
            </a:gsLst>
            <a:path path="circle">
              <a:fillToRect r="100000" b="100000"/>
            </a:path>
            <a:tileRect l="-100000" t="-100000"/>
          </a:gradFill>
          <a:ln w="12700" cap="flat" cmpd="sng" algn="ctr">
            <a:noFill/>
            <a:prstDash val="solid"/>
            <a:miter lim="800000"/>
          </a:ln>
          <a:effectLst>
            <a:outerShdw blurRad="50800" dist="38100" dir="2700000" algn="tl" rotWithShape="0">
              <a:schemeClr val="accent5">
                <a:lumMod val="20000"/>
                <a:lumOff val="80000"/>
                <a:alpha val="40000"/>
              </a:schemeClr>
            </a:outerShdw>
          </a:effectLst>
          <a:scene3d>
            <a:camera prst="orthographicFront"/>
            <a:lightRig rig="contrasting" dir="t"/>
          </a:scene3d>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sz="2000" kern="0">
              <a:solidFill>
                <a:prstClr val="white"/>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9" name="矩形 8">
            <a:extLst>
              <a:ext uri="{FF2B5EF4-FFF2-40B4-BE49-F238E27FC236}">
                <a16:creationId xmlns:a16="http://schemas.microsoft.com/office/drawing/2014/main" id="{B54F559C-9E50-324B-37A2-EA419A0EFB53}"/>
              </a:ext>
            </a:extLst>
          </p:cNvPr>
          <p:cNvSpPr/>
          <p:nvPr/>
        </p:nvSpPr>
        <p:spPr>
          <a:xfrm>
            <a:off x="1340952" y="108508"/>
            <a:ext cx="9501505" cy="521970"/>
          </a:xfrm>
          <a:prstGeom prst="rect">
            <a:avLst/>
          </a:prstGeom>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800" b="1" dirty="0">
                <a:gradFill>
                  <a:gsLst>
                    <a:gs pos="100000">
                      <a:srgbClr val="0D4F9D"/>
                    </a:gs>
                    <a:gs pos="2000">
                      <a:srgbClr val="0D5DBD"/>
                    </a:gs>
                  </a:gsLst>
                  <a:path path="circle">
                    <a:fillToRect r="100000" b="100000"/>
                  </a:path>
                </a:gradFill>
                <a:latin typeface="思源黑体 CN Bold" panose="020B0800000000000000" pitchFamily="34" charset="-122"/>
                <a:ea typeface="思源黑体 CN Bold" panose="020B0800000000000000" pitchFamily="34" charset="-122"/>
              </a:rPr>
              <a:t>硬件设计与制造模块遇到的问题</a:t>
            </a:r>
          </a:p>
        </p:txBody>
      </p:sp>
      <p:grpSp>
        <p:nvGrpSpPr>
          <p:cNvPr id="11" name="组合 10">
            <a:extLst>
              <a:ext uri="{FF2B5EF4-FFF2-40B4-BE49-F238E27FC236}">
                <a16:creationId xmlns:a16="http://schemas.microsoft.com/office/drawing/2014/main" id="{111C181D-89F5-AF50-0722-5E2FE48541A1}"/>
              </a:ext>
            </a:extLst>
          </p:cNvPr>
          <p:cNvGrpSpPr/>
          <p:nvPr/>
        </p:nvGrpSpPr>
        <p:grpSpPr>
          <a:xfrm>
            <a:off x="0" y="69215"/>
            <a:ext cx="995681" cy="611505"/>
            <a:chOff x="-124969" y="77016"/>
            <a:chExt cx="1333093" cy="818840"/>
          </a:xfrm>
        </p:grpSpPr>
        <p:sp>
          <p:nvSpPr>
            <p:cNvPr id="14" name="矩形 13">
              <a:extLst>
                <a:ext uri="{FF2B5EF4-FFF2-40B4-BE49-F238E27FC236}">
                  <a16:creationId xmlns:a16="http://schemas.microsoft.com/office/drawing/2014/main" id="{6719DA3E-37EA-7BD6-D22F-30F8F2B8EB34}"/>
                </a:ext>
              </a:extLst>
            </p:cNvPr>
            <p:cNvSpPr/>
            <p:nvPr/>
          </p:nvSpPr>
          <p:spPr>
            <a:xfrm>
              <a:off x="-124969" y="175286"/>
              <a:ext cx="952293" cy="675088"/>
            </a:xfrm>
            <a:prstGeom prst="rect">
              <a:avLst/>
            </a:prstGeom>
            <a:gradFill flip="none" rotWithShape="1">
              <a:gsLst>
                <a:gs pos="0">
                  <a:srgbClr val="0D5DBD"/>
                </a:gs>
                <a:gs pos="100000">
                  <a:srgbClr val="0D4F9D"/>
                </a:gs>
              </a:gsLst>
              <a:lin ang="5400000" scaled="1"/>
              <a:tileRect/>
            </a:gra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srgbClr val="FFFFFF"/>
                </a:solidFill>
                <a:effectLst/>
                <a:uLnTx/>
                <a:uFillTx/>
                <a:latin typeface="Arial" panose="020B0604020202020204"/>
                <a:ea typeface="宋体" panose="02010600030101010101" pitchFamily="2" charset="-122"/>
                <a:cs typeface="+mn-cs"/>
              </a:endParaRPr>
            </a:p>
          </p:txBody>
        </p:sp>
        <p:sp>
          <p:nvSpPr>
            <p:cNvPr id="17" name="椭圆 16">
              <a:extLst>
                <a:ext uri="{FF2B5EF4-FFF2-40B4-BE49-F238E27FC236}">
                  <a16:creationId xmlns:a16="http://schemas.microsoft.com/office/drawing/2014/main" id="{07C8E1C0-17EF-A23E-F82E-EBF91576F0EA}"/>
                </a:ext>
              </a:extLst>
            </p:cNvPr>
            <p:cNvSpPr/>
            <p:nvPr/>
          </p:nvSpPr>
          <p:spPr>
            <a:xfrm>
              <a:off x="389284" y="77016"/>
              <a:ext cx="818840" cy="818840"/>
            </a:xfrm>
            <a:prstGeom prst="ellipse">
              <a:avLst/>
            </a:prstGeom>
            <a:solidFill>
              <a:srgbClr val="FFFFFF"/>
            </a:solidFill>
            <a:ln w="12700" cap="flat" cmpd="sng" algn="ctr">
              <a:solidFill>
                <a:srgbClr val="FFFFFF"/>
              </a:solid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solidFill>
                    <a:srgbClr val="FFFFFF"/>
                  </a:solidFill>
                </a:ln>
                <a:solidFill>
                  <a:srgbClr val="FFFFFF"/>
                </a:solidFill>
                <a:effectLst/>
                <a:uLnTx/>
                <a:uFillTx/>
                <a:latin typeface="Arial" panose="020B0604020202020204"/>
                <a:ea typeface="宋体" panose="02010600030101010101" pitchFamily="2" charset="-122"/>
                <a:cs typeface="+mn-cs"/>
              </a:endParaRPr>
            </a:p>
          </p:txBody>
        </p:sp>
      </p:grpSp>
      <p:pic>
        <p:nvPicPr>
          <p:cNvPr id="21" name="Picture 2" descr="浙江大学-四川久光科技有限公司">
            <a:extLst>
              <a:ext uri="{FF2B5EF4-FFF2-40B4-BE49-F238E27FC236}">
                <a16:creationId xmlns:a16="http://schemas.microsoft.com/office/drawing/2014/main" id="{054B93E4-2837-91C2-16EC-58A90C7A0AC7}"/>
              </a:ext>
            </a:extLst>
          </p:cNvPr>
          <p:cNvPicPr>
            <a:picLocks noChangeAspect="1" noChangeArrowheads="1"/>
          </p:cNvPicPr>
          <p:nvPr/>
        </p:nvPicPr>
        <p:blipFill rotWithShape="1">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t="29557" r="68065" b="28547"/>
          <a:stretch/>
        </p:blipFill>
        <p:spPr bwMode="auto">
          <a:xfrm>
            <a:off x="348256" y="24795"/>
            <a:ext cx="647425" cy="679492"/>
          </a:xfrm>
          <a:prstGeom prst="rect">
            <a:avLst/>
          </a:prstGeom>
          <a:noFill/>
          <a:extLst>
            <a:ext uri="{909E8E84-426E-40DD-AFC4-6F175D3DCCD1}">
              <a14:hiddenFill xmlns:a14="http://schemas.microsoft.com/office/drawing/2010/main">
                <a:solidFill>
                  <a:srgbClr val="FFFFFF"/>
                </a:solidFill>
              </a14:hiddenFill>
            </a:ext>
          </a:extLst>
        </p:spPr>
      </p:pic>
      <p:sp>
        <p:nvSpPr>
          <p:cNvPr id="4" name="箭头: 右 7">
            <a:extLst>
              <a:ext uri="{FF2B5EF4-FFF2-40B4-BE49-F238E27FC236}">
                <a16:creationId xmlns:a16="http://schemas.microsoft.com/office/drawing/2014/main" id="{BD029823-95E6-514B-8CA0-2DCEB90A479E}"/>
              </a:ext>
            </a:extLst>
          </p:cNvPr>
          <p:cNvSpPr/>
          <p:nvPr/>
        </p:nvSpPr>
        <p:spPr>
          <a:xfrm rot="5400000" flipV="1">
            <a:off x="1985008" y="3579118"/>
            <a:ext cx="676507" cy="614045"/>
          </a:xfrm>
          <a:custGeom>
            <a:avLst/>
            <a:gdLst>
              <a:gd name="connsiteX0" fmla="*/ 0 w 967386"/>
              <a:gd name="connsiteY0" fmla="*/ 289493 h 1157972"/>
              <a:gd name="connsiteX1" fmla="*/ 483693 w 967386"/>
              <a:gd name="connsiteY1" fmla="*/ 289493 h 1157972"/>
              <a:gd name="connsiteX2" fmla="*/ 483693 w 967386"/>
              <a:gd name="connsiteY2" fmla="*/ 0 h 1157972"/>
              <a:gd name="connsiteX3" fmla="*/ 967386 w 967386"/>
              <a:gd name="connsiteY3" fmla="*/ 578986 h 1157972"/>
              <a:gd name="connsiteX4" fmla="*/ 483693 w 967386"/>
              <a:gd name="connsiteY4" fmla="*/ 1157972 h 1157972"/>
              <a:gd name="connsiteX5" fmla="*/ 483693 w 967386"/>
              <a:gd name="connsiteY5" fmla="*/ 868479 h 1157972"/>
              <a:gd name="connsiteX6" fmla="*/ 0 w 967386"/>
              <a:gd name="connsiteY6" fmla="*/ 868479 h 1157972"/>
              <a:gd name="connsiteX7" fmla="*/ 0 w 967386"/>
              <a:gd name="connsiteY7" fmla="*/ 289493 h 1157972"/>
              <a:gd name="connsiteX0-1" fmla="*/ 21772 w 989158"/>
              <a:gd name="connsiteY0-2" fmla="*/ 289493 h 1157972"/>
              <a:gd name="connsiteX1-3" fmla="*/ 505465 w 989158"/>
              <a:gd name="connsiteY1-4" fmla="*/ 289493 h 1157972"/>
              <a:gd name="connsiteX2-5" fmla="*/ 505465 w 989158"/>
              <a:gd name="connsiteY2-6" fmla="*/ 0 h 1157972"/>
              <a:gd name="connsiteX3-7" fmla="*/ 989158 w 989158"/>
              <a:gd name="connsiteY3-8" fmla="*/ 578986 h 1157972"/>
              <a:gd name="connsiteX4-9" fmla="*/ 505465 w 989158"/>
              <a:gd name="connsiteY4-10" fmla="*/ 1157972 h 1157972"/>
              <a:gd name="connsiteX5-11" fmla="*/ 505465 w 989158"/>
              <a:gd name="connsiteY5-12" fmla="*/ 868479 h 1157972"/>
              <a:gd name="connsiteX6-13" fmla="*/ 0 w 989158"/>
              <a:gd name="connsiteY6-14" fmla="*/ 1031765 h 1157972"/>
              <a:gd name="connsiteX7-15" fmla="*/ 21772 w 989158"/>
              <a:gd name="connsiteY7-16" fmla="*/ 289493 h 1157972"/>
              <a:gd name="connsiteX0-17" fmla="*/ 0 w 1021814"/>
              <a:gd name="connsiteY0-18" fmla="*/ 0 h 1184164"/>
              <a:gd name="connsiteX1-19" fmla="*/ 538121 w 1021814"/>
              <a:gd name="connsiteY1-20" fmla="*/ 315685 h 1184164"/>
              <a:gd name="connsiteX2-21" fmla="*/ 538121 w 1021814"/>
              <a:gd name="connsiteY2-22" fmla="*/ 26192 h 1184164"/>
              <a:gd name="connsiteX3-23" fmla="*/ 1021814 w 1021814"/>
              <a:gd name="connsiteY3-24" fmla="*/ 605178 h 1184164"/>
              <a:gd name="connsiteX4-25" fmla="*/ 538121 w 1021814"/>
              <a:gd name="connsiteY4-26" fmla="*/ 1184164 h 1184164"/>
              <a:gd name="connsiteX5-27" fmla="*/ 538121 w 1021814"/>
              <a:gd name="connsiteY5-28" fmla="*/ 894671 h 1184164"/>
              <a:gd name="connsiteX6-29" fmla="*/ 32656 w 1021814"/>
              <a:gd name="connsiteY6-30" fmla="*/ 1057957 h 1184164"/>
              <a:gd name="connsiteX7-31" fmla="*/ 0 w 1021814"/>
              <a:gd name="connsiteY7-32" fmla="*/ 0 h 1184164"/>
              <a:gd name="connsiteX0-33" fmla="*/ 43544 w 989158"/>
              <a:gd name="connsiteY0-34" fmla="*/ 93550 h 1157972"/>
              <a:gd name="connsiteX1-35" fmla="*/ 505465 w 989158"/>
              <a:gd name="connsiteY1-36" fmla="*/ 289493 h 1157972"/>
              <a:gd name="connsiteX2-37" fmla="*/ 505465 w 989158"/>
              <a:gd name="connsiteY2-38" fmla="*/ 0 h 1157972"/>
              <a:gd name="connsiteX3-39" fmla="*/ 989158 w 989158"/>
              <a:gd name="connsiteY3-40" fmla="*/ 578986 h 1157972"/>
              <a:gd name="connsiteX4-41" fmla="*/ 505465 w 989158"/>
              <a:gd name="connsiteY4-42" fmla="*/ 1157972 h 1157972"/>
              <a:gd name="connsiteX5-43" fmla="*/ 505465 w 989158"/>
              <a:gd name="connsiteY5-44" fmla="*/ 868479 h 1157972"/>
              <a:gd name="connsiteX6-45" fmla="*/ 0 w 989158"/>
              <a:gd name="connsiteY6-46" fmla="*/ 1031765 h 1157972"/>
              <a:gd name="connsiteX7-47" fmla="*/ 43544 w 989158"/>
              <a:gd name="connsiteY7-48" fmla="*/ 93550 h 1157972"/>
              <a:gd name="connsiteX0-49" fmla="*/ 0 w 1010928"/>
              <a:gd name="connsiteY0-50" fmla="*/ 39122 h 1157972"/>
              <a:gd name="connsiteX1-51" fmla="*/ 527235 w 1010928"/>
              <a:gd name="connsiteY1-52" fmla="*/ 289493 h 1157972"/>
              <a:gd name="connsiteX2-53" fmla="*/ 527235 w 1010928"/>
              <a:gd name="connsiteY2-54" fmla="*/ 0 h 1157972"/>
              <a:gd name="connsiteX3-55" fmla="*/ 1010928 w 1010928"/>
              <a:gd name="connsiteY3-56" fmla="*/ 578986 h 1157972"/>
              <a:gd name="connsiteX4-57" fmla="*/ 527235 w 1010928"/>
              <a:gd name="connsiteY4-58" fmla="*/ 1157972 h 1157972"/>
              <a:gd name="connsiteX5-59" fmla="*/ 527235 w 1010928"/>
              <a:gd name="connsiteY5-60" fmla="*/ 868479 h 1157972"/>
              <a:gd name="connsiteX6-61" fmla="*/ 21770 w 1010928"/>
              <a:gd name="connsiteY6-62" fmla="*/ 1031765 h 1157972"/>
              <a:gd name="connsiteX7-63" fmla="*/ 0 w 1010928"/>
              <a:gd name="connsiteY7-64" fmla="*/ 39122 h 1157972"/>
              <a:gd name="connsiteX0-65" fmla="*/ 10887 w 989158"/>
              <a:gd name="connsiteY0-66" fmla="*/ 82665 h 1157972"/>
              <a:gd name="connsiteX1-67" fmla="*/ 505465 w 989158"/>
              <a:gd name="connsiteY1-68" fmla="*/ 289493 h 1157972"/>
              <a:gd name="connsiteX2-69" fmla="*/ 505465 w 989158"/>
              <a:gd name="connsiteY2-70" fmla="*/ 0 h 1157972"/>
              <a:gd name="connsiteX3-71" fmla="*/ 989158 w 989158"/>
              <a:gd name="connsiteY3-72" fmla="*/ 578986 h 1157972"/>
              <a:gd name="connsiteX4-73" fmla="*/ 505465 w 989158"/>
              <a:gd name="connsiteY4-74" fmla="*/ 1157972 h 1157972"/>
              <a:gd name="connsiteX5-75" fmla="*/ 505465 w 989158"/>
              <a:gd name="connsiteY5-76" fmla="*/ 868479 h 1157972"/>
              <a:gd name="connsiteX6-77" fmla="*/ 0 w 989158"/>
              <a:gd name="connsiteY6-78" fmla="*/ 1031765 h 1157972"/>
              <a:gd name="connsiteX7-79" fmla="*/ 10887 w 989158"/>
              <a:gd name="connsiteY7-80" fmla="*/ 82665 h 1157972"/>
              <a:gd name="connsiteX0-81" fmla="*/ 10887 w 989158"/>
              <a:gd name="connsiteY0-82" fmla="*/ 82665 h 1157972"/>
              <a:gd name="connsiteX1-83" fmla="*/ 505465 w 989158"/>
              <a:gd name="connsiteY1-84" fmla="*/ 289493 h 1157972"/>
              <a:gd name="connsiteX2-85" fmla="*/ 505465 w 989158"/>
              <a:gd name="connsiteY2-86" fmla="*/ 0 h 1157972"/>
              <a:gd name="connsiteX3-87" fmla="*/ 989158 w 989158"/>
              <a:gd name="connsiteY3-88" fmla="*/ 578986 h 1157972"/>
              <a:gd name="connsiteX4-89" fmla="*/ 505465 w 989158"/>
              <a:gd name="connsiteY4-90" fmla="*/ 1157972 h 1157972"/>
              <a:gd name="connsiteX5-91" fmla="*/ 505465 w 989158"/>
              <a:gd name="connsiteY5-92" fmla="*/ 868479 h 1157972"/>
              <a:gd name="connsiteX6-93" fmla="*/ 0 w 989158"/>
              <a:gd name="connsiteY6-94" fmla="*/ 1031765 h 1157972"/>
              <a:gd name="connsiteX7-95" fmla="*/ 10887 w 989158"/>
              <a:gd name="connsiteY7-96" fmla="*/ 82665 h 1157972"/>
              <a:gd name="connsiteX0-97" fmla="*/ 10887 w 989158"/>
              <a:gd name="connsiteY0-98" fmla="*/ 82665 h 1157972"/>
              <a:gd name="connsiteX1-99" fmla="*/ 505465 w 989158"/>
              <a:gd name="connsiteY1-100" fmla="*/ 289493 h 1157972"/>
              <a:gd name="connsiteX2-101" fmla="*/ 505465 w 989158"/>
              <a:gd name="connsiteY2-102" fmla="*/ 0 h 1157972"/>
              <a:gd name="connsiteX3-103" fmla="*/ 989158 w 989158"/>
              <a:gd name="connsiteY3-104" fmla="*/ 578986 h 1157972"/>
              <a:gd name="connsiteX4-105" fmla="*/ 505465 w 989158"/>
              <a:gd name="connsiteY4-106" fmla="*/ 1157972 h 1157972"/>
              <a:gd name="connsiteX5-107" fmla="*/ 505465 w 989158"/>
              <a:gd name="connsiteY5-108" fmla="*/ 868479 h 1157972"/>
              <a:gd name="connsiteX6-109" fmla="*/ 0 w 989158"/>
              <a:gd name="connsiteY6-110" fmla="*/ 1031765 h 1157972"/>
              <a:gd name="connsiteX7-111" fmla="*/ 10887 w 989158"/>
              <a:gd name="connsiteY7-112" fmla="*/ 82665 h 1157972"/>
              <a:gd name="connsiteX0-113" fmla="*/ 10887 w 989158"/>
              <a:gd name="connsiteY0-114" fmla="*/ 82665 h 1157972"/>
              <a:gd name="connsiteX1-115" fmla="*/ 505465 w 989158"/>
              <a:gd name="connsiteY1-116" fmla="*/ 289493 h 1157972"/>
              <a:gd name="connsiteX2-117" fmla="*/ 505465 w 989158"/>
              <a:gd name="connsiteY2-118" fmla="*/ 0 h 1157972"/>
              <a:gd name="connsiteX3-119" fmla="*/ 989158 w 989158"/>
              <a:gd name="connsiteY3-120" fmla="*/ 578986 h 1157972"/>
              <a:gd name="connsiteX4-121" fmla="*/ 505465 w 989158"/>
              <a:gd name="connsiteY4-122" fmla="*/ 1157972 h 1157972"/>
              <a:gd name="connsiteX5-123" fmla="*/ 505465 w 989158"/>
              <a:gd name="connsiteY5-124" fmla="*/ 868479 h 1157972"/>
              <a:gd name="connsiteX6-125" fmla="*/ 0 w 989158"/>
              <a:gd name="connsiteY6-126" fmla="*/ 1031765 h 1157972"/>
              <a:gd name="connsiteX7-127" fmla="*/ 10887 w 989158"/>
              <a:gd name="connsiteY7-128" fmla="*/ 82665 h 1157972"/>
              <a:gd name="connsiteX0-129" fmla="*/ 10887 w 989158"/>
              <a:gd name="connsiteY0-130" fmla="*/ 82665 h 1157972"/>
              <a:gd name="connsiteX1-131" fmla="*/ 505465 w 989158"/>
              <a:gd name="connsiteY1-132" fmla="*/ 289493 h 1157972"/>
              <a:gd name="connsiteX2-133" fmla="*/ 505465 w 989158"/>
              <a:gd name="connsiteY2-134" fmla="*/ 0 h 1157972"/>
              <a:gd name="connsiteX3-135" fmla="*/ 989158 w 989158"/>
              <a:gd name="connsiteY3-136" fmla="*/ 578986 h 1157972"/>
              <a:gd name="connsiteX4-137" fmla="*/ 505465 w 989158"/>
              <a:gd name="connsiteY4-138" fmla="*/ 1157972 h 1157972"/>
              <a:gd name="connsiteX5-139" fmla="*/ 505465 w 989158"/>
              <a:gd name="connsiteY5-140" fmla="*/ 737851 h 1157972"/>
              <a:gd name="connsiteX6-141" fmla="*/ 0 w 989158"/>
              <a:gd name="connsiteY6-142" fmla="*/ 1031765 h 1157972"/>
              <a:gd name="connsiteX7-143" fmla="*/ 10887 w 989158"/>
              <a:gd name="connsiteY7-144" fmla="*/ 82665 h 1157972"/>
              <a:gd name="connsiteX0-145" fmla="*/ 10887 w 989158"/>
              <a:gd name="connsiteY0-146" fmla="*/ 82665 h 1157972"/>
              <a:gd name="connsiteX1-147" fmla="*/ 494580 w 989158"/>
              <a:gd name="connsiteY1-148" fmla="*/ 420122 h 1157972"/>
              <a:gd name="connsiteX2-149" fmla="*/ 505465 w 989158"/>
              <a:gd name="connsiteY2-150" fmla="*/ 0 h 1157972"/>
              <a:gd name="connsiteX3-151" fmla="*/ 989158 w 989158"/>
              <a:gd name="connsiteY3-152" fmla="*/ 578986 h 1157972"/>
              <a:gd name="connsiteX4-153" fmla="*/ 505465 w 989158"/>
              <a:gd name="connsiteY4-154" fmla="*/ 1157972 h 1157972"/>
              <a:gd name="connsiteX5-155" fmla="*/ 505465 w 989158"/>
              <a:gd name="connsiteY5-156" fmla="*/ 737851 h 1157972"/>
              <a:gd name="connsiteX6-157" fmla="*/ 0 w 989158"/>
              <a:gd name="connsiteY6-158" fmla="*/ 1031765 h 1157972"/>
              <a:gd name="connsiteX7-159" fmla="*/ 10887 w 989158"/>
              <a:gd name="connsiteY7-160" fmla="*/ 82665 h 1157972"/>
              <a:gd name="connsiteX0-161" fmla="*/ 10887 w 847870"/>
              <a:gd name="connsiteY0-162" fmla="*/ 82665 h 1157972"/>
              <a:gd name="connsiteX1-163" fmla="*/ 494580 w 847870"/>
              <a:gd name="connsiteY1-164" fmla="*/ 420122 h 1157972"/>
              <a:gd name="connsiteX2-165" fmla="*/ 505465 w 847870"/>
              <a:gd name="connsiteY2-166" fmla="*/ 0 h 1157972"/>
              <a:gd name="connsiteX3-167" fmla="*/ 847870 w 847870"/>
              <a:gd name="connsiteY3-168" fmla="*/ 572636 h 1157972"/>
              <a:gd name="connsiteX4-169" fmla="*/ 505465 w 847870"/>
              <a:gd name="connsiteY4-170" fmla="*/ 1157972 h 1157972"/>
              <a:gd name="connsiteX5-171" fmla="*/ 505465 w 847870"/>
              <a:gd name="connsiteY5-172" fmla="*/ 737851 h 1157972"/>
              <a:gd name="connsiteX6-173" fmla="*/ 0 w 847870"/>
              <a:gd name="connsiteY6-174" fmla="*/ 1031765 h 1157972"/>
              <a:gd name="connsiteX7-175" fmla="*/ 10887 w 847870"/>
              <a:gd name="connsiteY7-176" fmla="*/ 82665 h 1157972"/>
              <a:gd name="connsiteX0-177" fmla="*/ 10887 w 847870"/>
              <a:gd name="connsiteY0-178" fmla="*/ 82665 h 1157972"/>
              <a:gd name="connsiteX1-179" fmla="*/ 494580 w 847870"/>
              <a:gd name="connsiteY1-180" fmla="*/ 420122 h 1157972"/>
              <a:gd name="connsiteX2-181" fmla="*/ 505465 w 847870"/>
              <a:gd name="connsiteY2-182" fmla="*/ 0 h 1157972"/>
              <a:gd name="connsiteX3-183" fmla="*/ 847870 w 847870"/>
              <a:gd name="connsiteY3-184" fmla="*/ 572636 h 1157972"/>
              <a:gd name="connsiteX4-185" fmla="*/ 505465 w 847870"/>
              <a:gd name="connsiteY4-186" fmla="*/ 1157972 h 1157972"/>
              <a:gd name="connsiteX5-187" fmla="*/ 505465 w 847870"/>
              <a:gd name="connsiteY5-188" fmla="*/ 737851 h 1157972"/>
              <a:gd name="connsiteX6-189" fmla="*/ 0 w 847870"/>
              <a:gd name="connsiteY6-190" fmla="*/ 1031765 h 1157972"/>
              <a:gd name="connsiteX7-191" fmla="*/ 10887 w 847870"/>
              <a:gd name="connsiteY7-192" fmla="*/ 82665 h 1157972"/>
              <a:gd name="connsiteX0-193" fmla="*/ 10887 w 847870"/>
              <a:gd name="connsiteY0-194" fmla="*/ 82665 h 1070660"/>
              <a:gd name="connsiteX1-195" fmla="*/ 494580 w 847870"/>
              <a:gd name="connsiteY1-196" fmla="*/ 420122 h 1070660"/>
              <a:gd name="connsiteX2-197" fmla="*/ 505465 w 847870"/>
              <a:gd name="connsiteY2-198" fmla="*/ 0 h 1070660"/>
              <a:gd name="connsiteX3-199" fmla="*/ 847870 w 847870"/>
              <a:gd name="connsiteY3-200" fmla="*/ 572636 h 1070660"/>
              <a:gd name="connsiteX4-201" fmla="*/ 508640 w 847870"/>
              <a:gd name="connsiteY4-202" fmla="*/ 1070660 h 1070660"/>
              <a:gd name="connsiteX5-203" fmla="*/ 505465 w 847870"/>
              <a:gd name="connsiteY5-204" fmla="*/ 737851 h 1070660"/>
              <a:gd name="connsiteX6-205" fmla="*/ 0 w 847870"/>
              <a:gd name="connsiteY6-206" fmla="*/ 1031765 h 1070660"/>
              <a:gd name="connsiteX7-207" fmla="*/ 10887 w 847870"/>
              <a:gd name="connsiteY7-208" fmla="*/ 82665 h 1070660"/>
              <a:gd name="connsiteX0-209" fmla="*/ 10887 w 847870"/>
              <a:gd name="connsiteY0-210" fmla="*/ 0 h 987995"/>
              <a:gd name="connsiteX1-211" fmla="*/ 494580 w 847870"/>
              <a:gd name="connsiteY1-212" fmla="*/ 337457 h 987995"/>
              <a:gd name="connsiteX2-213" fmla="*/ 530865 w 847870"/>
              <a:gd name="connsiteY2-214" fmla="*/ 82435 h 987995"/>
              <a:gd name="connsiteX3-215" fmla="*/ 847870 w 847870"/>
              <a:gd name="connsiteY3-216" fmla="*/ 489971 h 987995"/>
              <a:gd name="connsiteX4-217" fmla="*/ 508640 w 847870"/>
              <a:gd name="connsiteY4-218" fmla="*/ 987995 h 987995"/>
              <a:gd name="connsiteX5-219" fmla="*/ 505465 w 847870"/>
              <a:gd name="connsiteY5-220" fmla="*/ 655186 h 987995"/>
              <a:gd name="connsiteX6-221" fmla="*/ 0 w 847870"/>
              <a:gd name="connsiteY6-222" fmla="*/ 949100 h 987995"/>
              <a:gd name="connsiteX7-223" fmla="*/ 10887 w 847870"/>
              <a:gd name="connsiteY7-224" fmla="*/ 0 h 987995"/>
              <a:gd name="connsiteX0-225" fmla="*/ 10887 w 847870"/>
              <a:gd name="connsiteY0-226" fmla="*/ 0 h 949100"/>
              <a:gd name="connsiteX1-227" fmla="*/ 494580 w 847870"/>
              <a:gd name="connsiteY1-228" fmla="*/ 337457 h 949100"/>
              <a:gd name="connsiteX2-229" fmla="*/ 530865 w 847870"/>
              <a:gd name="connsiteY2-230" fmla="*/ 82435 h 949100"/>
              <a:gd name="connsiteX3-231" fmla="*/ 847870 w 847870"/>
              <a:gd name="connsiteY3-232" fmla="*/ 489971 h 949100"/>
              <a:gd name="connsiteX4-233" fmla="*/ 511818 w 847870"/>
              <a:gd name="connsiteY4-234" fmla="*/ 921320 h 949100"/>
              <a:gd name="connsiteX5-235" fmla="*/ 505465 w 847870"/>
              <a:gd name="connsiteY5-236" fmla="*/ 655186 h 949100"/>
              <a:gd name="connsiteX6-237" fmla="*/ 0 w 847870"/>
              <a:gd name="connsiteY6-238" fmla="*/ 949100 h 949100"/>
              <a:gd name="connsiteX7-239" fmla="*/ 10887 w 847870"/>
              <a:gd name="connsiteY7-240" fmla="*/ 0 h 949100"/>
              <a:gd name="connsiteX0-241" fmla="*/ 10887 w 847870"/>
              <a:gd name="connsiteY0-242" fmla="*/ 0 h 949100"/>
              <a:gd name="connsiteX1-243" fmla="*/ 494580 w 847870"/>
              <a:gd name="connsiteY1-244" fmla="*/ 337457 h 949100"/>
              <a:gd name="connsiteX2-245" fmla="*/ 508640 w 847870"/>
              <a:gd name="connsiteY2-246" fmla="*/ 79260 h 949100"/>
              <a:gd name="connsiteX3-247" fmla="*/ 847870 w 847870"/>
              <a:gd name="connsiteY3-248" fmla="*/ 489971 h 949100"/>
              <a:gd name="connsiteX4-249" fmla="*/ 511818 w 847870"/>
              <a:gd name="connsiteY4-250" fmla="*/ 921320 h 949100"/>
              <a:gd name="connsiteX5-251" fmla="*/ 505465 w 847870"/>
              <a:gd name="connsiteY5-252" fmla="*/ 655186 h 949100"/>
              <a:gd name="connsiteX6-253" fmla="*/ 0 w 847870"/>
              <a:gd name="connsiteY6-254" fmla="*/ 949100 h 949100"/>
              <a:gd name="connsiteX7-255" fmla="*/ 10887 w 847870"/>
              <a:gd name="connsiteY7-256" fmla="*/ 0 h 949100"/>
              <a:gd name="connsiteX0-257" fmla="*/ 10887 w 847870"/>
              <a:gd name="connsiteY0-258" fmla="*/ 0 h 949100"/>
              <a:gd name="connsiteX1-259" fmla="*/ 494580 w 847870"/>
              <a:gd name="connsiteY1-260" fmla="*/ 337457 h 949100"/>
              <a:gd name="connsiteX2-261" fmla="*/ 516577 w 847870"/>
              <a:gd name="connsiteY2-262" fmla="*/ 61797 h 949100"/>
              <a:gd name="connsiteX3-263" fmla="*/ 847870 w 847870"/>
              <a:gd name="connsiteY3-264" fmla="*/ 489971 h 949100"/>
              <a:gd name="connsiteX4-265" fmla="*/ 511818 w 847870"/>
              <a:gd name="connsiteY4-266" fmla="*/ 921320 h 949100"/>
              <a:gd name="connsiteX5-267" fmla="*/ 505465 w 847870"/>
              <a:gd name="connsiteY5-268" fmla="*/ 655186 h 949100"/>
              <a:gd name="connsiteX6-269" fmla="*/ 0 w 847870"/>
              <a:gd name="connsiteY6-270" fmla="*/ 949100 h 949100"/>
              <a:gd name="connsiteX7-271" fmla="*/ 10887 w 847870"/>
              <a:gd name="connsiteY7-272" fmla="*/ 0 h 949100"/>
              <a:gd name="connsiteX0-273" fmla="*/ 10887 w 847870"/>
              <a:gd name="connsiteY0-274" fmla="*/ 0 h 949100"/>
              <a:gd name="connsiteX1-275" fmla="*/ 494580 w 847870"/>
              <a:gd name="connsiteY1-276" fmla="*/ 337457 h 949100"/>
              <a:gd name="connsiteX2-277" fmla="*/ 503877 w 847870"/>
              <a:gd name="connsiteY2-278" fmla="*/ 58622 h 949100"/>
              <a:gd name="connsiteX3-279" fmla="*/ 847870 w 847870"/>
              <a:gd name="connsiteY3-280" fmla="*/ 489971 h 949100"/>
              <a:gd name="connsiteX4-281" fmla="*/ 511818 w 847870"/>
              <a:gd name="connsiteY4-282" fmla="*/ 921320 h 949100"/>
              <a:gd name="connsiteX5-283" fmla="*/ 505465 w 847870"/>
              <a:gd name="connsiteY5-284" fmla="*/ 655186 h 949100"/>
              <a:gd name="connsiteX6-285" fmla="*/ 0 w 847870"/>
              <a:gd name="connsiteY6-286" fmla="*/ 949100 h 949100"/>
              <a:gd name="connsiteX7-287" fmla="*/ 10887 w 847870"/>
              <a:gd name="connsiteY7-288" fmla="*/ 0 h 949100"/>
              <a:gd name="connsiteX0-289" fmla="*/ 10887 w 847870"/>
              <a:gd name="connsiteY0-290" fmla="*/ 0 h 949100"/>
              <a:gd name="connsiteX1-291" fmla="*/ 504105 w 847870"/>
              <a:gd name="connsiteY1-292" fmla="*/ 345395 h 949100"/>
              <a:gd name="connsiteX2-293" fmla="*/ 503877 w 847870"/>
              <a:gd name="connsiteY2-294" fmla="*/ 58622 h 949100"/>
              <a:gd name="connsiteX3-295" fmla="*/ 847870 w 847870"/>
              <a:gd name="connsiteY3-296" fmla="*/ 489971 h 949100"/>
              <a:gd name="connsiteX4-297" fmla="*/ 511818 w 847870"/>
              <a:gd name="connsiteY4-298" fmla="*/ 921320 h 949100"/>
              <a:gd name="connsiteX5-299" fmla="*/ 505465 w 847870"/>
              <a:gd name="connsiteY5-300" fmla="*/ 655186 h 949100"/>
              <a:gd name="connsiteX6-301" fmla="*/ 0 w 847870"/>
              <a:gd name="connsiteY6-302" fmla="*/ 949100 h 949100"/>
              <a:gd name="connsiteX7-303" fmla="*/ 10887 w 847870"/>
              <a:gd name="connsiteY7-304" fmla="*/ 0 h 949100"/>
              <a:gd name="connsiteX0-305" fmla="*/ 10887 w 847870"/>
              <a:gd name="connsiteY0-306" fmla="*/ 0 h 949100"/>
              <a:gd name="connsiteX1-307" fmla="*/ 504105 w 847870"/>
              <a:gd name="connsiteY1-308" fmla="*/ 345395 h 949100"/>
              <a:gd name="connsiteX2-309" fmla="*/ 503877 w 847870"/>
              <a:gd name="connsiteY2-310" fmla="*/ 58622 h 949100"/>
              <a:gd name="connsiteX3-311" fmla="*/ 847870 w 847870"/>
              <a:gd name="connsiteY3-312" fmla="*/ 489971 h 949100"/>
              <a:gd name="connsiteX4-313" fmla="*/ 511818 w 847870"/>
              <a:gd name="connsiteY4-314" fmla="*/ 921320 h 949100"/>
              <a:gd name="connsiteX5-315" fmla="*/ 505465 w 847870"/>
              <a:gd name="connsiteY5-316" fmla="*/ 655186 h 949100"/>
              <a:gd name="connsiteX6-317" fmla="*/ 0 w 847870"/>
              <a:gd name="connsiteY6-318" fmla="*/ 949100 h 949100"/>
              <a:gd name="connsiteX7-319" fmla="*/ 10887 w 847870"/>
              <a:gd name="connsiteY7-320" fmla="*/ 0 h 949100"/>
              <a:gd name="connsiteX0-321" fmla="*/ 10887 w 847870"/>
              <a:gd name="connsiteY0-322" fmla="*/ 0 h 949100"/>
              <a:gd name="connsiteX1-323" fmla="*/ 504105 w 847870"/>
              <a:gd name="connsiteY1-324" fmla="*/ 345395 h 949100"/>
              <a:gd name="connsiteX2-325" fmla="*/ 503877 w 847870"/>
              <a:gd name="connsiteY2-326" fmla="*/ 58622 h 949100"/>
              <a:gd name="connsiteX3-327" fmla="*/ 847870 w 847870"/>
              <a:gd name="connsiteY3-328" fmla="*/ 489971 h 949100"/>
              <a:gd name="connsiteX4-329" fmla="*/ 511818 w 847870"/>
              <a:gd name="connsiteY4-330" fmla="*/ 921320 h 949100"/>
              <a:gd name="connsiteX5-331" fmla="*/ 507052 w 847870"/>
              <a:gd name="connsiteY5-332" fmla="*/ 675824 h 949100"/>
              <a:gd name="connsiteX6-333" fmla="*/ 0 w 847870"/>
              <a:gd name="connsiteY6-334" fmla="*/ 949100 h 949100"/>
              <a:gd name="connsiteX7-335" fmla="*/ 10887 w 847870"/>
              <a:gd name="connsiteY7-336" fmla="*/ 0 h 949100"/>
              <a:gd name="connsiteX0-337" fmla="*/ 10887 w 847870"/>
              <a:gd name="connsiteY0-338" fmla="*/ 0 h 949100"/>
              <a:gd name="connsiteX1-339" fmla="*/ 504105 w 847870"/>
              <a:gd name="connsiteY1-340" fmla="*/ 345395 h 949100"/>
              <a:gd name="connsiteX2-341" fmla="*/ 503877 w 847870"/>
              <a:gd name="connsiteY2-342" fmla="*/ 58622 h 949100"/>
              <a:gd name="connsiteX3-343" fmla="*/ 847870 w 847870"/>
              <a:gd name="connsiteY3-344" fmla="*/ 489971 h 949100"/>
              <a:gd name="connsiteX4-345" fmla="*/ 511818 w 847870"/>
              <a:gd name="connsiteY4-346" fmla="*/ 921320 h 949100"/>
              <a:gd name="connsiteX5-347" fmla="*/ 507052 w 847870"/>
              <a:gd name="connsiteY5-348" fmla="*/ 675824 h 949100"/>
              <a:gd name="connsiteX6-349" fmla="*/ 0 w 847870"/>
              <a:gd name="connsiteY6-350" fmla="*/ 949100 h 949100"/>
              <a:gd name="connsiteX7-351" fmla="*/ 10887 w 847870"/>
              <a:gd name="connsiteY7-352" fmla="*/ 0 h 949100"/>
              <a:gd name="connsiteX0-353" fmla="*/ 10887 w 847870"/>
              <a:gd name="connsiteY0-354" fmla="*/ 0 h 949100"/>
              <a:gd name="connsiteX1-355" fmla="*/ 504105 w 847870"/>
              <a:gd name="connsiteY1-356" fmla="*/ 345395 h 949100"/>
              <a:gd name="connsiteX2-357" fmla="*/ 503877 w 847870"/>
              <a:gd name="connsiteY2-358" fmla="*/ 58622 h 949100"/>
              <a:gd name="connsiteX3-359" fmla="*/ 847870 w 847870"/>
              <a:gd name="connsiteY3-360" fmla="*/ 489971 h 949100"/>
              <a:gd name="connsiteX4-361" fmla="*/ 511818 w 847870"/>
              <a:gd name="connsiteY4-362" fmla="*/ 921320 h 949100"/>
              <a:gd name="connsiteX5-363" fmla="*/ 507052 w 847870"/>
              <a:gd name="connsiteY5-364" fmla="*/ 675824 h 949100"/>
              <a:gd name="connsiteX6-365" fmla="*/ 0 w 847870"/>
              <a:gd name="connsiteY6-366" fmla="*/ 949100 h 949100"/>
              <a:gd name="connsiteX7-367" fmla="*/ 10887 w 847870"/>
              <a:gd name="connsiteY7-368" fmla="*/ 0 h 949100"/>
              <a:gd name="connsiteX0-369" fmla="*/ 10887 w 847870"/>
              <a:gd name="connsiteY0-370" fmla="*/ 0 h 949100"/>
              <a:gd name="connsiteX1-371" fmla="*/ 504105 w 847870"/>
              <a:gd name="connsiteY1-372" fmla="*/ 345395 h 949100"/>
              <a:gd name="connsiteX2-373" fmla="*/ 503877 w 847870"/>
              <a:gd name="connsiteY2-374" fmla="*/ 58622 h 949100"/>
              <a:gd name="connsiteX3-375" fmla="*/ 847870 w 847870"/>
              <a:gd name="connsiteY3-376" fmla="*/ 489971 h 949100"/>
              <a:gd name="connsiteX4-377" fmla="*/ 511818 w 847870"/>
              <a:gd name="connsiteY4-378" fmla="*/ 921320 h 949100"/>
              <a:gd name="connsiteX5-379" fmla="*/ 507052 w 847870"/>
              <a:gd name="connsiteY5-380" fmla="*/ 675824 h 949100"/>
              <a:gd name="connsiteX6-381" fmla="*/ 0 w 847870"/>
              <a:gd name="connsiteY6-382" fmla="*/ 949100 h 949100"/>
              <a:gd name="connsiteX7-383" fmla="*/ 10887 w 847870"/>
              <a:gd name="connsiteY7-384" fmla="*/ 0 h 949100"/>
              <a:gd name="connsiteX0-385" fmla="*/ 10887 w 847870"/>
              <a:gd name="connsiteY0-386" fmla="*/ 0 h 949100"/>
              <a:gd name="connsiteX1-387" fmla="*/ 504105 w 847870"/>
              <a:gd name="connsiteY1-388" fmla="*/ 345395 h 949100"/>
              <a:gd name="connsiteX2-389" fmla="*/ 503877 w 847870"/>
              <a:gd name="connsiteY2-390" fmla="*/ 58622 h 949100"/>
              <a:gd name="connsiteX3-391" fmla="*/ 847870 w 847870"/>
              <a:gd name="connsiteY3-392" fmla="*/ 489971 h 949100"/>
              <a:gd name="connsiteX4-393" fmla="*/ 511818 w 847870"/>
              <a:gd name="connsiteY4-394" fmla="*/ 921320 h 949100"/>
              <a:gd name="connsiteX5-395" fmla="*/ 507052 w 847870"/>
              <a:gd name="connsiteY5-396" fmla="*/ 675824 h 949100"/>
              <a:gd name="connsiteX6-397" fmla="*/ 0 w 847870"/>
              <a:gd name="connsiteY6-398" fmla="*/ 949100 h 949100"/>
              <a:gd name="connsiteX7-399" fmla="*/ 10887 w 847870"/>
              <a:gd name="connsiteY7-400" fmla="*/ 0 h 949100"/>
              <a:gd name="connsiteX0-401" fmla="*/ 10887 w 847870"/>
              <a:gd name="connsiteY0-402" fmla="*/ 0 h 949100"/>
              <a:gd name="connsiteX1-403" fmla="*/ 504105 w 847870"/>
              <a:gd name="connsiteY1-404" fmla="*/ 345395 h 949100"/>
              <a:gd name="connsiteX2-405" fmla="*/ 503877 w 847870"/>
              <a:gd name="connsiteY2-406" fmla="*/ 58622 h 949100"/>
              <a:gd name="connsiteX3-407" fmla="*/ 847870 w 847870"/>
              <a:gd name="connsiteY3-408" fmla="*/ 489971 h 949100"/>
              <a:gd name="connsiteX4-409" fmla="*/ 511818 w 847870"/>
              <a:gd name="connsiteY4-410" fmla="*/ 921320 h 949100"/>
              <a:gd name="connsiteX5-411" fmla="*/ 507052 w 847870"/>
              <a:gd name="connsiteY5-412" fmla="*/ 675824 h 949100"/>
              <a:gd name="connsiteX6-413" fmla="*/ 0 w 847870"/>
              <a:gd name="connsiteY6-414" fmla="*/ 949100 h 949100"/>
              <a:gd name="connsiteX7-415" fmla="*/ 10887 w 847870"/>
              <a:gd name="connsiteY7-416" fmla="*/ 0 h 949100"/>
              <a:gd name="connsiteX0-417" fmla="*/ 10887 w 847870"/>
              <a:gd name="connsiteY0-418" fmla="*/ 0 h 949100"/>
              <a:gd name="connsiteX1-419" fmla="*/ 504105 w 847870"/>
              <a:gd name="connsiteY1-420" fmla="*/ 345395 h 949100"/>
              <a:gd name="connsiteX2-421" fmla="*/ 503877 w 847870"/>
              <a:gd name="connsiteY2-422" fmla="*/ 58622 h 949100"/>
              <a:gd name="connsiteX3-423" fmla="*/ 847870 w 847870"/>
              <a:gd name="connsiteY3-424" fmla="*/ 489971 h 949100"/>
              <a:gd name="connsiteX4-425" fmla="*/ 511818 w 847870"/>
              <a:gd name="connsiteY4-426" fmla="*/ 809560 h 949100"/>
              <a:gd name="connsiteX5-427" fmla="*/ 507052 w 847870"/>
              <a:gd name="connsiteY5-428" fmla="*/ 675824 h 949100"/>
              <a:gd name="connsiteX6-429" fmla="*/ 0 w 847870"/>
              <a:gd name="connsiteY6-430" fmla="*/ 949100 h 949100"/>
              <a:gd name="connsiteX7-431" fmla="*/ 10887 w 847870"/>
              <a:gd name="connsiteY7-432" fmla="*/ 0 h 949100"/>
              <a:gd name="connsiteX0-433" fmla="*/ 10887 w 847870"/>
              <a:gd name="connsiteY0-434" fmla="*/ 0 h 949100"/>
              <a:gd name="connsiteX1-435" fmla="*/ 504105 w 847870"/>
              <a:gd name="connsiteY1-436" fmla="*/ 345395 h 949100"/>
              <a:gd name="connsiteX2-437" fmla="*/ 514037 w 847870"/>
              <a:gd name="connsiteY2-438" fmla="*/ 139902 h 949100"/>
              <a:gd name="connsiteX3-439" fmla="*/ 847870 w 847870"/>
              <a:gd name="connsiteY3-440" fmla="*/ 489971 h 949100"/>
              <a:gd name="connsiteX4-441" fmla="*/ 511818 w 847870"/>
              <a:gd name="connsiteY4-442" fmla="*/ 809560 h 949100"/>
              <a:gd name="connsiteX5-443" fmla="*/ 507052 w 847870"/>
              <a:gd name="connsiteY5-444" fmla="*/ 675824 h 949100"/>
              <a:gd name="connsiteX6-445" fmla="*/ 0 w 847870"/>
              <a:gd name="connsiteY6-446" fmla="*/ 949100 h 949100"/>
              <a:gd name="connsiteX7-447" fmla="*/ 10887 w 847870"/>
              <a:gd name="connsiteY7-448" fmla="*/ 0 h 949100"/>
              <a:gd name="connsiteX0-449" fmla="*/ 10887 w 746270"/>
              <a:gd name="connsiteY0-450" fmla="*/ 0 h 949100"/>
              <a:gd name="connsiteX1-451" fmla="*/ 504105 w 746270"/>
              <a:gd name="connsiteY1-452" fmla="*/ 345395 h 949100"/>
              <a:gd name="connsiteX2-453" fmla="*/ 514037 w 746270"/>
              <a:gd name="connsiteY2-454" fmla="*/ 139902 h 949100"/>
              <a:gd name="connsiteX3-455" fmla="*/ 746270 w 746270"/>
              <a:gd name="connsiteY3-456" fmla="*/ 495051 h 949100"/>
              <a:gd name="connsiteX4-457" fmla="*/ 511818 w 746270"/>
              <a:gd name="connsiteY4-458" fmla="*/ 809560 h 949100"/>
              <a:gd name="connsiteX5-459" fmla="*/ 507052 w 746270"/>
              <a:gd name="connsiteY5-460" fmla="*/ 675824 h 949100"/>
              <a:gd name="connsiteX6-461" fmla="*/ 0 w 746270"/>
              <a:gd name="connsiteY6-462" fmla="*/ 949100 h 949100"/>
              <a:gd name="connsiteX7-463" fmla="*/ 10887 w 746270"/>
              <a:gd name="connsiteY7-464" fmla="*/ 0 h 949100"/>
              <a:gd name="connsiteX0-465" fmla="*/ 10887 w 715790"/>
              <a:gd name="connsiteY0-466" fmla="*/ 0 h 949100"/>
              <a:gd name="connsiteX1-467" fmla="*/ 504105 w 715790"/>
              <a:gd name="connsiteY1-468" fmla="*/ 345395 h 949100"/>
              <a:gd name="connsiteX2-469" fmla="*/ 514037 w 715790"/>
              <a:gd name="connsiteY2-470" fmla="*/ 139902 h 949100"/>
              <a:gd name="connsiteX3-471" fmla="*/ 715790 w 715790"/>
              <a:gd name="connsiteY3-472" fmla="*/ 489971 h 949100"/>
              <a:gd name="connsiteX4-473" fmla="*/ 511818 w 715790"/>
              <a:gd name="connsiteY4-474" fmla="*/ 809560 h 949100"/>
              <a:gd name="connsiteX5-475" fmla="*/ 507052 w 715790"/>
              <a:gd name="connsiteY5-476" fmla="*/ 675824 h 949100"/>
              <a:gd name="connsiteX6-477" fmla="*/ 0 w 715790"/>
              <a:gd name="connsiteY6-478" fmla="*/ 949100 h 949100"/>
              <a:gd name="connsiteX7-479" fmla="*/ 10887 w 715790"/>
              <a:gd name="connsiteY7-480" fmla="*/ 0 h 9491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715790" h="949100">
                <a:moveTo>
                  <a:pt x="10887" y="0"/>
                </a:moveTo>
                <a:cubicBezTo>
                  <a:pt x="175746" y="68943"/>
                  <a:pt x="236738" y="507773"/>
                  <a:pt x="504105" y="345395"/>
                </a:cubicBezTo>
                <a:lnTo>
                  <a:pt x="514037" y="139902"/>
                </a:lnTo>
                <a:lnTo>
                  <a:pt x="715790" y="489971"/>
                </a:lnTo>
                <a:lnTo>
                  <a:pt x="511818" y="809560"/>
                </a:lnTo>
                <a:cubicBezTo>
                  <a:pt x="510760" y="698624"/>
                  <a:pt x="508110" y="786760"/>
                  <a:pt x="507052" y="675824"/>
                </a:cubicBezTo>
                <a:cubicBezTo>
                  <a:pt x="277332" y="443142"/>
                  <a:pt x="168488" y="894671"/>
                  <a:pt x="0" y="949100"/>
                </a:cubicBezTo>
                <a:lnTo>
                  <a:pt x="10887" y="0"/>
                </a:lnTo>
                <a:close/>
              </a:path>
            </a:pathLst>
          </a:custGeom>
          <a:gradFill>
            <a:gsLst>
              <a:gs pos="25840">
                <a:srgbClr val="4989FF">
                  <a:alpha val="14000"/>
                </a:srgbClr>
              </a:gs>
              <a:gs pos="10000">
                <a:srgbClr val="4989FF">
                  <a:alpha val="0"/>
                </a:srgbClr>
              </a:gs>
              <a:gs pos="82000">
                <a:srgbClr val="194FB5"/>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5" name="箭头: 右 7">
            <a:extLst>
              <a:ext uri="{FF2B5EF4-FFF2-40B4-BE49-F238E27FC236}">
                <a16:creationId xmlns:a16="http://schemas.microsoft.com/office/drawing/2014/main" id="{E1566664-6F49-0AC9-D950-3ABFACDC8E4B}"/>
              </a:ext>
            </a:extLst>
          </p:cNvPr>
          <p:cNvSpPr/>
          <p:nvPr/>
        </p:nvSpPr>
        <p:spPr>
          <a:xfrm rot="5400000" flipV="1">
            <a:off x="9410876" y="3579118"/>
            <a:ext cx="676507" cy="614045"/>
          </a:xfrm>
          <a:custGeom>
            <a:avLst/>
            <a:gdLst>
              <a:gd name="connsiteX0" fmla="*/ 0 w 967386"/>
              <a:gd name="connsiteY0" fmla="*/ 289493 h 1157972"/>
              <a:gd name="connsiteX1" fmla="*/ 483693 w 967386"/>
              <a:gd name="connsiteY1" fmla="*/ 289493 h 1157972"/>
              <a:gd name="connsiteX2" fmla="*/ 483693 w 967386"/>
              <a:gd name="connsiteY2" fmla="*/ 0 h 1157972"/>
              <a:gd name="connsiteX3" fmla="*/ 967386 w 967386"/>
              <a:gd name="connsiteY3" fmla="*/ 578986 h 1157972"/>
              <a:gd name="connsiteX4" fmla="*/ 483693 w 967386"/>
              <a:gd name="connsiteY4" fmla="*/ 1157972 h 1157972"/>
              <a:gd name="connsiteX5" fmla="*/ 483693 w 967386"/>
              <a:gd name="connsiteY5" fmla="*/ 868479 h 1157972"/>
              <a:gd name="connsiteX6" fmla="*/ 0 w 967386"/>
              <a:gd name="connsiteY6" fmla="*/ 868479 h 1157972"/>
              <a:gd name="connsiteX7" fmla="*/ 0 w 967386"/>
              <a:gd name="connsiteY7" fmla="*/ 289493 h 1157972"/>
              <a:gd name="connsiteX0-1" fmla="*/ 21772 w 989158"/>
              <a:gd name="connsiteY0-2" fmla="*/ 289493 h 1157972"/>
              <a:gd name="connsiteX1-3" fmla="*/ 505465 w 989158"/>
              <a:gd name="connsiteY1-4" fmla="*/ 289493 h 1157972"/>
              <a:gd name="connsiteX2-5" fmla="*/ 505465 w 989158"/>
              <a:gd name="connsiteY2-6" fmla="*/ 0 h 1157972"/>
              <a:gd name="connsiteX3-7" fmla="*/ 989158 w 989158"/>
              <a:gd name="connsiteY3-8" fmla="*/ 578986 h 1157972"/>
              <a:gd name="connsiteX4-9" fmla="*/ 505465 w 989158"/>
              <a:gd name="connsiteY4-10" fmla="*/ 1157972 h 1157972"/>
              <a:gd name="connsiteX5-11" fmla="*/ 505465 w 989158"/>
              <a:gd name="connsiteY5-12" fmla="*/ 868479 h 1157972"/>
              <a:gd name="connsiteX6-13" fmla="*/ 0 w 989158"/>
              <a:gd name="connsiteY6-14" fmla="*/ 1031765 h 1157972"/>
              <a:gd name="connsiteX7-15" fmla="*/ 21772 w 989158"/>
              <a:gd name="connsiteY7-16" fmla="*/ 289493 h 1157972"/>
              <a:gd name="connsiteX0-17" fmla="*/ 0 w 1021814"/>
              <a:gd name="connsiteY0-18" fmla="*/ 0 h 1184164"/>
              <a:gd name="connsiteX1-19" fmla="*/ 538121 w 1021814"/>
              <a:gd name="connsiteY1-20" fmla="*/ 315685 h 1184164"/>
              <a:gd name="connsiteX2-21" fmla="*/ 538121 w 1021814"/>
              <a:gd name="connsiteY2-22" fmla="*/ 26192 h 1184164"/>
              <a:gd name="connsiteX3-23" fmla="*/ 1021814 w 1021814"/>
              <a:gd name="connsiteY3-24" fmla="*/ 605178 h 1184164"/>
              <a:gd name="connsiteX4-25" fmla="*/ 538121 w 1021814"/>
              <a:gd name="connsiteY4-26" fmla="*/ 1184164 h 1184164"/>
              <a:gd name="connsiteX5-27" fmla="*/ 538121 w 1021814"/>
              <a:gd name="connsiteY5-28" fmla="*/ 894671 h 1184164"/>
              <a:gd name="connsiteX6-29" fmla="*/ 32656 w 1021814"/>
              <a:gd name="connsiteY6-30" fmla="*/ 1057957 h 1184164"/>
              <a:gd name="connsiteX7-31" fmla="*/ 0 w 1021814"/>
              <a:gd name="connsiteY7-32" fmla="*/ 0 h 1184164"/>
              <a:gd name="connsiteX0-33" fmla="*/ 43544 w 989158"/>
              <a:gd name="connsiteY0-34" fmla="*/ 93550 h 1157972"/>
              <a:gd name="connsiteX1-35" fmla="*/ 505465 w 989158"/>
              <a:gd name="connsiteY1-36" fmla="*/ 289493 h 1157972"/>
              <a:gd name="connsiteX2-37" fmla="*/ 505465 w 989158"/>
              <a:gd name="connsiteY2-38" fmla="*/ 0 h 1157972"/>
              <a:gd name="connsiteX3-39" fmla="*/ 989158 w 989158"/>
              <a:gd name="connsiteY3-40" fmla="*/ 578986 h 1157972"/>
              <a:gd name="connsiteX4-41" fmla="*/ 505465 w 989158"/>
              <a:gd name="connsiteY4-42" fmla="*/ 1157972 h 1157972"/>
              <a:gd name="connsiteX5-43" fmla="*/ 505465 w 989158"/>
              <a:gd name="connsiteY5-44" fmla="*/ 868479 h 1157972"/>
              <a:gd name="connsiteX6-45" fmla="*/ 0 w 989158"/>
              <a:gd name="connsiteY6-46" fmla="*/ 1031765 h 1157972"/>
              <a:gd name="connsiteX7-47" fmla="*/ 43544 w 989158"/>
              <a:gd name="connsiteY7-48" fmla="*/ 93550 h 1157972"/>
              <a:gd name="connsiteX0-49" fmla="*/ 0 w 1010928"/>
              <a:gd name="connsiteY0-50" fmla="*/ 39122 h 1157972"/>
              <a:gd name="connsiteX1-51" fmla="*/ 527235 w 1010928"/>
              <a:gd name="connsiteY1-52" fmla="*/ 289493 h 1157972"/>
              <a:gd name="connsiteX2-53" fmla="*/ 527235 w 1010928"/>
              <a:gd name="connsiteY2-54" fmla="*/ 0 h 1157972"/>
              <a:gd name="connsiteX3-55" fmla="*/ 1010928 w 1010928"/>
              <a:gd name="connsiteY3-56" fmla="*/ 578986 h 1157972"/>
              <a:gd name="connsiteX4-57" fmla="*/ 527235 w 1010928"/>
              <a:gd name="connsiteY4-58" fmla="*/ 1157972 h 1157972"/>
              <a:gd name="connsiteX5-59" fmla="*/ 527235 w 1010928"/>
              <a:gd name="connsiteY5-60" fmla="*/ 868479 h 1157972"/>
              <a:gd name="connsiteX6-61" fmla="*/ 21770 w 1010928"/>
              <a:gd name="connsiteY6-62" fmla="*/ 1031765 h 1157972"/>
              <a:gd name="connsiteX7-63" fmla="*/ 0 w 1010928"/>
              <a:gd name="connsiteY7-64" fmla="*/ 39122 h 1157972"/>
              <a:gd name="connsiteX0-65" fmla="*/ 10887 w 989158"/>
              <a:gd name="connsiteY0-66" fmla="*/ 82665 h 1157972"/>
              <a:gd name="connsiteX1-67" fmla="*/ 505465 w 989158"/>
              <a:gd name="connsiteY1-68" fmla="*/ 289493 h 1157972"/>
              <a:gd name="connsiteX2-69" fmla="*/ 505465 w 989158"/>
              <a:gd name="connsiteY2-70" fmla="*/ 0 h 1157972"/>
              <a:gd name="connsiteX3-71" fmla="*/ 989158 w 989158"/>
              <a:gd name="connsiteY3-72" fmla="*/ 578986 h 1157972"/>
              <a:gd name="connsiteX4-73" fmla="*/ 505465 w 989158"/>
              <a:gd name="connsiteY4-74" fmla="*/ 1157972 h 1157972"/>
              <a:gd name="connsiteX5-75" fmla="*/ 505465 w 989158"/>
              <a:gd name="connsiteY5-76" fmla="*/ 868479 h 1157972"/>
              <a:gd name="connsiteX6-77" fmla="*/ 0 w 989158"/>
              <a:gd name="connsiteY6-78" fmla="*/ 1031765 h 1157972"/>
              <a:gd name="connsiteX7-79" fmla="*/ 10887 w 989158"/>
              <a:gd name="connsiteY7-80" fmla="*/ 82665 h 1157972"/>
              <a:gd name="connsiteX0-81" fmla="*/ 10887 w 989158"/>
              <a:gd name="connsiteY0-82" fmla="*/ 82665 h 1157972"/>
              <a:gd name="connsiteX1-83" fmla="*/ 505465 w 989158"/>
              <a:gd name="connsiteY1-84" fmla="*/ 289493 h 1157972"/>
              <a:gd name="connsiteX2-85" fmla="*/ 505465 w 989158"/>
              <a:gd name="connsiteY2-86" fmla="*/ 0 h 1157972"/>
              <a:gd name="connsiteX3-87" fmla="*/ 989158 w 989158"/>
              <a:gd name="connsiteY3-88" fmla="*/ 578986 h 1157972"/>
              <a:gd name="connsiteX4-89" fmla="*/ 505465 w 989158"/>
              <a:gd name="connsiteY4-90" fmla="*/ 1157972 h 1157972"/>
              <a:gd name="connsiteX5-91" fmla="*/ 505465 w 989158"/>
              <a:gd name="connsiteY5-92" fmla="*/ 868479 h 1157972"/>
              <a:gd name="connsiteX6-93" fmla="*/ 0 w 989158"/>
              <a:gd name="connsiteY6-94" fmla="*/ 1031765 h 1157972"/>
              <a:gd name="connsiteX7-95" fmla="*/ 10887 w 989158"/>
              <a:gd name="connsiteY7-96" fmla="*/ 82665 h 1157972"/>
              <a:gd name="connsiteX0-97" fmla="*/ 10887 w 989158"/>
              <a:gd name="connsiteY0-98" fmla="*/ 82665 h 1157972"/>
              <a:gd name="connsiteX1-99" fmla="*/ 505465 w 989158"/>
              <a:gd name="connsiteY1-100" fmla="*/ 289493 h 1157972"/>
              <a:gd name="connsiteX2-101" fmla="*/ 505465 w 989158"/>
              <a:gd name="connsiteY2-102" fmla="*/ 0 h 1157972"/>
              <a:gd name="connsiteX3-103" fmla="*/ 989158 w 989158"/>
              <a:gd name="connsiteY3-104" fmla="*/ 578986 h 1157972"/>
              <a:gd name="connsiteX4-105" fmla="*/ 505465 w 989158"/>
              <a:gd name="connsiteY4-106" fmla="*/ 1157972 h 1157972"/>
              <a:gd name="connsiteX5-107" fmla="*/ 505465 w 989158"/>
              <a:gd name="connsiteY5-108" fmla="*/ 868479 h 1157972"/>
              <a:gd name="connsiteX6-109" fmla="*/ 0 w 989158"/>
              <a:gd name="connsiteY6-110" fmla="*/ 1031765 h 1157972"/>
              <a:gd name="connsiteX7-111" fmla="*/ 10887 w 989158"/>
              <a:gd name="connsiteY7-112" fmla="*/ 82665 h 1157972"/>
              <a:gd name="connsiteX0-113" fmla="*/ 10887 w 989158"/>
              <a:gd name="connsiteY0-114" fmla="*/ 82665 h 1157972"/>
              <a:gd name="connsiteX1-115" fmla="*/ 505465 w 989158"/>
              <a:gd name="connsiteY1-116" fmla="*/ 289493 h 1157972"/>
              <a:gd name="connsiteX2-117" fmla="*/ 505465 w 989158"/>
              <a:gd name="connsiteY2-118" fmla="*/ 0 h 1157972"/>
              <a:gd name="connsiteX3-119" fmla="*/ 989158 w 989158"/>
              <a:gd name="connsiteY3-120" fmla="*/ 578986 h 1157972"/>
              <a:gd name="connsiteX4-121" fmla="*/ 505465 w 989158"/>
              <a:gd name="connsiteY4-122" fmla="*/ 1157972 h 1157972"/>
              <a:gd name="connsiteX5-123" fmla="*/ 505465 w 989158"/>
              <a:gd name="connsiteY5-124" fmla="*/ 868479 h 1157972"/>
              <a:gd name="connsiteX6-125" fmla="*/ 0 w 989158"/>
              <a:gd name="connsiteY6-126" fmla="*/ 1031765 h 1157972"/>
              <a:gd name="connsiteX7-127" fmla="*/ 10887 w 989158"/>
              <a:gd name="connsiteY7-128" fmla="*/ 82665 h 1157972"/>
              <a:gd name="connsiteX0-129" fmla="*/ 10887 w 989158"/>
              <a:gd name="connsiteY0-130" fmla="*/ 82665 h 1157972"/>
              <a:gd name="connsiteX1-131" fmla="*/ 505465 w 989158"/>
              <a:gd name="connsiteY1-132" fmla="*/ 289493 h 1157972"/>
              <a:gd name="connsiteX2-133" fmla="*/ 505465 w 989158"/>
              <a:gd name="connsiteY2-134" fmla="*/ 0 h 1157972"/>
              <a:gd name="connsiteX3-135" fmla="*/ 989158 w 989158"/>
              <a:gd name="connsiteY3-136" fmla="*/ 578986 h 1157972"/>
              <a:gd name="connsiteX4-137" fmla="*/ 505465 w 989158"/>
              <a:gd name="connsiteY4-138" fmla="*/ 1157972 h 1157972"/>
              <a:gd name="connsiteX5-139" fmla="*/ 505465 w 989158"/>
              <a:gd name="connsiteY5-140" fmla="*/ 737851 h 1157972"/>
              <a:gd name="connsiteX6-141" fmla="*/ 0 w 989158"/>
              <a:gd name="connsiteY6-142" fmla="*/ 1031765 h 1157972"/>
              <a:gd name="connsiteX7-143" fmla="*/ 10887 w 989158"/>
              <a:gd name="connsiteY7-144" fmla="*/ 82665 h 1157972"/>
              <a:gd name="connsiteX0-145" fmla="*/ 10887 w 989158"/>
              <a:gd name="connsiteY0-146" fmla="*/ 82665 h 1157972"/>
              <a:gd name="connsiteX1-147" fmla="*/ 494580 w 989158"/>
              <a:gd name="connsiteY1-148" fmla="*/ 420122 h 1157972"/>
              <a:gd name="connsiteX2-149" fmla="*/ 505465 w 989158"/>
              <a:gd name="connsiteY2-150" fmla="*/ 0 h 1157972"/>
              <a:gd name="connsiteX3-151" fmla="*/ 989158 w 989158"/>
              <a:gd name="connsiteY3-152" fmla="*/ 578986 h 1157972"/>
              <a:gd name="connsiteX4-153" fmla="*/ 505465 w 989158"/>
              <a:gd name="connsiteY4-154" fmla="*/ 1157972 h 1157972"/>
              <a:gd name="connsiteX5-155" fmla="*/ 505465 w 989158"/>
              <a:gd name="connsiteY5-156" fmla="*/ 737851 h 1157972"/>
              <a:gd name="connsiteX6-157" fmla="*/ 0 w 989158"/>
              <a:gd name="connsiteY6-158" fmla="*/ 1031765 h 1157972"/>
              <a:gd name="connsiteX7-159" fmla="*/ 10887 w 989158"/>
              <a:gd name="connsiteY7-160" fmla="*/ 82665 h 1157972"/>
              <a:gd name="connsiteX0-161" fmla="*/ 10887 w 847870"/>
              <a:gd name="connsiteY0-162" fmla="*/ 82665 h 1157972"/>
              <a:gd name="connsiteX1-163" fmla="*/ 494580 w 847870"/>
              <a:gd name="connsiteY1-164" fmla="*/ 420122 h 1157972"/>
              <a:gd name="connsiteX2-165" fmla="*/ 505465 w 847870"/>
              <a:gd name="connsiteY2-166" fmla="*/ 0 h 1157972"/>
              <a:gd name="connsiteX3-167" fmla="*/ 847870 w 847870"/>
              <a:gd name="connsiteY3-168" fmla="*/ 572636 h 1157972"/>
              <a:gd name="connsiteX4-169" fmla="*/ 505465 w 847870"/>
              <a:gd name="connsiteY4-170" fmla="*/ 1157972 h 1157972"/>
              <a:gd name="connsiteX5-171" fmla="*/ 505465 w 847870"/>
              <a:gd name="connsiteY5-172" fmla="*/ 737851 h 1157972"/>
              <a:gd name="connsiteX6-173" fmla="*/ 0 w 847870"/>
              <a:gd name="connsiteY6-174" fmla="*/ 1031765 h 1157972"/>
              <a:gd name="connsiteX7-175" fmla="*/ 10887 w 847870"/>
              <a:gd name="connsiteY7-176" fmla="*/ 82665 h 1157972"/>
              <a:gd name="connsiteX0-177" fmla="*/ 10887 w 847870"/>
              <a:gd name="connsiteY0-178" fmla="*/ 82665 h 1157972"/>
              <a:gd name="connsiteX1-179" fmla="*/ 494580 w 847870"/>
              <a:gd name="connsiteY1-180" fmla="*/ 420122 h 1157972"/>
              <a:gd name="connsiteX2-181" fmla="*/ 505465 w 847870"/>
              <a:gd name="connsiteY2-182" fmla="*/ 0 h 1157972"/>
              <a:gd name="connsiteX3-183" fmla="*/ 847870 w 847870"/>
              <a:gd name="connsiteY3-184" fmla="*/ 572636 h 1157972"/>
              <a:gd name="connsiteX4-185" fmla="*/ 505465 w 847870"/>
              <a:gd name="connsiteY4-186" fmla="*/ 1157972 h 1157972"/>
              <a:gd name="connsiteX5-187" fmla="*/ 505465 w 847870"/>
              <a:gd name="connsiteY5-188" fmla="*/ 737851 h 1157972"/>
              <a:gd name="connsiteX6-189" fmla="*/ 0 w 847870"/>
              <a:gd name="connsiteY6-190" fmla="*/ 1031765 h 1157972"/>
              <a:gd name="connsiteX7-191" fmla="*/ 10887 w 847870"/>
              <a:gd name="connsiteY7-192" fmla="*/ 82665 h 1157972"/>
              <a:gd name="connsiteX0-193" fmla="*/ 10887 w 847870"/>
              <a:gd name="connsiteY0-194" fmla="*/ 82665 h 1070660"/>
              <a:gd name="connsiteX1-195" fmla="*/ 494580 w 847870"/>
              <a:gd name="connsiteY1-196" fmla="*/ 420122 h 1070660"/>
              <a:gd name="connsiteX2-197" fmla="*/ 505465 w 847870"/>
              <a:gd name="connsiteY2-198" fmla="*/ 0 h 1070660"/>
              <a:gd name="connsiteX3-199" fmla="*/ 847870 w 847870"/>
              <a:gd name="connsiteY3-200" fmla="*/ 572636 h 1070660"/>
              <a:gd name="connsiteX4-201" fmla="*/ 508640 w 847870"/>
              <a:gd name="connsiteY4-202" fmla="*/ 1070660 h 1070660"/>
              <a:gd name="connsiteX5-203" fmla="*/ 505465 w 847870"/>
              <a:gd name="connsiteY5-204" fmla="*/ 737851 h 1070660"/>
              <a:gd name="connsiteX6-205" fmla="*/ 0 w 847870"/>
              <a:gd name="connsiteY6-206" fmla="*/ 1031765 h 1070660"/>
              <a:gd name="connsiteX7-207" fmla="*/ 10887 w 847870"/>
              <a:gd name="connsiteY7-208" fmla="*/ 82665 h 1070660"/>
              <a:gd name="connsiteX0-209" fmla="*/ 10887 w 847870"/>
              <a:gd name="connsiteY0-210" fmla="*/ 0 h 987995"/>
              <a:gd name="connsiteX1-211" fmla="*/ 494580 w 847870"/>
              <a:gd name="connsiteY1-212" fmla="*/ 337457 h 987995"/>
              <a:gd name="connsiteX2-213" fmla="*/ 530865 w 847870"/>
              <a:gd name="connsiteY2-214" fmla="*/ 82435 h 987995"/>
              <a:gd name="connsiteX3-215" fmla="*/ 847870 w 847870"/>
              <a:gd name="connsiteY3-216" fmla="*/ 489971 h 987995"/>
              <a:gd name="connsiteX4-217" fmla="*/ 508640 w 847870"/>
              <a:gd name="connsiteY4-218" fmla="*/ 987995 h 987995"/>
              <a:gd name="connsiteX5-219" fmla="*/ 505465 w 847870"/>
              <a:gd name="connsiteY5-220" fmla="*/ 655186 h 987995"/>
              <a:gd name="connsiteX6-221" fmla="*/ 0 w 847870"/>
              <a:gd name="connsiteY6-222" fmla="*/ 949100 h 987995"/>
              <a:gd name="connsiteX7-223" fmla="*/ 10887 w 847870"/>
              <a:gd name="connsiteY7-224" fmla="*/ 0 h 987995"/>
              <a:gd name="connsiteX0-225" fmla="*/ 10887 w 847870"/>
              <a:gd name="connsiteY0-226" fmla="*/ 0 h 949100"/>
              <a:gd name="connsiteX1-227" fmla="*/ 494580 w 847870"/>
              <a:gd name="connsiteY1-228" fmla="*/ 337457 h 949100"/>
              <a:gd name="connsiteX2-229" fmla="*/ 530865 w 847870"/>
              <a:gd name="connsiteY2-230" fmla="*/ 82435 h 949100"/>
              <a:gd name="connsiteX3-231" fmla="*/ 847870 w 847870"/>
              <a:gd name="connsiteY3-232" fmla="*/ 489971 h 949100"/>
              <a:gd name="connsiteX4-233" fmla="*/ 511818 w 847870"/>
              <a:gd name="connsiteY4-234" fmla="*/ 921320 h 949100"/>
              <a:gd name="connsiteX5-235" fmla="*/ 505465 w 847870"/>
              <a:gd name="connsiteY5-236" fmla="*/ 655186 h 949100"/>
              <a:gd name="connsiteX6-237" fmla="*/ 0 w 847870"/>
              <a:gd name="connsiteY6-238" fmla="*/ 949100 h 949100"/>
              <a:gd name="connsiteX7-239" fmla="*/ 10887 w 847870"/>
              <a:gd name="connsiteY7-240" fmla="*/ 0 h 949100"/>
              <a:gd name="connsiteX0-241" fmla="*/ 10887 w 847870"/>
              <a:gd name="connsiteY0-242" fmla="*/ 0 h 949100"/>
              <a:gd name="connsiteX1-243" fmla="*/ 494580 w 847870"/>
              <a:gd name="connsiteY1-244" fmla="*/ 337457 h 949100"/>
              <a:gd name="connsiteX2-245" fmla="*/ 508640 w 847870"/>
              <a:gd name="connsiteY2-246" fmla="*/ 79260 h 949100"/>
              <a:gd name="connsiteX3-247" fmla="*/ 847870 w 847870"/>
              <a:gd name="connsiteY3-248" fmla="*/ 489971 h 949100"/>
              <a:gd name="connsiteX4-249" fmla="*/ 511818 w 847870"/>
              <a:gd name="connsiteY4-250" fmla="*/ 921320 h 949100"/>
              <a:gd name="connsiteX5-251" fmla="*/ 505465 w 847870"/>
              <a:gd name="connsiteY5-252" fmla="*/ 655186 h 949100"/>
              <a:gd name="connsiteX6-253" fmla="*/ 0 w 847870"/>
              <a:gd name="connsiteY6-254" fmla="*/ 949100 h 949100"/>
              <a:gd name="connsiteX7-255" fmla="*/ 10887 w 847870"/>
              <a:gd name="connsiteY7-256" fmla="*/ 0 h 949100"/>
              <a:gd name="connsiteX0-257" fmla="*/ 10887 w 847870"/>
              <a:gd name="connsiteY0-258" fmla="*/ 0 h 949100"/>
              <a:gd name="connsiteX1-259" fmla="*/ 494580 w 847870"/>
              <a:gd name="connsiteY1-260" fmla="*/ 337457 h 949100"/>
              <a:gd name="connsiteX2-261" fmla="*/ 516577 w 847870"/>
              <a:gd name="connsiteY2-262" fmla="*/ 61797 h 949100"/>
              <a:gd name="connsiteX3-263" fmla="*/ 847870 w 847870"/>
              <a:gd name="connsiteY3-264" fmla="*/ 489971 h 949100"/>
              <a:gd name="connsiteX4-265" fmla="*/ 511818 w 847870"/>
              <a:gd name="connsiteY4-266" fmla="*/ 921320 h 949100"/>
              <a:gd name="connsiteX5-267" fmla="*/ 505465 w 847870"/>
              <a:gd name="connsiteY5-268" fmla="*/ 655186 h 949100"/>
              <a:gd name="connsiteX6-269" fmla="*/ 0 w 847870"/>
              <a:gd name="connsiteY6-270" fmla="*/ 949100 h 949100"/>
              <a:gd name="connsiteX7-271" fmla="*/ 10887 w 847870"/>
              <a:gd name="connsiteY7-272" fmla="*/ 0 h 949100"/>
              <a:gd name="connsiteX0-273" fmla="*/ 10887 w 847870"/>
              <a:gd name="connsiteY0-274" fmla="*/ 0 h 949100"/>
              <a:gd name="connsiteX1-275" fmla="*/ 494580 w 847870"/>
              <a:gd name="connsiteY1-276" fmla="*/ 337457 h 949100"/>
              <a:gd name="connsiteX2-277" fmla="*/ 503877 w 847870"/>
              <a:gd name="connsiteY2-278" fmla="*/ 58622 h 949100"/>
              <a:gd name="connsiteX3-279" fmla="*/ 847870 w 847870"/>
              <a:gd name="connsiteY3-280" fmla="*/ 489971 h 949100"/>
              <a:gd name="connsiteX4-281" fmla="*/ 511818 w 847870"/>
              <a:gd name="connsiteY4-282" fmla="*/ 921320 h 949100"/>
              <a:gd name="connsiteX5-283" fmla="*/ 505465 w 847870"/>
              <a:gd name="connsiteY5-284" fmla="*/ 655186 h 949100"/>
              <a:gd name="connsiteX6-285" fmla="*/ 0 w 847870"/>
              <a:gd name="connsiteY6-286" fmla="*/ 949100 h 949100"/>
              <a:gd name="connsiteX7-287" fmla="*/ 10887 w 847870"/>
              <a:gd name="connsiteY7-288" fmla="*/ 0 h 949100"/>
              <a:gd name="connsiteX0-289" fmla="*/ 10887 w 847870"/>
              <a:gd name="connsiteY0-290" fmla="*/ 0 h 949100"/>
              <a:gd name="connsiteX1-291" fmla="*/ 504105 w 847870"/>
              <a:gd name="connsiteY1-292" fmla="*/ 345395 h 949100"/>
              <a:gd name="connsiteX2-293" fmla="*/ 503877 w 847870"/>
              <a:gd name="connsiteY2-294" fmla="*/ 58622 h 949100"/>
              <a:gd name="connsiteX3-295" fmla="*/ 847870 w 847870"/>
              <a:gd name="connsiteY3-296" fmla="*/ 489971 h 949100"/>
              <a:gd name="connsiteX4-297" fmla="*/ 511818 w 847870"/>
              <a:gd name="connsiteY4-298" fmla="*/ 921320 h 949100"/>
              <a:gd name="connsiteX5-299" fmla="*/ 505465 w 847870"/>
              <a:gd name="connsiteY5-300" fmla="*/ 655186 h 949100"/>
              <a:gd name="connsiteX6-301" fmla="*/ 0 w 847870"/>
              <a:gd name="connsiteY6-302" fmla="*/ 949100 h 949100"/>
              <a:gd name="connsiteX7-303" fmla="*/ 10887 w 847870"/>
              <a:gd name="connsiteY7-304" fmla="*/ 0 h 949100"/>
              <a:gd name="connsiteX0-305" fmla="*/ 10887 w 847870"/>
              <a:gd name="connsiteY0-306" fmla="*/ 0 h 949100"/>
              <a:gd name="connsiteX1-307" fmla="*/ 504105 w 847870"/>
              <a:gd name="connsiteY1-308" fmla="*/ 345395 h 949100"/>
              <a:gd name="connsiteX2-309" fmla="*/ 503877 w 847870"/>
              <a:gd name="connsiteY2-310" fmla="*/ 58622 h 949100"/>
              <a:gd name="connsiteX3-311" fmla="*/ 847870 w 847870"/>
              <a:gd name="connsiteY3-312" fmla="*/ 489971 h 949100"/>
              <a:gd name="connsiteX4-313" fmla="*/ 511818 w 847870"/>
              <a:gd name="connsiteY4-314" fmla="*/ 921320 h 949100"/>
              <a:gd name="connsiteX5-315" fmla="*/ 505465 w 847870"/>
              <a:gd name="connsiteY5-316" fmla="*/ 655186 h 949100"/>
              <a:gd name="connsiteX6-317" fmla="*/ 0 w 847870"/>
              <a:gd name="connsiteY6-318" fmla="*/ 949100 h 949100"/>
              <a:gd name="connsiteX7-319" fmla="*/ 10887 w 847870"/>
              <a:gd name="connsiteY7-320" fmla="*/ 0 h 949100"/>
              <a:gd name="connsiteX0-321" fmla="*/ 10887 w 847870"/>
              <a:gd name="connsiteY0-322" fmla="*/ 0 h 949100"/>
              <a:gd name="connsiteX1-323" fmla="*/ 504105 w 847870"/>
              <a:gd name="connsiteY1-324" fmla="*/ 345395 h 949100"/>
              <a:gd name="connsiteX2-325" fmla="*/ 503877 w 847870"/>
              <a:gd name="connsiteY2-326" fmla="*/ 58622 h 949100"/>
              <a:gd name="connsiteX3-327" fmla="*/ 847870 w 847870"/>
              <a:gd name="connsiteY3-328" fmla="*/ 489971 h 949100"/>
              <a:gd name="connsiteX4-329" fmla="*/ 511818 w 847870"/>
              <a:gd name="connsiteY4-330" fmla="*/ 921320 h 949100"/>
              <a:gd name="connsiteX5-331" fmla="*/ 507052 w 847870"/>
              <a:gd name="connsiteY5-332" fmla="*/ 675824 h 949100"/>
              <a:gd name="connsiteX6-333" fmla="*/ 0 w 847870"/>
              <a:gd name="connsiteY6-334" fmla="*/ 949100 h 949100"/>
              <a:gd name="connsiteX7-335" fmla="*/ 10887 w 847870"/>
              <a:gd name="connsiteY7-336" fmla="*/ 0 h 949100"/>
              <a:gd name="connsiteX0-337" fmla="*/ 10887 w 847870"/>
              <a:gd name="connsiteY0-338" fmla="*/ 0 h 949100"/>
              <a:gd name="connsiteX1-339" fmla="*/ 504105 w 847870"/>
              <a:gd name="connsiteY1-340" fmla="*/ 345395 h 949100"/>
              <a:gd name="connsiteX2-341" fmla="*/ 503877 w 847870"/>
              <a:gd name="connsiteY2-342" fmla="*/ 58622 h 949100"/>
              <a:gd name="connsiteX3-343" fmla="*/ 847870 w 847870"/>
              <a:gd name="connsiteY3-344" fmla="*/ 489971 h 949100"/>
              <a:gd name="connsiteX4-345" fmla="*/ 511818 w 847870"/>
              <a:gd name="connsiteY4-346" fmla="*/ 921320 h 949100"/>
              <a:gd name="connsiteX5-347" fmla="*/ 507052 w 847870"/>
              <a:gd name="connsiteY5-348" fmla="*/ 675824 h 949100"/>
              <a:gd name="connsiteX6-349" fmla="*/ 0 w 847870"/>
              <a:gd name="connsiteY6-350" fmla="*/ 949100 h 949100"/>
              <a:gd name="connsiteX7-351" fmla="*/ 10887 w 847870"/>
              <a:gd name="connsiteY7-352" fmla="*/ 0 h 949100"/>
              <a:gd name="connsiteX0-353" fmla="*/ 10887 w 847870"/>
              <a:gd name="connsiteY0-354" fmla="*/ 0 h 949100"/>
              <a:gd name="connsiteX1-355" fmla="*/ 504105 w 847870"/>
              <a:gd name="connsiteY1-356" fmla="*/ 345395 h 949100"/>
              <a:gd name="connsiteX2-357" fmla="*/ 503877 w 847870"/>
              <a:gd name="connsiteY2-358" fmla="*/ 58622 h 949100"/>
              <a:gd name="connsiteX3-359" fmla="*/ 847870 w 847870"/>
              <a:gd name="connsiteY3-360" fmla="*/ 489971 h 949100"/>
              <a:gd name="connsiteX4-361" fmla="*/ 511818 w 847870"/>
              <a:gd name="connsiteY4-362" fmla="*/ 921320 h 949100"/>
              <a:gd name="connsiteX5-363" fmla="*/ 507052 w 847870"/>
              <a:gd name="connsiteY5-364" fmla="*/ 675824 h 949100"/>
              <a:gd name="connsiteX6-365" fmla="*/ 0 w 847870"/>
              <a:gd name="connsiteY6-366" fmla="*/ 949100 h 949100"/>
              <a:gd name="connsiteX7-367" fmla="*/ 10887 w 847870"/>
              <a:gd name="connsiteY7-368" fmla="*/ 0 h 949100"/>
              <a:gd name="connsiteX0-369" fmla="*/ 10887 w 847870"/>
              <a:gd name="connsiteY0-370" fmla="*/ 0 h 949100"/>
              <a:gd name="connsiteX1-371" fmla="*/ 504105 w 847870"/>
              <a:gd name="connsiteY1-372" fmla="*/ 345395 h 949100"/>
              <a:gd name="connsiteX2-373" fmla="*/ 503877 w 847870"/>
              <a:gd name="connsiteY2-374" fmla="*/ 58622 h 949100"/>
              <a:gd name="connsiteX3-375" fmla="*/ 847870 w 847870"/>
              <a:gd name="connsiteY3-376" fmla="*/ 489971 h 949100"/>
              <a:gd name="connsiteX4-377" fmla="*/ 511818 w 847870"/>
              <a:gd name="connsiteY4-378" fmla="*/ 921320 h 949100"/>
              <a:gd name="connsiteX5-379" fmla="*/ 507052 w 847870"/>
              <a:gd name="connsiteY5-380" fmla="*/ 675824 h 949100"/>
              <a:gd name="connsiteX6-381" fmla="*/ 0 w 847870"/>
              <a:gd name="connsiteY6-382" fmla="*/ 949100 h 949100"/>
              <a:gd name="connsiteX7-383" fmla="*/ 10887 w 847870"/>
              <a:gd name="connsiteY7-384" fmla="*/ 0 h 949100"/>
              <a:gd name="connsiteX0-385" fmla="*/ 10887 w 847870"/>
              <a:gd name="connsiteY0-386" fmla="*/ 0 h 949100"/>
              <a:gd name="connsiteX1-387" fmla="*/ 504105 w 847870"/>
              <a:gd name="connsiteY1-388" fmla="*/ 345395 h 949100"/>
              <a:gd name="connsiteX2-389" fmla="*/ 503877 w 847870"/>
              <a:gd name="connsiteY2-390" fmla="*/ 58622 h 949100"/>
              <a:gd name="connsiteX3-391" fmla="*/ 847870 w 847870"/>
              <a:gd name="connsiteY3-392" fmla="*/ 489971 h 949100"/>
              <a:gd name="connsiteX4-393" fmla="*/ 511818 w 847870"/>
              <a:gd name="connsiteY4-394" fmla="*/ 921320 h 949100"/>
              <a:gd name="connsiteX5-395" fmla="*/ 507052 w 847870"/>
              <a:gd name="connsiteY5-396" fmla="*/ 675824 h 949100"/>
              <a:gd name="connsiteX6-397" fmla="*/ 0 w 847870"/>
              <a:gd name="connsiteY6-398" fmla="*/ 949100 h 949100"/>
              <a:gd name="connsiteX7-399" fmla="*/ 10887 w 847870"/>
              <a:gd name="connsiteY7-400" fmla="*/ 0 h 949100"/>
              <a:gd name="connsiteX0-401" fmla="*/ 10887 w 847870"/>
              <a:gd name="connsiteY0-402" fmla="*/ 0 h 949100"/>
              <a:gd name="connsiteX1-403" fmla="*/ 504105 w 847870"/>
              <a:gd name="connsiteY1-404" fmla="*/ 345395 h 949100"/>
              <a:gd name="connsiteX2-405" fmla="*/ 503877 w 847870"/>
              <a:gd name="connsiteY2-406" fmla="*/ 58622 h 949100"/>
              <a:gd name="connsiteX3-407" fmla="*/ 847870 w 847870"/>
              <a:gd name="connsiteY3-408" fmla="*/ 489971 h 949100"/>
              <a:gd name="connsiteX4-409" fmla="*/ 511818 w 847870"/>
              <a:gd name="connsiteY4-410" fmla="*/ 921320 h 949100"/>
              <a:gd name="connsiteX5-411" fmla="*/ 507052 w 847870"/>
              <a:gd name="connsiteY5-412" fmla="*/ 675824 h 949100"/>
              <a:gd name="connsiteX6-413" fmla="*/ 0 w 847870"/>
              <a:gd name="connsiteY6-414" fmla="*/ 949100 h 949100"/>
              <a:gd name="connsiteX7-415" fmla="*/ 10887 w 847870"/>
              <a:gd name="connsiteY7-416" fmla="*/ 0 h 949100"/>
              <a:gd name="connsiteX0-417" fmla="*/ 10887 w 847870"/>
              <a:gd name="connsiteY0-418" fmla="*/ 0 h 949100"/>
              <a:gd name="connsiteX1-419" fmla="*/ 504105 w 847870"/>
              <a:gd name="connsiteY1-420" fmla="*/ 345395 h 949100"/>
              <a:gd name="connsiteX2-421" fmla="*/ 503877 w 847870"/>
              <a:gd name="connsiteY2-422" fmla="*/ 58622 h 949100"/>
              <a:gd name="connsiteX3-423" fmla="*/ 847870 w 847870"/>
              <a:gd name="connsiteY3-424" fmla="*/ 489971 h 949100"/>
              <a:gd name="connsiteX4-425" fmla="*/ 511818 w 847870"/>
              <a:gd name="connsiteY4-426" fmla="*/ 809560 h 949100"/>
              <a:gd name="connsiteX5-427" fmla="*/ 507052 w 847870"/>
              <a:gd name="connsiteY5-428" fmla="*/ 675824 h 949100"/>
              <a:gd name="connsiteX6-429" fmla="*/ 0 w 847870"/>
              <a:gd name="connsiteY6-430" fmla="*/ 949100 h 949100"/>
              <a:gd name="connsiteX7-431" fmla="*/ 10887 w 847870"/>
              <a:gd name="connsiteY7-432" fmla="*/ 0 h 949100"/>
              <a:gd name="connsiteX0-433" fmla="*/ 10887 w 847870"/>
              <a:gd name="connsiteY0-434" fmla="*/ 0 h 949100"/>
              <a:gd name="connsiteX1-435" fmla="*/ 504105 w 847870"/>
              <a:gd name="connsiteY1-436" fmla="*/ 345395 h 949100"/>
              <a:gd name="connsiteX2-437" fmla="*/ 514037 w 847870"/>
              <a:gd name="connsiteY2-438" fmla="*/ 139902 h 949100"/>
              <a:gd name="connsiteX3-439" fmla="*/ 847870 w 847870"/>
              <a:gd name="connsiteY3-440" fmla="*/ 489971 h 949100"/>
              <a:gd name="connsiteX4-441" fmla="*/ 511818 w 847870"/>
              <a:gd name="connsiteY4-442" fmla="*/ 809560 h 949100"/>
              <a:gd name="connsiteX5-443" fmla="*/ 507052 w 847870"/>
              <a:gd name="connsiteY5-444" fmla="*/ 675824 h 949100"/>
              <a:gd name="connsiteX6-445" fmla="*/ 0 w 847870"/>
              <a:gd name="connsiteY6-446" fmla="*/ 949100 h 949100"/>
              <a:gd name="connsiteX7-447" fmla="*/ 10887 w 847870"/>
              <a:gd name="connsiteY7-448" fmla="*/ 0 h 949100"/>
              <a:gd name="connsiteX0-449" fmla="*/ 10887 w 746270"/>
              <a:gd name="connsiteY0-450" fmla="*/ 0 h 949100"/>
              <a:gd name="connsiteX1-451" fmla="*/ 504105 w 746270"/>
              <a:gd name="connsiteY1-452" fmla="*/ 345395 h 949100"/>
              <a:gd name="connsiteX2-453" fmla="*/ 514037 w 746270"/>
              <a:gd name="connsiteY2-454" fmla="*/ 139902 h 949100"/>
              <a:gd name="connsiteX3-455" fmla="*/ 746270 w 746270"/>
              <a:gd name="connsiteY3-456" fmla="*/ 495051 h 949100"/>
              <a:gd name="connsiteX4-457" fmla="*/ 511818 w 746270"/>
              <a:gd name="connsiteY4-458" fmla="*/ 809560 h 949100"/>
              <a:gd name="connsiteX5-459" fmla="*/ 507052 w 746270"/>
              <a:gd name="connsiteY5-460" fmla="*/ 675824 h 949100"/>
              <a:gd name="connsiteX6-461" fmla="*/ 0 w 746270"/>
              <a:gd name="connsiteY6-462" fmla="*/ 949100 h 949100"/>
              <a:gd name="connsiteX7-463" fmla="*/ 10887 w 746270"/>
              <a:gd name="connsiteY7-464" fmla="*/ 0 h 949100"/>
              <a:gd name="connsiteX0-465" fmla="*/ 10887 w 715790"/>
              <a:gd name="connsiteY0-466" fmla="*/ 0 h 949100"/>
              <a:gd name="connsiteX1-467" fmla="*/ 504105 w 715790"/>
              <a:gd name="connsiteY1-468" fmla="*/ 345395 h 949100"/>
              <a:gd name="connsiteX2-469" fmla="*/ 514037 w 715790"/>
              <a:gd name="connsiteY2-470" fmla="*/ 139902 h 949100"/>
              <a:gd name="connsiteX3-471" fmla="*/ 715790 w 715790"/>
              <a:gd name="connsiteY3-472" fmla="*/ 489971 h 949100"/>
              <a:gd name="connsiteX4-473" fmla="*/ 511818 w 715790"/>
              <a:gd name="connsiteY4-474" fmla="*/ 809560 h 949100"/>
              <a:gd name="connsiteX5-475" fmla="*/ 507052 w 715790"/>
              <a:gd name="connsiteY5-476" fmla="*/ 675824 h 949100"/>
              <a:gd name="connsiteX6-477" fmla="*/ 0 w 715790"/>
              <a:gd name="connsiteY6-478" fmla="*/ 949100 h 949100"/>
              <a:gd name="connsiteX7-479" fmla="*/ 10887 w 715790"/>
              <a:gd name="connsiteY7-480" fmla="*/ 0 h 9491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715790" h="949100">
                <a:moveTo>
                  <a:pt x="10887" y="0"/>
                </a:moveTo>
                <a:cubicBezTo>
                  <a:pt x="175746" y="68943"/>
                  <a:pt x="236738" y="507773"/>
                  <a:pt x="504105" y="345395"/>
                </a:cubicBezTo>
                <a:lnTo>
                  <a:pt x="514037" y="139902"/>
                </a:lnTo>
                <a:lnTo>
                  <a:pt x="715790" y="489971"/>
                </a:lnTo>
                <a:lnTo>
                  <a:pt x="511818" y="809560"/>
                </a:lnTo>
                <a:cubicBezTo>
                  <a:pt x="510760" y="698624"/>
                  <a:pt x="508110" y="786760"/>
                  <a:pt x="507052" y="675824"/>
                </a:cubicBezTo>
                <a:cubicBezTo>
                  <a:pt x="277332" y="443142"/>
                  <a:pt x="168488" y="894671"/>
                  <a:pt x="0" y="949100"/>
                </a:cubicBezTo>
                <a:lnTo>
                  <a:pt x="10887" y="0"/>
                </a:lnTo>
                <a:close/>
              </a:path>
            </a:pathLst>
          </a:custGeom>
          <a:gradFill>
            <a:gsLst>
              <a:gs pos="25840">
                <a:srgbClr val="4989FF">
                  <a:alpha val="14000"/>
                </a:srgbClr>
              </a:gs>
              <a:gs pos="10000">
                <a:srgbClr val="4989FF">
                  <a:alpha val="0"/>
                </a:srgbClr>
              </a:gs>
              <a:gs pos="82000">
                <a:srgbClr val="194FB5"/>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64" name="公众号：康帅PPT3">
            <a:extLst>
              <a:ext uri="{FF2B5EF4-FFF2-40B4-BE49-F238E27FC236}">
                <a16:creationId xmlns:a16="http://schemas.microsoft.com/office/drawing/2014/main" id="{BC067848-60E6-2094-C71E-6F53AC2C83B7}"/>
              </a:ext>
            </a:extLst>
          </p:cNvPr>
          <p:cNvSpPr/>
          <p:nvPr/>
        </p:nvSpPr>
        <p:spPr>
          <a:xfrm>
            <a:off x="403867" y="1556161"/>
            <a:ext cx="8756727" cy="1935103"/>
          </a:xfrm>
          <a:prstGeom prst="roundRect">
            <a:avLst>
              <a:gd name="adj" fmla="val 4313"/>
            </a:avLst>
          </a:prstGeom>
          <a:solidFill>
            <a:schemeClr val="bg1">
              <a:alpha val="46000"/>
            </a:schemeClr>
          </a:solidFill>
          <a:ln w="15875">
            <a:noFill/>
          </a:ln>
          <a:effectLst>
            <a:outerShdw blurRad="190500" dist="127000" dir="5400000" algn="t"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TW" altLang="en-US">
              <a:solidFill>
                <a:srgbClr val="FFFFFF"/>
              </a:solidFill>
              <a:latin typeface="等线" panose="02010600030101010101" charset="-122"/>
              <a:ea typeface="等线" panose="02010600030101010101" charset="-122"/>
            </a:endParaRPr>
          </a:p>
        </p:txBody>
      </p:sp>
      <p:sp>
        <p:nvSpPr>
          <p:cNvPr id="65" name="TextBox 70">
            <a:extLst>
              <a:ext uri="{FF2B5EF4-FFF2-40B4-BE49-F238E27FC236}">
                <a16:creationId xmlns:a16="http://schemas.microsoft.com/office/drawing/2014/main" id="{000A6BED-9AC9-4195-35D1-37721E6469F7}"/>
              </a:ext>
            </a:extLst>
          </p:cNvPr>
          <p:cNvSpPr txBox="1">
            <a:spLocks noChangeArrowheads="1"/>
          </p:cNvSpPr>
          <p:nvPr/>
        </p:nvSpPr>
        <p:spPr bwMode="auto">
          <a:xfrm>
            <a:off x="5417170" y="2431881"/>
            <a:ext cx="68" cy="276999"/>
          </a:xfrm>
          <a:prstGeom prst="rect">
            <a:avLst/>
          </a:prstGeom>
          <a:solidFill>
            <a:srgbClr val="FFFF00"/>
          </a:solidFill>
          <a:ln>
            <a:noFill/>
          </a:ln>
        </p:spPr>
        <p:txBody>
          <a:bodyPr wrap="none" lIns="0" tIns="0" rIns="0" bIns="0">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微软雅黑" panose="020B0503020204020204" pitchFamily="34" charset="-122"/>
                <a:ea typeface="微软雅黑" panose="020B0503020204020204" pitchFamily="34" charset="-122"/>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微软雅黑" panose="020B0503020204020204" pitchFamily="34" charset="-122"/>
                <a:ea typeface="微软雅黑" panose="020B0503020204020204" pitchFamily="34" charset="-122"/>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微软雅黑" panose="020B0503020204020204" pitchFamily="34" charset="-122"/>
                <a:ea typeface="微软雅黑" panose="020B0503020204020204" pitchFamily="34" charset="-122"/>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微软雅黑" panose="020B0503020204020204" pitchFamily="34" charset="-122"/>
                <a:ea typeface="微软雅黑" panose="020B0503020204020204" pitchFamily="34" charset="-122"/>
              </a:defRPr>
            </a:lvl9pPr>
          </a:lstStyle>
          <a:p>
            <a:pPr algn="ctr" eaLnBrk="1" hangingPunct="1">
              <a:spcBef>
                <a:spcPct val="0"/>
              </a:spcBef>
              <a:buClrTx/>
              <a:buSzTx/>
              <a:buFontTx/>
              <a:buNone/>
            </a:pPr>
            <a:endParaRPr lang="zh-CN" altLang="en-US" sz="1800" b="1" dirty="0">
              <a:latin typeface="Times New Roman" panose="02020603050405020304" pitchFamily="18" charset="0"/>
              <a:ea typeface="黑体" panose="02010609060101010101" charset="-122"/>
              <a:cs typeface="Times New Roman" panose="02020603050405020304" pitchFamily="18" charset="0"/>
            </a:endParaRPr>
          </a:p>
        </p:txBody>
      </p:sp>
      <p:sp>
        <p:nvSpPr>
          <p:cNvPr id="66" name="文本框 142">
            <a:extLst>
              <a:ext uri="{FF2B5EF4-FFF2-40B4-BE49-F238E27FC236}">
                <a16:creationId xmlns:a16="http://schemas.microsoft.com/office/drawing/2014/main" id="{C38E229D-700C-1900-8DD8-1435A59280FD}"/>
              </a:ext>
            </a:extLst>
          </p:cNvPr>
          <p:cNvSpPr txBox="1"/>
          <p:nvPr/>
        </p:nvSpPr>
        <p:spPr>
          <a:xfrm>
            <a:off x="4289274" y="996412"/>
            <a:ext cx="3493850" cy="2400693"/>
          </a:xfrm>
          <a:prstGeom prst="roundRect">
            <a:avLst>
              <a:gd name="adj" fmla="val 6552"/>
            </a:avLst>
          </a:prstGeom>
          <a:solidFill>
            <a:schemeClr val="bg1">
              <a:alpha val="75000"/>
            </a:schemeClr>
          </a:solidFill>
          <a:ln w="11638" cap="flat" cmpd="sng" algn="ctr">
            <a:solidFill>
              <a:schemeClr val="accent1">
                <a:lumMod val="40000"/>
                <a:lumOff val="60000"/>
              </a:schemeClr>
            </a:solidFill>
            <a:prstDash val="solid"/>
            <a:miter lim="800000"/>
          </a:ln>
          <a:effectLst>
            <a:outerShdw blurRad="102423" dist="55867" dir="5400000" algn="t" rotWithShape="0">
              <a:schemeClr val="accent1">
                <a:alpha val="29000"/>
              </a:schemeClr>
            </a:outerShdw>
          </a:effectLst>
        </p:spPr>
        <p:txBody>
          <a:bodyPr lIns="67040" tIns="33520" rIns="67040" bIns="33520" rtlCol="0" anchor="ctr"/>
          <a:lstStyle>
            <a:defPPr>
              <a:defRPr lang="zh-CN"/>
            </a:defPPr>
            <a:lvl1pPr algn="just">
              <a:defRPr sz="1320" kern="0">
                <a:solidFill>
                  <a:srgbClr val="FFFFFF"/>
                </a:solidFill>
                <a:latin typeface="思源黑体 CN Normal" panose="020B0400000000000000" pitchFamily="34" charset="-122"/>
                <a:ea typeface="思源黑体 CN Normal" panose="020B0400000000000000" pitchFamily="34" charset="-122"/>
              </a:defRPr>
            </a:lvl1pPr>
          </a:lstStyle>
          <a:p>
            <a:endParaRPr lang="en-US" altLang="zh-CN" sz="1100" dirty="0">
              <a:solidFill>
                <a:srgbClr val="0070C0"/>
              </a:solidFill>
              <a:latin typeface="微软雅黑" panose="020B0503020204020204" pitchFamily="34" charset="-122"/>
              <a:ea typeface="微软雅黑" panose="020B0503020204020204" pitchFamily="34" charset="-122"/>
            </a:endParaRPr>
          </a:p>
        </p:txBody>
      </p:sp>
      <p:sp>
        <p:nvSpPr>
          <p:cNvPr id="69" name="文本框 142">
            <a:extLst>
              <a:ext uri="{FF2B5EF4-FFF2-40B4-BE49-F238E27FC236}">
                <a16:creationId xmlns:a16="http://schemas.microsoft.com/office/drawing/2014/main" id="{654B2FD0-06C5-3DA6-AF02-C9B67E366978}"/>
              </a:ext>
            </a:extLst>
          </p:cNvPr>
          <p:cNvSpPr txBox="1"/>
          <p:nvPr/>
        </p:nvSpPr>
        <p:spPr>
          <a:xfrm>
            <a:off x="8002205" y="996412"/>
            <a:ext cx="3493850" cy="2384067"/>
          </a:xfrm>
          <a:prstGeom prst="roundRect">
            <a:avLst>
              <a:gd name="adj" fmla="val 6552"/>
            </a:avLst>
          </a:prstGeom>
          <a:solidFill>
            <a:schemeClr val="bg1">
              <a:alpha val="75000"/>
            </a:schemeClr>
          </a:solidFill>
          <a:ln w="11638" cap="flat" cmpd="sng" algn="ctr">
            <a:solidFill>
              <a:schemeClr val="accent1">
                <a:lumMod val="40000"/>
                <a:lumOff val="60000"/>
              </a:schemeClr>
            </a:solidFill>
            <a:prstDash val="solid"/>
            <a:miter lim="800000"/>
          </a:ln>
          <a:effectLst>
            <a:outerShdw blurRad="102423" dist="55867" dir="5400000" algn="t" rotWithShape="0">
              <a:schemeClr val="accent1">
                <a:alpha val="29000"/>
              </a:schemeClr>
            </a:outerShdw>
          </a:effectLst>
        </p:spPr>
        <p:txBody>
          <a:bodyPr lIns="67040" tIns="33520" rIns="67040" bIns="33520" rtlCol="0" anchor="ctr"/>
          <a:lstStyle>
            <a:defPPr>
              <a:defRPr lang="zh-CN"/>
            </a:defPPr>
            <a:lvl1pPr algn="just">
              <a:defRPr sz="1320" kern="0">
                <a:solidFill>
                  <a:srgbClr val="FFFFFF"/>
                </a:solidFill>
                <a:latin typeface="思源黑体 CN Normal" panose="020B0400000000000000" pitchFamily="34" charset="-122"/>
                <a:ea typeface="思源黑体 CN Normal" panose="020B0400000000000000" pitchFamily="34" charset="-122"/>
              </a:defRPr>
            </a:lvl1pPr>
          </a:lstStyle>
          <a:p>
            <a:endParaRPr lang="en-US" altLang="zh-CN" sz="1100" dirty="0">
              <a:solidFill>
                <a:srgbClr val="0070C0"/>
              </a:solidFill>
              <a:latin typeface="微软雅黑" panose="020B0503020204020204" pitchFamily="34" charset="-122"/>
              <a:ea typeface="微软雅黑" panose="020B0503020204020204" pitchFamily="34" charset="-122"/>
            </a:endParaRPr>
          </a:p>
        </p:txBody>
      </p:sp>
      <p:sp>
        <p:nvSpPr>
          <p:cNvPr id="70" name="文本框 69">
            <a:extLst>
              <a:ext uri="{FF2B5EF4-FFF2-40B4-BE49-F238E27FC236}">
                <a16:creationId xmlns:a16="http://schemas.microsoft.com/office/drawing/2014/main" id="{98FE1E64-D3FF-4BA2-370F-7BF1A8A2C4AA}"/>
              </a:ext>
            </a:extLst>
          </p:cNvPr>
          <p:cNvSpPr txBox="1"/>
          <p:nvPr/>
        </p:nvSpPr>
        <p:spPr>
          <a:xfrm>
            <a:off x="4345657" y="1215613"/>
            <a:ext cx="3409304" cy="1900200"/>
          </a:xfrm>
          <a:prstGeom prst="rect">
            <a:avLst/>
          </a:prstGeom>
          <a:noFill/>
        </p:spPr>
        <p:txBody>
          <a:bodyPr wrap="square">
            <a:spAutoFit/>
          </a:bodyPr>
          <a:lstStyle/>
          <a:p>
            <a:pPr marL="285750" indent="-285750">
              <a:lnSpc>
                <a:spcPct val="150000"/>
              </a:lnSpc>
              <a:buFont typeface="Wingdings" panose="05000000000000000000" pitchFamily="2" charset="2"/>
              <a:buChar char="Ø"/>
            </a:pPr>
            <a:r>
              <a:rPr lang="zh-CN" altLang="en-US" sz="1600" dirty="0">
                <a:solidFill>
                  <a:srgbClr val="000000"/>
                </a:solidFill>
                <a:ea typeface="思源黑体 CN Medium" panose="020B0600000000000000" pitchFamily="34" charset="-122"/>
              </a:rPr>
              <a:t>第一版气泵连接件由于壁厚设计过薄，且 </a:t>
            </a:r>
            <a:r>
              <a:rPr lang="en-US" altLang="zh-CN" sz="1600" dirty="0">
                <a:solidFill>
                  <a:srgbClr val="000000"/>
                </a:solidFill>
                <a:ea typeface="思源黑体 CN Medium" panose="020B0600000000000000" pitchFamily="34" charset="-122"/>
              </a:rPr>
              <a:t>3D </a:t>
            </a:r>
            <a:r>
              <a:rPr lang="zh-CN" altLang="en-US" sz="1600" dirty="0">
                <a:solidFill>
                  <a:srgbClr val="000000"/>
                </a:solidFill>
                <a:ea typeface="思源黑体 CN Medium" panose="020B0600000000000000" pitchFamily="34" charset="-122"/>
              </a:rPr>
              <a:t>打印件存在层间粘合的各向异性，导致结构抗冲击强度与韧性不足，在跌落或轻微碰撞测试中发生脆性断裂。</a:t>
            </a:r>
          </a:p>
        </p:txBody>
      </p:sp>
      <p:sp>
        <p:nvSpPr>
          <p:cNvPr id="73" name="文本框 72">
            <a:extLst>
              <a:ext uri="{FF2B5EF4-FFF2-40B4-BE49-F238E27FC236}">
                <a16:creationId xmlns:a16="http://schemas.microsoft.com/office/drawing/2014/main" id="{51A596C5-DF1B-7E61-EDD2-D9145A1D7361}"/>
              </a:ext>
            </a:extLst>
          </p:cNvPr>
          <p:cNvSpPr txBox="1"/>
          <p:nvPr/>
        </p:nvSpPr>
        <p:spPr>
          <a:xfrm>
            <a:off x="8002205" y="1097806"/>
            <a:ext cx="3465625" cy="1993238"/>
          </a:xfrm>
          <a:prstGeom prst="rect">
            <a:avLst/>
          </a:prstGeom>
          <a:noFill/>
        </p:spPr>
        <p:txBody>
          <a:bodyPr wrap="square">
            <a:spAutoFit/>
          </a:bodyPr>
          <a:lstStyle/>
          <a:p>
            <a:pPr marL="285750" indent="-285750">
              <a:lnSpc>
                <a:spcPct val="150000"/>
              </a:lnSpc>
              <a:buFont typeface="Wingdings" panose="05000000000000000000" pitchFamily="2" charset="2"/>
              <a:buChar char="Ø"/>
            </a:pPr>
            <a:r>
              <a:rPr lang="zh-CN" altLang="en-US" sz="1400" dirty="0">
                <a:solidFill>
                  <a:srgbClr val="000000"/>
                </a:solidFill>
                <a:latin typeface="思源黑体 CN Medium" panose="020B0600000000000000" pitchFamily="34" charset="-122"/>
                <a:ea typeface="思源黑体 CN Medium" panose="020B0600000000000000" pitchFamily="34" charset="-122"/>
              </a:rPr>
              <a:t>在从刚性材料（</a:t>
            </a:r>
            <a:r>
              <a:rPr lang="en-US" altLang="zh-CN" sz="1400" dirty="0">
                <a:solidFill>
                  <a:srgbClr val="000000"/>
                </a:solidFill>
                <a:latin typeface="思源黑体 CN Medium" panose="020B0600000000000000" pitchFamily="34" charset="-122"/>
                <a:ea typeface="思源黑体 CN Medium" panose="020B0600000000000000" pitchFamily="34" charset="-122"/>
              </a:rPr>
              <a:t>PLA</a:t>
            </a:r>
            <a:r>
              <a:rPr lang="zh-CN" altLang="en-US" sz="1400" dirty="0">
                <a:solidFill>
                  <a:srgbClr val="000000"/>
                </a:solidFill>
                <a:latin typeface="思源黑体 CN Medium" panose="020B0600000000000000" pitchFamily="34" charset="-122"/>
                <a:ea typeface="思源黑体 CN Medium" panose="020B0600000000000000" pitchFamily="34" charset="-122"/>
              </a:rPr>
              <a:t>）切换为柔性材料（</a:t>
            </a:r>
            <a:r>
              <a:rPr lang="en-US" altLang="zh-CN" sz="1400" dirty="0">
                <a:solidFill>
                  <a:srgbClr val="000000"/>
                </a:solidFill>
                <a:latin typeface="思源黑体 CN Medium" panose="020B0600000000000000" pitchFamily="34" charset="-122"/>
                <a:ea typeface="思源黑体 CN Medium" panose="020B0600000000000000" pitchFamily="34" charset="-122"/>
              </a:rPr>
              <a:t>TPU</a:t>
            </a:r>
            <a:r>
              <a:rPr lang="zh-CN" altLang="en-US" sz="1400" dirty="0">
                <a:solidFill>
                  <a:srgbClr val="000000"/>
                </a:solidFill>
                <a:latin typeface="思源黑体 CN Medium" panose="020B0600000000000000" pitchFamily="34" charset="-122"/>
                <a:ea typeface="思源黑体 CN Medium" panose="020B0600000000000000" pitchFamily="34" charset="-122"/>
              </a:rPr>
              <a:t>）时，未能同步优化加工参数。由于柔性长丝在挤出机中易发生屈曲和滞后，直接沿用高剪切速率的 </a:t>
            </a:r>
            <a:r>
              <a:rPr lang="en-US" altLang="zh-CN" sz="1400" dirty="0">
                <a:solidFill>
                  <a:srgbClr val="000000"/>
                </a:solidFill>
                <a:latin typeface="思源黑体 CN Medium" panose="020B0600000000000000" pitchFamily="34" charset="-122"/>
                <a:ea typeface="思源黑体 CN Medium" panose="020B0600000000000000" pitchFamily="34" charset="-122"/>
              </a:rPr>
              <a:t>PLA </a:t>
            </a:r>
            <a:r>
              <a:rPr lang="zh-CN" altLang="en-US" sz="1400" dirty="0">
                <a:solidFill>
                  <a:srgbClr val="000000"/>
                </a:solidFill>
                <a:latin typeface="思源黑体 CN Medium" panose="020B0600000000000000" pitchFamily="34" charset="-122"/>
                <a:ea typeface="思源黑体 CN Medium" panose="020B0600000000000000" pitchFamily="34" charset="-122"/>
              </a:rPr>
              <a:t>打印速度，导致挤出不均、拉丝严重及层间结合力差等严重加工缺陷</a:t>
            </a:r>
            <a:endParaRPr lang="zh-CN" altLang="en-US" sz="1400" b="0" i="0" dirty="0">
              <a:solidFill>
                <a:srgbClr val="000000"/>
              </a:solidFill>
              <a:effectLst/>
              <a:latin typeface="思源黑体 CN Medium" panose="020B0600000000000000" pitchFamily="34" charset="-122"/>
              <a:ea typeface="思源黑体 CN Medium" panose="020B0600000000000000" pitchFamily="34" charset="-122"/>
            </a:endParaRPr>
          </a:p>
        </p:txBody>
      </p:sp>
      <p:grpSp>
        <p:nvGrpSpPr>
          <p:cNvPr id="77" name="组合 76">
            <a:extLst>
              <a:ext uri="{FF2B5EF4-FFF2-40B4-BE49-F238E27FC236}">
                <a16:creationId xmlns:a16="http://schemas.microsoft.com/office/drawing/2014/main" id="{A6E6E703-687D-372A-51EC-87CD0C2F01E4}"/>
              </a:ext>
            </a:extLst>
          </p:cNvPr>
          <p:cNvGrpSpPr/>
          <p:nvPr/>
        </p:nvGrpSpPr>
        <p:grpSpPr>
          <a:xfrm>
            <a:off x="576338" y="996412"/>
            <a:ext cx="3493850" cy="2409007"/>
            <a:chOff x="576338" y="4764316"/>
            <a:chExt cx="3493850" cy="1662394"/>
          </a:xfrm>
        </p:grpSpPr>
        <p:sp>
          <p:nvSpPr>
            <p:cNvPr id="80" name="文本框 142">
              <a:extLst>
                <a:ext uri="{FF2B5EF4-FFF2-40B4-BE49-F238E27FC236}">
                  <a16:creationId xmlns:a16="http://schemas.microsoft.com/office/drawing/2014/main" id="{0807A59E-9FB1-85D1-5662-FE4534CEB1C9}"/>
                </a:ext>
              </a:extLst>
            </p:cNvPr>
            <p:cNvSpPr txBox="1"/>
            <p:nvPr/>
          </p:nvSpPr>
          <p:spPr>
            <a:xfrm>
              <a:off x="576338" y="4764316"/>
              <a:ext cx="3493850" cy="1662394"/>
            </a:xfrm>
            <a:prstGeom prst="roundRect">
              <a:avLst>
                <a:gd name="adj" fmla="val 6552"/>
              </a:avLst>
            </a:prstGeom>
            <a:solidFill>
              <a:schemeClr val="bg1">
                <a:alpha val="75000"/>
              </a:schemeClr>
            </a:solidFill>
            <a:ln w="11638" cap="flat" cmpd="sng" algn="ctr">
              <a:solidFill>
                <a:schemeClr val="accent1">
                  <a:lumMod val="40000"/>
                  <a:lumOff val="60000"/>
                </a:schemeClr>
              </a:solidFill>
              <a:prstDash val="solid"/>
              <a:miter lim="800000"/>
            </a:ln>
            <a:effectLst>
              <a:outerShdw blurRad="102423" dist="55867" dir="5400000" algn="t" rotWithShape="0">
                <a:schemeClr val="accent1">
                  <a:alpha val="29000"/>
                </a:schemeClr>
              </a:outerShdw>
            </a:effectLst>
          </p:spPr>
          <p:txBody>
            <a:bodyPr lIns="67040" tIns="33520" rIns="67040" bIns="33520" rtlCol="0" anchor="ctr"/>
            <a:lstStyle>
              <a:defPPr>
                <a:defRPr lang="zh-CN"/>
              </a:defPPr>
              <a:lvl1pPr algn="just">
                <a:defRPr sz="1320" kern="0">
                  <a:solidFill>
                    <a:srgbClr val="FFFFFF"/>
                  </a:solidFill>
                  <a:latin typeface="思源黑体 CN Normal" panose="020B0400000000000000" pitchFamily="34" charset="-122"/>
                  <a:ea typeface="思源黑体 CN Normal" panose="020B0400000000000000" pitchFamily="34" charset="-122"/>
                </a:defRPr>
              </a:lvl1pPr>
            </a:lstStyle>
            <a:p>
              <a:endParaRPr lang="en-US" altLang="zh-CN" sz="1100" dirty="0">
                <a:solidFill>
                  <a:srgbClr val="0070C0"/>
                </a:solidFill>
                <a:latin typeface="微软雅黑" panose="020B0503020204020204" pitchFamily="34" charset="-122"/>
                <a:ea typeface="微软雅黑" panose="020B0503020204020204" pitchFamily="34" charset="-122"/>
              </a:endParaRPr>
            </a:p>
          </p:txBody>
        </p:sp>
        <p:sp>
          <p:nvSpPr>
            <p:cNvPr id="86" name="文本框 85">
              <a:extLst>
                <a:ext uri="{FF2B5EF4-FFF2-40B4-BE49-F238E27FC236}">
                  <a16:creationId xmlns:a16="http://schemas.microsoft.com/office/drawing/2014/main" id="{6632F19C-31A1-23EB-48C4-8350E1ADBCB4}"/>
                </a:ext>
              </a:extLst>
            </p:cNvPr>
            <p:cNvSpPr txBox="1"/>
            <p:nvPr/>
          </p:nvSpPr>
          <p:spPr>
            <a:xfrm>
              <a:off x="576338" y="4872203"/>
              <a:ext cx="3409304" cy="1311279"/>
            </a:xfrm>
            <a:prstGeom prst="rect">
              <a:avLst/>
            </a:prstGeom>
            <a:noFill/>
          </p:spPr>
          <p:txBody>
            <a:bodyPr wrap="square">
              <a:spAutoFit/>
            </a:bodyPr>
            <a:lstStyle/>
            <a:p>
              <a:pPr marL="285750" indent="-285750">
                <a:lnSpc>
                  <a:spcPct val="150000"/>
                </a:lnSpc>
                <a:buFont typeface="Wingdings" panose="05000000000000000000" pitchFamily="2" charset="2"/>
                <a:buChar char="Ø"/>
              </a:pPr>
              <a:r>
                <a:rPr lang="en-US" altLang="zh-CN" sz="1600" dirty="0">
                  <a:solidFill>
                    <a:srgbClr val="000000"/>
                  </a:solidFill>
                  <a:ea typeface="思源黑体 CN Medium" panose="020B0600000000000000" pitchFamily="34" charset="-122"/>
                </a:rPr>
                <a:t>3D </a:t>
              </a:r>
              <a:r>
                <a:rPr lang="zh-CN" altLang="en-US" sz="1600" dirty="0">
                  <a:solidFill>
                    <a:srgbClr val="000000"/>
                  </a:solidFill>
                  <a:ea typeface="思源黑体 CN Medium" panose="020B0600000000000000" pitchFamily="34" charset="-122"/>
                </a:rPr>
                <a:t>打印（熔融沉积）工艺存在不可避免的热收缩形变与尺寸公差，导致初始设计的子母头配合结构产生严重的尺寸干涉，无法实现正常装配。</a:t>
              </a:r>
            </a:p>
          </p:txBody>
        </p:sp>
      </p:grpSp>
      <p:pic>
        <p:nvPicPr>
          <p:cNvPr id="7" name="图片 6">
            <a:extLst>
              <a:ext uri="{FF2B5EF4-FFF2-40B4-BE49-F238E27FC236}">
                <a16:creationId xmlns:a16="http://schemas.microsoft.com/office/drawing/2014/main" id="{636708EC-453D-1E36-22BA-877BBC343184}"/>
              </a:ext>
            </a:extLst>
          </p:cNvPr>
          <p:cNvPicPr>
            <a:picLocks noChangeAspect="1"/>
          </p:cNvPicPr>
          <p:nvPr/>
        </p:nvPicPr>
        <p:blipFill>
          <a:blip r:embed="rId3" cstate="print">
            <a:extLst>
              <a:ext uri="{28A0092B-C50C-407E-A947-70E740481C1C}">
                <a14:useLocalDpi xmlns:a14="http://schemas.microsoft.com/office/drawing/2010/main" val="0"/>
              </a:ext>
            </a:extLst>
          </a:blip>
          <a:srcRect l="12323" t="56790" r="20459"/>
          <a:stretch>
            <a:fillRect/>
          </a:stretch>
        </p:blipFill>
        <p:spPr>
          <a:xfrm>
            <a:off x="8038717" y="3518997"/>
            <a:ext cx="3457338" cy="2963328"/>
          </a:xfrm>
          <a:prstGeom prst="rect">
            <a:avLst/>
          </a:prstGeom>
        </p:spPr>
      </p:pic>
      <p:pic>
        <p:nvPicPr>
          <p:cNvPr id="8" name="图片 7" descr="图片包含 人, 室内, 女人, 用&#10;&#10;描述已自动生成">
            <a:extLst>
              <a:ext uri="{FF2B5EF4-FFF2-40B4-BE49-F238E27FC236}">
                <a16:creationId xmlns:a16="http://schemas.microsoft.com/office/drawing/2014/main" id="{7D371425-7955-E127-890C-806F88A50578}"/>
              </a:ext>
            </a:extLst>
          </p:cNvPr>
          <p:cNvPicPr>
            <a:picLocks noChangeAspect="1"/>
          </p:cNvPicPr>
          <p:nvPr/>
        </p:nvPicPr>
        <p:blipFill>
          <a:blip r:embed="rId4">
            <a:extLst>
              <a:ext uri="{28A0092B-C50C-407E-A947-70E740481C1C}">
                <a14:useLocalDpi xmlns:a14="http://schemas.microsoft.com/office/drawing/2010/main" val="0"/>
              </a:ext>
            </a:extLst>
          </a:blip>
          <a:srcRect l="35706" t="27408" r="18890" b="28148"/>
          <a:stretch/>
        </p:blipFill>
        <p:spPr>
          <a:xfrm>
            <a:off x="4924007" y="3434686"/>
            <a:ext cx="2335393" cy="3048000"/>
          </a:xfrm>
          <a:prstGeom prst="rect">
            <a:avLst/>
          </a:prstGeom>
        </p:spPr>
      </p:pic>
      <p:pic>
        <p:nvPicPr>
          <p:cNvPr id="15" name="图片 14" descr="手上拿着纸&#10;&#10;描述已自动生成">
            <a:extLst>
              <a:ext uri="{FF2B5EF4-FFF2-40B4-BE49-F238E27FC236}">
                <a16:creationId xmlns:a16="http://schemas.microsoft.com/office/drawing/2014/main" id="{B282B714-45A7-4C0F-1820-1089D02E1A9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99771" y="2996226"/>
            <a:ext cx="2610238" cy="3482017"/>
          </a:xfrm>
          <a:prstGeom prst="rect">
            <a:avLst/>
          </a:prstGeom>
        </p:spPr>
      </p:pic>
    </p:spTree>
    <p:extLst>
      <p:ext uri="{BB962C8B-B14F-4D97-AF65-F5344CB8AC3E}">
        <p14:creationId xmlns:p14="http://schemas.microsoft.com/office/powerpoint/2010/main" val="5184426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DC99AE-5C8F-DD36-36E3-FA6C1EB00FFB}"/>
            </a:ext>
          </a:extLst>
        </p:cNvPr>
        <p:cNvGrpSpPr/>
        <p:nvPr/>
      </p:nvGrpSpPr>
      <p:grpSpPr>
        <a:xfrm>
          <a:off x="0" y="0"/>
          <a:ext cx="0" cy="0"/>
          <a:chOff x="0" y="0"/>
          <a:chExt cx="0" cy="0"/>
        </a:xfrm>
      </p:grpSpPr>
      <p:cxnSp>
        <p:nvCxnSpPr>
          <p:cNvPr id="2" name="直接连接符 1">
            <a:extLst>
              <a:ext uri="{FF2B5EF4-FFF2-40B4-BE49-F238E27FC236}">
                <a16:creationId xmlns:a16="http://schemas.microsoft.com/office/drawing/2014/main" id="{330BC703-57B7-6D38-BC41-BAA58DA5B578}"/>
              </a:ext>
            </a:extLst>
          </p:cNvPr>
          <p:cNvCxnSpPr>
            <a:cxnSpLocks/>
          </p:cNvCxnSpPr>
          <p:nvPr/>
        </p:nvCxnSpPr>
        <p:spPr>
          <a:xfrm>
            <a:off x="4796222" y="1280018"/>
            <a:ext cx="2571750" cy="0"/>
          </a:xfrm>
          <a:prstGeom prst="line">
            <a:avLst/>
          </a:prstGeom>
          <a:ln w="381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a:extLst>
              <a:ext uri="{FF2B5EF4-FFF2-40B4-BE49-F238E27FC236}">
                <a16:creationId xmlns:a16="http://schemas.microsoft.com/office/drawing/2014/main" id="{4820D4DA-0EDE-ABD4-1530-86C3A5065D13}"/>
              </a:ext>
            </a:extLst>
          </p:cNvPr>
          <p:cNvSpPr txBox="1"/>
          <p:nvPr/>
        </p:nvSpPr>
        <p:spPr>
          <a:xfrm>
            <a:off x="5012122" y="474025"/>
            <a:ext cx="2139950" cy="584775"/>
          </a:xfrm>
          <a:prstGeom prst="rect">
            <a:avLst/>
          </a:prstGeom>
          <a:noFill/>
        </p:spPr>
        <p:txBody>
          <a:bodyPr wrap="square" rtlCol="0">
            <a:spAutoFit/>
          </a:bodyPr>
          <a:lstStyle/>
          <a:p>
            <a:pPr algn="ctr"/>
            <a:r>
              <a:rPr lang="zh-CN" altLang="en-US" sz="3200" b="1" kern="1200" dirty="0">
                <a:solidFill>
                  <a:srgbClr val="C00000"/>
                </a:solidFill>
                <a:latin typeface="黑体" panose="02010609060101010101" pitchFamily="49" charset="-122"/>
                <a:ea typeface="黑体" panose="02010609060101010101" pitchFamily="49" charset="-122"/>
                <a:cs typeface="+mn-cs"/>
              </a:rPr>
              <a:t>汇报内容</a:t>
            </a:r>
            <a:endParaRPr lang="en-US" sz="3200" b="1" kern="1200" dirty="0">
              <a:solidFill>
                <a:srgbClr val="C00000"/>
              </a:solidFill>
              <a:latin typeface="黑体" panose="02010609060101010101" pitchFamily="49" charset="-122"/>
              <a:ea typeface="黑体" panose="02010609060101010101" pitchFamily="49" charset="-122"/>
              <a:cs typeface="+mn-cs"/>
            </a:endParaRPr>
          </a:p>
        </p:txBody>
      </p:sp>
      <p:sp>
        <p:nvSpPr>
          <p:cNvPr id="4" name="文本框 3">
            <a:extLst>
              <a:ext uri="{FF2B5EF4-FFF2-40B4-BE49-F238E27FC236}">
                <a16:creationId xmlns:a16="http://schemas.microsoft.com/office/drawing/2014/main" id="{C3442BDA-196C-8A09-E480-9377624A1958}"/>
              </a:ext>
            </a:extLst>
          </p:cNvPr>
          <p:cNvSpPr txBox="1"/>
          <p:nvPr/>
        </p:nvSpPr>
        <p:spPr>
          <a:xfrm>
            <a:off x="5887365" y="1793337"/>
            <a:ext cx="2474378" cy="584775"/>
          </a:xfrm>
          <a:prstGeom prst="rect">
            <a:avLst/>
          </a:prstGeom>
          <a:noFill/>
        </p:spPr>
        <p:txBody>
          <a:bodyPr wrap="square" rtlCol="0">
            <a:spAutoFit/>
          </a:bodyPr>
          <a:lstStyle/>
          <a:p>
            <a:pPr marL="0" algn="l" defTabSz="914400" rtl="0" eaLnBrk="1" latinLnBrk="0" hangingPunct="1"/>
            <a:r>
              <a:rPr lang="zh-CN" altLang="en-US" sz="3200" b="1" dirty="0">
                <a:solidFill>
                  <a:srgbClr val="BFBFBF"/>
                </a:solidFill>
                <a:latin typeface="黑体" panose="02010609060101010101" pitchFamily="49" charset="-122"/>
                <a:ea typeface="黑体" panose="02010609060101010101" pitchFamily="49" charset="-122"/>
              </a:rPr>
              <a:t>项目总架构</a:t>
            </a:r>
            <a:endParaRPr lang="en-US" altLang="zh-CN" sz="3200" b="1" dirty="0">
              <a:solidFill>
                <a:srgbClr val="BFBFBF"/>
              </a:solidFill>
              <a:latin typeface="黑体" panose="02010609060101010101" pitchFamily="49" charset="-122"/>
              <a:ea typeface="黑体" panose="02010609060101010101" pitchFamily="49" charset="-122"/>
            </a:endParaRPr>
          </a:p>
        </p:txBody>
      </p:sp>
      <p:sp>
        <p:nvSpPr>
          <p:cNvPr id="5" name="文本框 4">
            <a:extLst>
              <a:ext uri="{FF2B5EF4-FFF2-40B4-BE49-F238E27FC236}">
                <a16:creationId xmlns:a16="http://schemas.microsoft.com/office/drawing/2014/main" id="{D0A20177-8F44-C5D9-9479-82E657E04C5C}"/>
              </a:ext>
            </a:extLst>
          </p:cNvPr>
          <p:cNvSpPr txBox="1"/>
          <p:nvPr/>
        </p:nvSpPr>
        <p:spPr>
          <a:xfrm>
            <a:off x="4693565" y="1793337"/>
            <a:ext cx="488950" cy="584775"/>
          </a:xfrm>
          <a:prstGeom prst="rect">
            <a:avLst/>
          </a:prstGeom>
          <a:noFill/>
        </p:spPr>
        <p:txBody>
          <a:bodyPr wrap="square" rtlCol="0">
            <a:spAutoFit/>
          </a:bodyPr>
          <a:lstStyle/>
          <a:p>
            <a:r>
              <a:rPr lang="en-US" altLang="zh-CN" sz="3200" b="1" dirty="0">
                <a:solidFill>
                  <a:srgbClr val="BFBFBF"/>
                </a:solidFill>
                <a:latin typeface="黑体" panose="02010609060101010101" pitchFamily="49" charset="-122"/>
                <a:ea typeface="黑体" panose="02010609060101010101" pitchFamily="49" charset="-122"/>
              </a:rPr>
              <a:t>1</a:t>
            </a:r>
            <a:endParaRPr lang="en-US" sz="3200" b="1" dirty="0">
              <a:solidFill>
                <a:srgbClr val="BFBFBF"/>
              </a:solidFill>
              <a:latin typeface="黑体" panose="02010609060101010101" pitchFamily="49" charset="-122"/>
              <a:ea typeface="黑体" panose="02010609060101010101" pitchFamily="49" charset="-122"/>
            </a:endParaRPr>
          </a:p>
        </p:txBody>
      </p:sp>
      <p:sp>
        <p:nvSpPr>
          <p:cNvPr id="6" name="文本框 5">
            <a:extLst>
              <a:ext uri="{FF2B5EF4-FFF2-40B4-BE49-F238E27FC236}">
                <a16:creationId xmlns:a16="http://schemas.microsoft.com/office/drawing/2014/main" id="{A20F4680-DB2D-1A9F-D0CC-7990046B3C5F}"/>
              </a:ext>
            </a:extLst>
          </p:cNvPr>
          <p:cNvSpPr txBox="1"/>
          <p:nvPr/>
        </p:nvSpPr>
        <p:spPr>
          <a:xfrm>
            <a:off x="4693565" y="2844225"/>
            <a:ext cx="488950" cy="584775"/>
          </a:xfrm>
          <a:prstGeom prst="rect">
            <a:avLst/>
          </a:prstGeom>
          <a:noFill/>
        </p:spPr>
        <p:txBody>
          <a:bodyPr wrap="square" rtlCol="0">
            <a:spAutoFit/>
          </a:bodyPr>
          <a:lstStyle/>
          <a:p>
            <a:r>
              <a:rPr lang="en-US" altLang="zh-CN" sz="3200" b="1" dirty="0">
                <a:solidFill>
                  <a:srgbClr val="BFBFBF"/>
                </a:solidFill>
                <a:latin typeface="黑体" panose="02010609060101010101" pitchFamily="49" charset="-122"/>
                <a:ea typeface="黑体" panose="02010609060101010101" pitchFamily="49" charset="-122"/>
              </a:rPr>
              <a:t>2</a:t>
            </a:r>
            <a:endParaRPr lang="en-US" sz="3200" b="1" dirty="0">
              <a:solidFill>
                <a:srgbClr val="BFBFBF"/>
              </a:solidFill>
              <a:latin typeface="黑体" panose="02010609060101010101" pitchFamily="49" charset="-122"/>
              <a:ea typeface="黑体" panose="02010609060101010101" pitchFamily="49" charset="-122"/>
            </a:endParaRPr>
          </a:p>
        </p:txBody>
      </p:sp>
      <p:sp>
        <p:nvSpPr>
          <p:cNvPr id="7" name="文本框 6">
            <a:extLst>
              <a:ext uri="{FF2B5EF4-FFF2-40B4-BE49-F238E27FC236}">
                <a16:creationId xmlns:a16="http://schemas.microsoft.com/office/drawing/2014/main" id="{752AB260-C7F8-0A0B-1D57-F3D619CA79AC}"/>
              </a:ext>
            </a:extLst>
          </p:cNvPr>
          <p:cNvSpPr txBox="1"/>
          <p:nvPr/>
        </p:nvSpPr>
        <p:spPr>
          <a:xfrm>
            <a:off x="4693565" y="3906591"/>
            <a:ext cx="488950" cy="584775"/>
          </a:xfrm>
          <a:prstGeom prst="rect">
            <a:avLst/>
          </a:prstGeom>
          <a:noFill/>
        </p:spPr>
        <p:txBody>
          <a:bodyPr wrap="square" rtlCol="0">
            <a:spAutoFit/>
          </a:bodyPr>
          <a:lstStyle/>
          <a:p>
            <a:r>
              <a:rPr lang="en-US" altLang="zh-CN" sz="3200" b="1"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rPr>
              <a:t>3</a:t>
            </a:r>
            <a:endParaRPr lang="en-US" sz="3200" b="1"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endParaRPr>
          </a:p>
        </p:txBody>
      </p:sp>
      <p:cxnSp>
        <p:nvCxnSpPr>
          <p:cNvPr id="8" name="直接连接符 7">
            <a:extLst>
              <a:ext uri="{FF2B5EF4-FFF2-40B4-BE49-F238E27FC236}">
                <a16:creationId xmlns:a16="http://schemas.microsoft.com/office/drawing/2014/main" id="{863D474E-EE1E-9772-133B-E72478ACDD5F}"/>
              </a:ext>
            </a:extLst>
          </p:cNvPr>
          <p:cNvCxnSpPr>
            <a:cxnSpLocks/>
          </p:cNvCxnSpPr>
          <p:nvPr/>
        </p:nvCxnSpPr>
        <p:spPr>
          <a:xfrm flipV="1">
            <a:off x="5465090" y="1829065"/>
            <a:ext cx="0" cy="513319"/>
          </a:xfrm>
          <a:prstGeom prst="line">
            <a:avLst/>
          </a:prstGeom>
          <a:ln w="381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 name="文本框 8">
            <a:extLst>
              <a:ext uri="{FF2B5EF4-FFF2-40B4-BE49-F238E27FC236}">
                <a16:creationId xmlns:a16="http://schemas.microsoft.com/office/drawing/2014/main" id="{F864DF93-FB63-55E9-C334-7D8F41737C4D}"/>
              </a:ext>
            </a:extLst>
          </p:cNvPr>
          <p:cNvSpPr txBox="1"/>
          <p:nvPr/>
        </p:nvSpPr>
        <p:spPr>
          <a:xfrm>
            <a:off x="4693565" y="4968957"/>
            <a:ext cx="488950" cy="584775"/>
          </a:xfrm>
          <a:prstGeom prst="rect">
            <a:avLst/>
          </a:prstGeom>
          <a:noFill/>
        </p:spPr>
        <p:txBody>
          <a:bodyPr wrap="square" rtlCol="0">
            <a:spAutoFit/>
          </a:bodyPr>
          <a:lstStyle/>
          <a:p>
            <a:r>
              <a:rPr lang="en-US" altLang="zh-CN" sz="3200" b="1" dirty="0">
                <a:solidFill>
                  <a:srgbClr val="BFBFBF"/>
                </a:solidFill>
                <a:latin typeface="黑体" panose="02010609060101010101" pitchFamily="49" charset="-122"/>
                <a:ea typeface="黑体" panose="02010609060101010101" pitchFamily="49" charset="-122"/>
              </a:rPr>
              <a:t>4</a:t>
            </a:r>
            <a:endParaRPr lang="en-US" sz="3200" b="1" dirty="0">
              <a:solidFill>
                <a:srgbClr val="BFBFBF"/>
              </a:solidFill>
              <a:latin typeface="黑体" panose="02010609060101010101" pitchFamily="49" charset="-122"/>
              <a:ea typeface="黑体" panose="02010609060101010101" pitchFamily="49" charset="-122"/>
            </a:endParaRPr>
          </a:p>
        </p:txBody>
      </p:sp>
      <p:sp>
        <p:nvSpPr>
          <p:cNvPr id="10" name="文本框 9">
            <a:extLst>
              <a:ext uri="{FF2B5EF4-FFF2-40B4-BE49-F238E27FC236}">
                <a16:creationId xmlns:a16="http://schemas.microsoft.com/office/drawing/2014/main" id="{E35F4B97-5BC9-08CA-5BF1-E6E74ECB6217}"/>
              </a:ext>
            </a:extLst>
          </p:cNvPr>
          <p:cNvSpPr txBox="1"/>
          <p:nvPr/>
        </p:nvSpPr>
        <p:spPr>
          <a:xfrm>
            <a:off x="5887364" y="2844225"/>
            <a:ext cx="5004155" cy="584775"/>
          </a:xfrm>
          <a:prstGeom prst="rect">
            <a:avLst/>
          </a:prstGeom>
          <a:noFill/>
        </p:spPr>
        <p:txBody>
          <a:bodyPr wrap="square" rtlCol="0">
            <a:spAutoFit/>
          </a:bodyPr>
          <a:lstStyle/>
          <a:p>
            <a:pPr marL="0" algn="l" defTabSz="914400" rtl="0" eaLnBrk="1" latinLnBrk="0" hangingPunct="1"/>
            <a:r>
              <a:rPr lang="zh-CN" altLang="en-US" sz="3200" b="1" dirty="0">
                <a:solidFill>
                  <a:srgbClr val="BFBFBF"/>
                </a:solidFill>
                <a:latin typeface="黑体" panose="02010609060101010101" pitchFamily="49" charset="-122"/>
                <a:ea typeface="黑体" panose="02010609060101010101" pitchFamily="49" charset="-122"/>
              </a:rPr>
              <a:t>各模块具体内容</a:t>
            </a:r>
          </a:p>
        </p:txBody>
      </p:sp>
      <p:cxnSp>
        <p:nvCxnSpPr>
          <p:cNvPr id="11" name="直接连接符 10">
            <a:extLst>
              <a:ext uri="{FF2B5EF4-FFF2-40B4-BE49-F238E27FC236}">
                <a16:creationId xmlns:a16="http://schemas.microsoft.com/office/drawing/2014/main" id="{0AC61D61-FCFB-F69E-7782-F50CA60BA438}"/>
              </a:ext>
            </a:extLst>
          </p:cNvPr>
          <p:cNvCxnSpPr>
            <a:cxnSpLocks/>
          </p:cNvCxnSpPr>
          <p:nvPr/>
        </p:nvCxnSpPr>
        <p:spPr>
          <a:xfrm flipV="1">
            <a:off x="5465090" y="2879953"/>
            <a:ext cx="0" cy="513319"/>
          </a:xfrm>
          <a:prstGeom prst="line">
            <a:avLst/>
          </a:prstGeom>
          <a:ln w="381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41DE8CFE-3DD0-1DFC-A420-E86145198852}"/>
              </a:ext>
            </a:extLst>
          </p:cNvPr>
          <p:cNvSpPr txBox="1"/>
          <p:nvPr/>
        </p:nvSpPr>
        <p:spPr>
          <a:xfrm>
            <a:off x="5887364" y="3906591"/>
            <a:ext cx="3256635" cy="584775"/>
          </a:xfrm>
          <a:prstGeom prst="rect">
            <a:avLst/>
          </a:prstGeom>
          <a:noFill/>
        </p:spPr>
        <p:txBody>
          <a:bodyPr wrap="square" rtlCol="0">
            <a:spAutoFit/>
          </a:bodyPr>
          <a:lstStyle/>
          <a:p>
            <a:pPr marL="0" algn="l" defTabSz="914400" rtl="0" eaLnBrk="1" latinLnBrk="0" hangingPunct="1"/>
            <a:r>
              <a:rPr lang="zh-CN" altLang="en-US" sz="3200" b="1"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rPr>
              <a:t>创新点</a:t>
            </a:r>
          </a:p>
        </p:txBody>
      </p:sp>
      <p:cxnSp>
        <p:nvCxnSpPr>
          <p:cNvPr id="13" name="直接连接符 12">
            <a:extLst>
              <a:ext uri="{FF2B5EF4-FFF2-40B4-BE49-F238E27FC236}">
                <a16:creationId xmlns:a16="http://schemas.microsoft.com/office/drawing/2014/main" id="{5BD0D3FB-9648-0030-9D32-CA926C36E418}"/>
              </a:ext>
            </a:extLst>
          </p:cNvPr>
          <p:cNvCxnSpPr>
            <a:cxnSpLocks/>
          </p:cNvCxnSpPr>
          <p:nvPr/>
        </p:nvCxnSpPr>
        <p:spPr>
          <a:xfrm flipV="1">
            <a:off x="5465090" y="3942319"/>
            <a:ext cx="0" cy="513319"/>
          </a:xfrm>
          <a:prstGeom prst="line">
            <a:avLst/>
          </a:prstGeom>
          <a:ln w="381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619FF72C-E4EE-559C-3372-F0789A5CF1D4}"/>
              </a:ext>
            </a:extLst>
          </p:cNvPr>
          <p:cNvSpPr txBox="1"/>
          <p:nvPr/>
        </p:nvSpPr>
        <p:spPr>
          <a:xfrm>
            <a:off x="5887364" y="4968957"/>
            <a:ext cx="2474379" cy="584775"/>
          </a:xfrm>
          <a:prstGeom prst="rect">
            <a:avLst/>
          </a:prstGeom>
          <a:noFill/>
        </p:spPr>
        <p:txBody>
          <a:bodyPr wrap="square" rtlCol="0">
            <a:spAutoFit/>
          </a:bodyPr>
          <a:lstStyle/>
          <a:p>
            <a:pPr marL="0" algn="l" defTabSz="914400" rtl="0" eaLnBrk="1" latinLnBrk="0" hangingPunct="1"/>
            <a:r>
              <a:rPr lang="zh-CN" altLang="en-US" sz="3200" b="1" dirty="0">
                <a:solidFill>
                  <a:srgbClr val="BFBFBF"/>
                </a:solidFill>
                <a:latin typeface="黑体" panose="02010609060101010101" pitchFamily="49" charset="-122"/>
                <a:ea typeface="黑体" panose="02010609060101010101" pitchFamily="49" charset="-122"/>
              </a:rPr>
              <a:t>总结视频</a:t>
            </a:r>
            <a:endParaRPr lang="en-US" sz="3200" b="1" dirty="0">
              <a:solidFill>
                <a:srgbClr val="BFBFBF"/>
              </a:solidFill>
              <a:latin typeface="黑体" panose="02010609060101010101" pitchFamily="49" charset="-122"/>
              <a:ea typeface="黑体" panose="02010609060101010101" pitchFamily="49" charset="-122"/>
            </a:endParaRPr>
          </a:p>
        </p:txBody>
      </p:sp>
      <p:cxnSp>
        <p:nvCxnSpPr>
          <p:cNvPr id="15" name="直接连接符 14">
            <a:extLst>
              <a:ext uri="{FF2B5EF4-FFF2-40B4-BE49-F238E27FC236}">
                <a16:creationId xmlns:a16="http://schemas.microsoft.com/office/drawing/2014/main" id="{C47F1A24-4B23-9E86-E39A-F456F65045BD}"/>
              </a:ext>
            </a:extLst>
          </p:cNvPr>
          <p:cNvCxnSpPr>
            <a:cxnSpLocks/>
          </p:cNvCxnSpPr>
          <p:nvPr/>
        </p:nvCxnSpPr>
        <p:spPr>
          <a:xfrm flipV="1">
            <a:off x="5465090" y="5004685"/>
            <a:ext cx="0" cy="513319"/>
          </a:xfrm>
          <a:prstGeom prst="line">
            <a:avLst/>
          </a:prstGeom>
          <a:ln w="381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41757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B25BE4-12B3-7D38-4DF3-A87E8100EEF5}"/>
            </a:ext>
          </a:extLst>
        </p:cNvPr>
        <p:cNvGrpSpPr/>
        <p:nvPr/>
      </p:nvGrpSpPr>
      <p:grpSpPr>
        <a:xfrm>
          <a:off x="0" y="0"/>
          <a:ext cx="0" cy="0"/>
          <a:chOff x="0" y="0"/>
          <a:chExt cx="0" cy="0"/>
        </a:xfrm>
      </p:grpSpPr>
      <p:sp>
        <p:nvSpPr>
          <p:cNvPr id="4" name="公众号：康帅PPT5-2">
            <a:extLst>
              <a:ext uri="{FF2B5EF4-FFF2-40B4-BE49-F238E27FC236}">
                <a16:creationId xmlns:a16="http://schemas.microsoft.com/office/drawing/2014/main" id="{A12D9925-3841-8336-8779-A14351FC7269}"/>
              </a:ext>
            </a:extLst>
          </p:cNvPr>
          <p:cNvSpPr/>
          <p:nvPr/>
        </p:nvSpPr>
        <p:spPr>
          <a:xfrm>
            <a:off x="0" y="609930"/>
            <a:ext cx="12276000" cy="36000"/>
          </a:xfrm>
          <a:prstGeom prst="rect">
            <a:avLst/>
          </a:prstGeom>
          <a:gradFill flip="none" rotWithShape="1">
            <a:gsLst>
              <a:gs pos="100000">
                <a:srgbClr val="0D4F9D"/>
              </a:gs>
              <a:gs pos="2000">
                <a:srgbClr val="0D5DBD"/>
              </a:gs>
            </a:gsLst>
            <a:path path="circle">
              <a:fillToRect r="100000" b="100000"/>
            </a:path>
            <a:tileRect l="-100000" t="-100000"/>
          </a:gradFill>
          <a:ln w="12700" cap="flat" cmpd="sng" algn="ctr">
            <a:noFill/>
            <a:prstDash val="solid"/>
            <a:miter lim="800000"/>
          </a:ln>
          <a:effectLst>
            <a:outerShdw blurRad="50800" dist="38100" dir="2700000" algn="tl" rotWithShape="0">
              <a:schemeClr val="accent5">
                <a:lumMod val="20000"/>
                <a:lumOff val="80000"/>
                <a:alpha val="40000"/>
              </a:schemeClr>
            </a:outerShdw>
          </a:effectLst>
          <a:scene3d>
            <a:camera prst="orthographicFront"/>
            <a:lightRig rig="contrasting" dir="t"/>
          </a:scene3d>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sz="2000" kern="0">
              <a:solidFill>
                <a:prstClr val="white"/>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5" name="矩形 4">
            <a:extLst>
              <a:ext uri="{FF2B5EF4-FFF2-40B4-BE49-F238E27FC236}">
                <a16:creationId xmlns:a16="http://schemas.microsoft.com/office/drawing/2014/main" id="{2F42560C-3B56-4BD6-892F-2A4F182F88E9}"/>
              </a:ext>
            </a:extLst>
          </p:cNvPr>
          <p:cNvSpPr/>
          <p:nvPr/>
        </p:nvSpPr>
        <p:spPr>
          <a:xfrm>
            <a:off x="1340952" y="108508"/>
            <a:ext cx="9501505" cy="521970"/>
          </a:xfrm>
          <a:prstGeom prst="rect">
            <a:avLst/>
          </a:prstGeom>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800" b="1" dirty="0">
                <a:gradFill>
                  <a:gsLst>
                    <a:gs pos="100000">
                      <a:srgbClr val="0D4F9D"/>
                    </a:gs>
                    <a:gs pos="2000">
                      <a:srgbClr val="0D5DBD"/>
                    </a:gs>
                  </a:gsLst>
                  <a:path path="circle">
                    <a:fillToRect r="100000" b="100000"/>
                  </a:path>
                </a:gradFill>
                <a:latin typeface="思源黑体 CN Bold" panose="020B0800000000000000" pitchFamily="34" charset="-122"/>
                <a:ea typeface="思源黑体 CN Bold" panose="020B0800000000000000" pitchFamily="34" charset="-122"/>
              </a:rPr>
              <a:t>创新点</a:t>
            </a:r>
          </a:p>
        </p:txBody>
      </p:sp>
      <p:grpSp>
        <p:nvGrpSpPr>
          <p:cNvPr id="6" name="组合 5">
            <a:extLst>
              <a:ext uri="{FF2B5EF4-FFF2-40B4-BE49-F238E27FC236}">
                <a16:creationId xmlns:a16="http://schemas.microsoft.com/office/drawing/2014/main" id="{95036954-1C93-3815-C752-05BC93F2438A}"/>
              </a:ext>
            </a:extLst>
          </p:cNvPr>
          <p:cNvGrpSpPr/>
          <p:nvPr/>
        </p:nvGrpSpPr>
        <p:grpSpPr>
          <a:xfrm>
            <a:off x="0" y="69215"/>
            <a:ext cx="995681" cy="611505"/>
            <a:chOff x="-124969" y="77016"/>
            <a:chExt cx="1333093" cy="818840"/>
          </a:xfrm>
        </p:grpSpPr>
        <p:sp>
          <p:nvSpPr>
            <p:cNvPr id="7" name="矩形 6">
              <a:extLst>
                <a:ext uri="{FF2B5EF4-FFF2-40B4-BE49-F238E27FC236}">
                  <a16:creationId xmlns:a16="http://schemas.microsoft.com/office/drawing/2014/main" id="{921E14B1-E593-E9E4-B4D7-4734153932AA}"/>
                </a:ext>
              </a:extLst>
            </p:cNvPr>
            <p:cNvSpPr/>
            <p:nvPr/>
          </p:nvSpPr>
          <p:spPr>
            <a:xfrm>
              <a:off x="-124969" y="175286"/>
              <a:ext cx="952293" cy="675088"/>
            </a:xfrm>
            <a:prstGeom prst="rect">
              <a:avLst/>
            </a:prstGeom>
            <a:gradFill flip="none" rotWithShape="1">
              <a:gsLst>
                <a:gs pos="0">
                  <a:srgbClr val="0D5DBD"/>
                </a:gs>
                <a:gs pos="100000">
                  <a:srgbClr val="0D4F9D"/>
                </a:gs>
              </a:gsLst>
              <a:lin ang="5400000" scaled="1"/>
              <a:tileRect/>
            </a:gra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srgbClr val="FFFFFF"/>
                </a:solidFill>
                <a:effectLst/>
                <a:uLnTx/>
                <a:uFillTx/>
                <a:latin typeface="Arial" panose="020B0604020202020204"/>
                <a:ea typeface="宋体" panose="02010600030101010101" pitchFamily="2" charset="-122"/>
                <a:cs typeface="+mn-cs"/>
              </a:endParaRPr>
            </a:p>
          </p:txBody>
        </p:sp>
        <p:sp>
          <p:nvSpPr>
            <p:cNvPr id="8" name="椭圆 7">
              <a:extLst>
                <a:ext uri="{FF2B5EF4-FFF2-40B4-BE49-F238E27FC236}">
                  <a16:creationId xmlns:a16="http://schemas.microsoft.com/office/drawing/2014/main" id="{AEEF5C36-42A3-0996-126A-384E0C58CABB}"/>
                </a:ext>
              </a:extLst>
            </p:cNvPr>
            <p:cNvSpPr/>
            <p:nvPr/>
          </p:nvSpPr>
          <p:spPr>
            <a:xfrm>
              <a:off x="389284" y="77016"/>
              <a:ext cx="818840" cy="818840"/>
            </a:xfrm>
            <a:prstGeom prst="ellipse">
              <a:avLst/>
            </a:prstGeom>
            <a:solidFill>
              <a:srgbClr val="FFFFFF"/>
            </a:solidFill>
            <a:ln w="12700" cap="flat" cmpd="sng" algn="ctr">
              <a:solidFill>
                <a:srgbClr val="FFFFFF"/>
              </a:solid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solidFill>
                    <a:srgbClr val="FFFFFF"/>
                  </a:solidFill>
                </a:ln>
                <a:solidFill>
                  <a:srgbClr val="FFFFFF"/>
                </a:solidFill>
                <a:effectLst/>
                <a:uLnTx/>
                <a:uFillTx/>
                <a:latin typeface="Arial" panose="020B0604020202020204"/>
                <a:ea typeface="宋体" panose="02010600030101010101" pitchFamily="2" charset="-122"/>
                <a:cs typeface="+mn-cs"/>
              </a:endParaRPr>
            </a:p>
          </p:txBody>
        </p:sp>
      </p:grpSp>
      <p:grpSp>
        <p:nvGrpSpPr>
          <p:cNvPr id="31" name="组合 30">
            <a:extLst>
              <a:ext uri="{FF2B5EF4-FFF2-40B4-BE49-F238E27FC236}">
                <a16:creationId xmlns:a16="http://schemas.microsoft.com/office/drawing/2014/main" id="{9A02DF1D-DE2E-827D-230A-BE0279714A44}"/>
              </a:ext>
            </a:extLst>
          </p:cNvPr>
          <p:cNvGrpSpPr/>
          <p:nvPr/>
        </p:nvGrpSpPr>
        <p:grpSpPr>
          <a:xfrm>
            <a:off x="393525" y="1076943"/>
            <a:ext cx="3550811" cy="5256915"/>
            <a:chOff x="404334" y="1273539"/>
            <a:chExt cx="3642884" cy="3946250"/>
          </a:xfrm>
        </p:grpSpPr>
        <p:sp>
          <p:nvSpPr>
            <p:cNvPr id="11" name="圆角矩形 119">
              <a:extLst>
                <a:ext uri="{FF2B5EF4-FFF2-40B4-BE49-F238E27FC236}">
                  <a16:creationId xmlns:a16="http://schemas.microsoft.com/office/drawing/2014/main" id="{D51E2646-2670-D8B5-3C67-45B791717944}"/>
                </a:ext>
              </a:extLst>
            </p:cNvPr>
            <p:cNvSpPr/>
            <p:nvPr/>
          </p:nvSpPr>
          <p:spPr>
            <a:xfrm>
              <a:off x="404334" y="1273539"/>
              <a:ext cx="3642884" cy="3946250"/>
            </a:xfrm>
            <a:prstGeom prst="roundRect">
              <a:avLst>
                <a:gd name="adj" fmla="val 0"/>
              </a:avLst>
            </a:prstGeom>
            <a:solidFill>
              <a:sysClr val="window" lastClr="FFFFFF"/>
            </a:solidFill>
            <a:ln w="6350" cap="flat" cmpd="sng" algn="ctr">
              <a:solidFill>
                <a:schemeClr val="tx2">
                  <a:lumMod val="50000"/>
                  <a:lumOff val="50000"/>
                </a:schemeClr>
              </a:solidFill>
              <a:prstDash val="solid"/>
              <a:miter lim="800000"/>
            </a:ln>
            <a:effectLst>
              <a:outerShdw blurRad="101600" sx="101000" sy="101000" algn="ctr" rotWithShape="0">
                <a:srgbClr val="194F9A">
                  <a:alpha val="25000"/>
                </a:srgbClr>
              </a:outerShdw>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1400" b="0" i="0" u="none" strike="noStrike" kern="0" cap="none" spc="0" normalizeH="0" baseline="0" noProof="0" dirty="0">
                <a:ln>
                  <a:noFill/>
                </a:ln>
                <a:solidFill>
                  <a:srgbClr val="E7E6E6">
                    <a:lumMod val="25000"/>
                  </a:srgbClr>
                </a:solidFill>
                <a:effectLst/>
                <a:uLnTx/>
                <a:uFillTx/>
                <a:latin typeface="微软雅黑" panose="020B0503020204020204" pitchFamily="34" charset="-122"/>
                <a:cs typeface="+mn-cs"/>
              </a:endParaRPr>
            </a:p>
          </p:txBody>
        </p:sp>
        <p:sp>
          <p:nvSpPr>
            <p:cNvPr id="13" name="矩形 12">
              <a:extLst>
                <a:ext uri="{FF2B5EF4-FFF2-40B4-BE49-F238E27FC236}">
                  <a16:creationId xmlns:a16="http://schemas.microsoft.com/office/drawing/2014/main" id="{4B42A4C4-4C2A-9FD3-8FB2-CE8A237FCEC4}"/>
                </a:ext>
              </a:extLst>
            </p:cNvPr>
            <p:cNvSpPr/>
            <p:nvPr/>
          </p:nvSpPr>
          <p:spPr>
            <a:xfrm>
              <a:off x="551671" y="2056389"/>
              <a:ext cx="3382838" cy="3026191"/>
            </a:xfrm>
            <a:prstGeom prst="rect">
              <a:avLst/>
            </a:prstGeom>
            <a:solidFill>
              <a:schemeClr val="accent5">
                <a:lumMod val="20000"/>
                <a:lumOff val="80000"/>
                <a:alpha val="41000"/>
              </a:schemeClr>
            </a:solidFill>
            <a:ln w="1905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2400" b="0" i="0" u="none" strike="noStrike" kern="0" cap="none" spc="0" normalizeH="0" baseline="0" noProof="0">
                <a:ln>
                  <a:noFill/>
                </a:ln>
                <a:solidFill>
                  <a:prstClr val="white"/>
                </a:solidFill>
                <a:effectLst/>
                <a:uLnTx/>
                <a:uFillTx/>
                <a:latin typeface="微软雅黑" panose="020B0503020204020204" pitchFamily="34" charset="-122"/>
                <a:cs typeface="+mn-cs"/>
              </a:endParaRPr>
            </a:p>
          </p:txBody>
        </p:sp>
        <p:sp>
          <p:nvSpPr>
            <p:cNvPr id="49" name="矩形: 圆角 48">
              <a:extLst>
                <a:ext uri="{FF2B5EF4-FFF2-40B4-BE49-F238E27FC236}">
                  <a16:creationId xmlns:a16="http://schemas.microsoft.com/office/drawing/2014/main" id="{2479559C-9BAA-7064-F253-2EDF65F524AB}"/>
                </a:ext>
              </a:extLst>
            </p:cNvPr>
            <p:cNvSpPr/>
            <p:nvPr/>
          </p:nvSpPr>
          <p:spPr>
            <a:xfrm>
              <a:off x="567295" y="1369807"/>
              <a:ext cx="3341641" cy="579583"/>
            </a:xfrm>
            <a:prstGeom prst="roundRect">
              <a:avLst>
                <a:gd name="adj" fmla="val 0"/>
              </a:avLst>
            </a:prstGeom>
            <a:gradFill>
              <a:gsLst>
                <a:gs pos="0">
                  <a:srgbClr val="194DB2"/>
                </a:gs>
                <a:gs pos="100000">
                  <a:srgbClr val="0D5DBD"/>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400" b="0"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58" name="文本框 57">
              <a:extLst>
                <a:ext uri="{FF2B5EF4-FFF2-40B4-BE49-F238E27FC236}">
                  <a16:creationId xmlns:a16="http://schemas.microsoft.com/office/drawing/2014/main" id="{F678BD0A-6C4D-39DE-EE22-A894886F544B}"/>
                </a:ext>
              </a:extLst>
            </p:cNvPr>
            <p:cNvSpPr txBox="1"/>
            <p:nvPr/>
          </p:nvSpPr>
          <p:spPr>
            <a:xfrm>
              <a:off x="622367" y="1516509"/>
              <a:ext cx="3286569" cy="277249"/>
            </a:xfrm>
            <a:prstGeom prst="rect">
              <a:avLst/>
            </a:prstGeom>
            <a:noFill/>
          </p:spPr>
          <p:txBody>
            <a:bodyPr wrap="square">
              <a:spAutoFit/>
            </a:bodyPr>
            <a:lstStyle/>
            <a:p>
              <a:pPr algn="ctr"/>
              <a:r>
                <a:rPr lang="zh-CN" altLang="en-US" b="1" dirty="0">
                  <a:solidFill>
                    <a:schemeClr val="bg1"/>
                  </a:solidFill>
                  <a:latin typeface="思源黑体 CN Bold" panose="020B0800000000000000" pitchFamily="34" charset="-122"/>
                  <a:ea typeface="思源黑体 CN Bold" panose="020B0800000000000000" pitchFamily="34" charset="-122"/>
                </a:rPr>
                <a:t>前端可视化调试</a:t>
              </a:r>
              <a:endParaRPr lang="zh-CN" altLang="en-US" dirty="0">
                <a:solidFill>
                  <a:schemeClr val="bg1"/>
                </a:solidFill>
              </a:endParaRPr>
            </a:p>
          </p:txBody>
        </p:sp>
        <p:sp>
          <p:nvSpPr>
            <p:cNvPr id="62" name="文本框 61">
              <a:extLst>
                <a:ext uri="{FF2B5EF4-FFF2-40B4-BE49-F238E27FC236}">
                  <a16:creationId xmlns:a16="http://schemas.microsoft.com/office/drawing/2014/main" id="{1ACBDFC5-CEFB-DEBC-A66A-FF3FCD84C870}"/>
                </a:ext>
              </a:extLst>
            </p:cNvPr>
            <p:cNvSpPr txBox="1"/>
            <p:nvPr/>
          </p:nvSpPr>
          <p:spPr>
            <a:xfrm>
              <a:off x="730311" y="2182688"/>
              <a:ext cx="3167308" cy="460687"/>
            </a:xfrm>
            <a:prstGeom prst="rect">
              <a:avLst/>
            </a:prstGeom>
            <a:noFill/>
          </p:spPr>
          <p:txBody>
            <a:bodyPr wrap="square">
              <a:spAutoFit/>
            </a:bodyPr>
            <a:lstStyle/>
            <a:p>
              <a:pPr>
                <a:lnSpc>
                  <a:spcPct val="150000"/>
                </a:lnSpc>
              </a:pPr>
              <a:r>
                <a:rPr lang="zh-CN" altLang="en-US" sz="1200" dirty="0">
                  <a:latin typeface="思源黑体 CN Medium" panose="020B0600000000000000" pitchFamily="34" charset="-122"/>
                  <a:ea typeface="思源黑体 CN Medium" panose="020B0600000000000000" pitchFamily="34" charset="-122"/>
                </a:rPr>
                <a:t>将</a:t>
              </a:r>
              <a:r>
                <a:rPr lang="en-US" altLang="zh-CN" sz="1200" dirty="0">
                  <a:latin typeface="思源黑体 CN Medium" panose="020B0600000000000000" pitchFamily="34" charset="-122"/>
                  <a:ea typeface="思源黑体 CN Medium" panose="020B0600000000000000" pitchFamily="34" charset="-122"/>
                </a:rPr>
                <a:t>web</a:t>
              </a:r>
              <a:r>
                <a:rPr lang="zh-CN" altLang="en-US" sz="1200" dirty="0">
                  <a:latin typeface="思源黑体 CN Medium" panose="020B0600000000000000" pitchFamily="34" charset="-122"/>
                  <a:ea typeface="思源黑体 CN Medium" panose="020B0600000000000000" pitchFamily="34" charset="-122"/>
                </a:rPr>
                <a:t>技术与流程编排融合，可视化界面可以实时看到上位机中记录的棋局状态</a:t>
              </a:r>
            </a:p>
          </p:txBody>
        </p:sp>
      </p:grpSp>
      <p:grpSp>
        <p:nvGrpSpPr>
          <p:cNvPr id="32" name="组合 31">
            <a:extLst>
              <a:ext uri="{FF2B5EF4-FFF2-40B4-BE49-F238E27FC236}">
                <a16:creationId xmlns:a16="http://schemas.microsoft.com/office/drawing/2014/main" id="{70029274-3056-5425-E35D-36B377B9CC74}"/>
              </a:ext>
            </a:extLst>
          </p:cNvPr>
          <p:cNvGrpSpPr/>
          <p:nvPr/>
        </p:nvGrpSpPr>
        <p:grpSpPr>
          <a:xfrm>
            <a:off x="4336223" y="1076942"/>
            <a:ext cx="3632118" cy="5256915"/>
            <a:chOff x="4241882" y="1282455"/>
            <a:chExt cx="3642884" cy="3946250"/>
          </a:xfrm>
        </p:grpSpPr>
        <p:sp>
          <p:nvSpPr>
            <p:cNvPr id="50" name="圆角矩形 119">
              <a:extLst>
                <a:ext uri="{FF2B5EF4-FFF2-40B4-BE49-F238E27FC236}">
                  <a16:creationId xmlns:a16="http://schemas.microsoft.com/office/drawing/2014/main" id="{9BE2D681-5B14-BD5C-F296-395773340739}"/>
                </a:ext>
              </a:extLst>
            </p:cNvPr>
            <p:cNvSpPr/>
            <p:nvPr/>
          </p:nvSpPr>
          <p:spPr>
            <a:xfrm>
              <a:off x="4241882" y="1282455"/>
              <a:ext cx="3642884" cy="3946250"/>
            </a:xfrm>
            <a:prstGeom prst="roundRect">
              <a:avLst>
                <a:gd name="adj" fmla="val 0"/>
              </a:avLst>
            </a:prstGeom>
            <a:solidFill>
              <a:sysClr val="window" lastClr="FFFFFF"/>
            </a:solidFill>
            <a:ln w="6350" cap="flat" cmpd="sng" algn="ctr">
              <a:solidFill>
                <a:schemeClr val="tx2">
                  <a:lumMod val="50000"/>
                  <a:lumOff val="50000"/>
                </a:schemeClr>
              </a:solidFill>
              <a:prstDash val="solid"/>
              <a:miter lim="800000"/>
            </a:ln>
            <a:effectLst>
              <a:outerShdw blurRad="101600" sx="101000" sy="101000" algn="ctr" rotWithShape="0">
                <a:srgbClr val="194F9A">
                  <a:alpha val="25000"/>
                </a:srgbClr>
              </a:outerShdw>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1400" b="0" i="0" u="none" strike="noStrike" kern="0" cap="none" spc="0" normalizeH="0" baseline="0" noProof="0" dirty="0">
                <a:ln>
                  <a:noFill/>
                </a:ln>
                <a:solidFill>
                  <a:srgbClr val="E7E6E6">
                    <a:lumMod val="25000"/>
                  </a:srgbClr>
                </a:solidFill>
                <a:effectLst/>
                <a:uLnTx/>
                <a:uFillTx/>
                <a:latin typeface="微软雅黑" panose="020B0503020204020204" pitchFamily="34" charset="-122"/>
                <a:cs typeface="+mn-cs"/>
              </a:endParaRPr>
            </a:p>
          </p:txBody>
        </p:sp>
        <p:sp>
          <p:nvSpPr>
            <p:cNvPr id="51" name="矩形 50">
              <a:extLst>
                <a:ext uri="{FF2B5EF4-FFF2-40B4-BE49-F238E27FC236}">
                  <a16:creationId xmlns:a16="http://schemas.microsoft.com/office/drawing/2014/main" id="{C5BF53FA-03BF-5985-7741-10F6D61D9E62}"/>
                </a:ext>
              </a:extLst>
            </p:cNvPr>
            <p:cNvSpPr/>
            <p:nvPr/>
          </p:nvSpPr>
          <p:spPr>
            <a:xfrm>
              <a:off x="4389219" y="2065305"/>
              <a:ext cx="3382838" cy="3026191"/>
            </a:xfrm>
            <a:prstGeom prst="rect">
              <a:avLst/>
            </a:prstGeom>
            <a:solidFill>
              <a:schemeClr val="accent5">
                <a:lumMod val="20000"/>
                <a:lumOff val="80000"/>
                <a:alpha val="41000"/>
              </a:schemeClr>
            </a:solidFill>
            <a:ln w="1905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2400" b="0" i="0" u="none" strike="noStrike" kern="0" cap="none" spc="0" normalizeH="0" baseline="0" noProof="0" dirty="0">
                <a:ln>
                  <a:noFill/>
                </a:ln>
                <a:solidFill>
                  <a:prstClr val="white"/>
                </a:solidFill>
                <a:effectLst/>
                <a:uLnTx/>
                <a:uFillTx/>
                <a:latin typeface="微软雅黑" panose="020B0503020204020204" pitchFamily="34" charset="-122"/>
                <a:cs typeface="+mn-cs"/>
              </a:endParaRPr>
            </a:p>
          </p:txBody>
        </p:sp>
        <p:sp>
          <p:nvSpPr>
            <p:cNvPr id="52" name="矩形: 圆角 51">
              <a:extLst>
                <a:ext uri="{FF2B5EF4-FFF2-40B4-BE49-F238E27FC236}">
                  <a16:creationId xmlns:a16="http://schemas.microsoft.com/office/drawing/2014/main" id="{E53455A3-FBBC-47E5-E219-69D5EA63A120}"/>
                </a:ext>
              </a:extLst>
            </p:cNvPr>
            <p:cNvSpPr/>
            <p:nvPr/>
          </p:nvSpPr>
          <p:spPr>
            <a:xfrm>
              <a:off x="4404843" y="1378723"/>
              <a:ext cx="3341641" cy="579583"/>
            </a:xfrm>
            <a:prstGeom prst="roundRect">
              <a:avLst>
                <a:gd name="adj" fmla="val 0"/>
              </a:avLst>
            </a:prstGeom>
            <a:gradFill>
              <a:gsLst>
                <a:gs pos="0">
                  <a:srgbClr val="194DB2"/>
                </a:gs>
                <a:gs pos="100000">
                  <a:srgbClr val="0D5DBD"/>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400" b="0"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2054" name="文本框 2053">
              <a:extLst>
                <a:ext uri="{FF2B5EF4-FFF2-40B4-BE49-F238E27FC236}">
                  <a16:creationId xmlns:a16="http://schemas.microsoft.com/office/drawing/2014/main" id="{8CD809B9-EB7B-E43C-5B3B-DEC04296B4F6}"/>
                </a:ext>
              </a:extLst>
            </p:cNvPr>
            <p:cNvSpPr txBox="1"/>
            <p:nvPr/>
          </p:nvSpPr>
          <p:spPr>
            <a:xfrm>
              <a:off x="4389120" y="1498661"/>
              <a:ext cx="3449782" cy="277249"/>
            </a:xfrm>
            <a:prstGeom prst="rect">
              <a:avLst/>
            </a:prstGeom>
            <a:noFill/>
          </p:spPr>
          <p:txBody>
            <a:bodyPr wrap="square">
              <a:spAutoFit/>
            </a:bodyPr>
            <a:lstStyle/>
            <a:p>
              <a:pPr algn="ctr"/>
              <a:r>
                <a:rPr lang="zh-CN" altLang="en-US" b="1" dirty="0">
                  <a:solidFill>
                    <a:schemeClr val="bg1"/>
                  </a:solidFill>
                  <a:latin typeface="思源黑体 CN Bold" panose="020B0800000000000000" pitchFamily="34" charset="-122"/>
                  <a:ea typeface="思源黑体 CN Bold" panose="020B0800000000000000" pitchFamily="34" charset="-122"/>
                </a:rPr>
                <a:t>增量式落子识别</a:t>
              </a:r>
              <a:endParaRPr lang="zh-CN" altLang="en-US" dirty="0">
                <a:solidFill>
                  <a:schemeClr val="bg1"/>
                </a:solidFill>
              </a:endParaRPr>
            </a:p>
          </p:txBody>
        </p:sp>
      </p:grpSp>
      <p:sp>
        <p:nvSpPr>
          <p:cNvPr id="53" name="圆角矩形 119">
            <a:extLst>
              <a:ext uri="{FF2B5EF4-FFF2-40B4-BE49-F238E27FC236}">
                <a16:creationId xmlns:a16="http://schemas.microsoft.com/office/drawing/2014/main" id="{5FE9903C-EDAA-88B0-F232-F70728AC2C4D}"/>
              </a:ext>
            </a:extLst>
          </p:cNvPr>
          <p:cNvSpPr/>
          <p:nvPr/>
        </p:nvSpPr>
        <p:spPr>
          <a:xfrm>
            <a:off x="8360228" y="1076942"/>
            <a:ext cx="3544255" cy="5256915"/>
          </a:xfrm>
          <a:prstGeom prst="roundRect">
            <a:avLst>
              <a:gd name="adj" fmla="val 0"/>
            </a:avLst>
          </a:prstGeom>
          <a:solidFill>
            <a:sysClr val="window" lastClr="FFFFFF"/>
          </a:solidFill>
          <a:ln w="6350" cap="flat" cmpd="sng" algn="ctr">
            <a:solidFill>
              <a:schemeClr val="tx2">
                <a:lumMod val="50000"/>
                <a:lumOff val="50000"/>
              </a:schemeClr>
            </a:solidFill>
            <a:prstDash val="solid"/>
            <a:miter lim="800000"/>
          </a:ln>
          <a:effectLst>
            <a:outerShdw blurRad="101600" sx="101000" sy="101000" algn="ctr" rotWithShape="0">
              <a:srgbClr val="194F9A">
                <a:alpha val="25000"/>
              </a:srgbClr>
            </a:outerShdw>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1400" b="0" i="0" u="none" strike="noStrike" kern="0" cap="none" spc="0" normalizeH="0" baseline="0" noProof="0" dirty="0">
              <a:ln>
                <a:noFill/>
              </a:ln>
              <a:solidFill>
                <a:srgbClr val="E7E6E6">
                  <a:lumMod val="25000"/>
                </a:srgbClr>
              </a:solidFill>
              <a:effectLst/>
              <a:uLnTx/>
              <a:uFillTx/>
              <a:latin typeface="微软雅黑" panose="020B0503020204020204" pitchFamily="34" charset="-122"/>
              <a:cs typeface="+mn-cs"/>
            </a:endParaRPr>
          </a:p>
        </p:txBody>
      </p:sp>
      <p:sp>
        <p:nvSpPr>
          <p:cNvPr id="54" name="矩形 53">
            <a:extLst>
              <a:ext uri="{FF2B5EF4-FFF2-40B4-BE49-F238E27FC236}">
                <a16:creationId xmlns:a16="http://schemas.microsoft.com/office/drawing/2014/main" id="{8D8AB290-4364-55E7-43C7-39252B4019D3}"/>
              </a:ext>
            </a:extLst>
          </p:cNvPr>
          <p:cNvSpPr/>
          <p:nvPr/>
        </p:nvSpPr>
        <p:spPr>
          <a:xfrm>
            <a:off x="8534401" y="2065305"/>
            <a:ext cx="3291250" cy="4085772"/>
          </a:xfrm>
          <a:prstGeom prst="rect">
            <a:avLst/>
          </a:prstGeom>
          <a:solidFill>
            <a:schemeClr val="accent5">
              <a:lumMod val="20000"/>
              <a:lumOff val="80000"/>
              <a:alpha val="41000"/>
            </a:schemeClr>
          </a:solidFill>
          <a:ln w="1905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2400" b="0" i="0" u="none" strike="noStrike" kern="0" cap="none" spc="0" normalizeH="0" baseline="0" noProof="0">
              <a:ln>
                <a:noFill/>
              </a:ln>
              <a:solidFill>
                <a:prstClr val="white"/>
              </a:solidFill>
              <a:effectLst/>
              <a:uLnTx/>
              <a:uFillTx/>
              <a:latin typeface="微软雅黑" panose="020B0503020204020204" pitchFamily="34" charset="-122"/>
              <a:cs typeface="+mn-cs"/>
            </a:endParaRPr>
          </a:p>
        </p:txBody>
      </p:sp>
      <p:sp>
        <p:nvSpPr>
          <p:cNvPr id="55" name="矩形: 圆角 54">
            <a:extLst>
              <a:ext uri="{FF2B5EF4-FFF2-40B4-BE49-F238E27FC236}">
                <a16:creationId xmlns:a16="http://schemas.microsoft.com/office/drawing/2014/main" id="{AB320081-53F8-D4F5-0FA2-45BB4649E45A}"/>
              </a:ext>
            </a:extLst>
          </p:cNvPr>
          <p:cNvSpPr/>
          <p:nvPr/>
        </p:nvSpPr>
        <p:spPr>
          <a:xfrm>
            <a:off x="8518777" y="1205183"/>
            <a:ext cx="3251168" cy="753123"/>
          </a:xfrm>
          <a:prstGeom prst="roundRect">
            <a:avLst>
              <a:gd name="adj" fmla="val 0"/>
            </a:avLst>
          </a:prstGeom>
          <a:gradFill>
            <a:gsLst>
              <a:gs pos="0">
                <a:srgbClr val="194DB2"/>
              </a:gs>
              <a:gs pos="100000">
                <a:srgbClr val="0D5DBD"/>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400" b="0"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2" name="文本框 1">
            <a:extLst>
              <a:ext uri="{FF2B5EF4-FFF2-40B4-BE49-F238E27FC236}">
                <a16:creationId xmlns:a16="http://schemas.microsoft.com/office/drawing/2014/main" id="{78ABCDBF-FC0E-CA2C-D0C8-8E4E43D2EC5B}"/>
              </a:ext>
            </a:extLst>
          </p:cNvPr>
          <p:cNvSpPr txBox="1"/>
          <p:nvPr/>
        </p:nvSpPr>
        <p:spPr>
          <a:xfrm>
            <a:off x="8521270" y="1364955"/>
            <a:ext cx="3222170" cy="369332"/>
          </a:xfrm>
          <a:prstGeom prst="rect">
            <a:avLst/>
          </a:prstGeom>
          <a:noFill/>
        </p:spPr>
        <p:txBody>
          <a:bodyPr wrap="square">
            <a:spAutoFit/>
          </a:bodyPr>
          <a:lstStyle/>
          <a:p>
            <a:pPr algn="ctr"/>
            <a:r>
              <a:rPr lang="zh-CN" altLang="en-US" b="1" dirty="0">
                <a:solidFill>
                  <a:schemeClr val="bg1"/>
                </a:solidFill>
                <a:ea typeface="思源黑体 CN Bold" panose="020B0800000000000000" pitchFamily="34" charset="-122"/>
              </a:rPr>
              <a:t>前端可调控</a:t>
            </a:r>
          </a:p>
        </p:txBody>
      </p:sp>
      <p:grpSp>
        <p:nvGrpSpPr>
          <p:cNvPr id="28" name="组合 27">
            <a:extLst>
              <a:ext uri="{FF2B5EF4-FFF2-40B4-BE49-F238E27FC236}">
                <a16:creationId xmlns:a16="http://schemas.microsoft.com/office/drawing/2014/main" id="{87F2700B-85EB-D103-79B4-08349674700A}"/>
              </a:ext>
            </a:extLst>
          </p:cNvPr>
          <p:cNvGrpSpPr/>
          <p:nvPr/>
        </p:nvGrpSpPr>
        <p:grpSpPr>
          <a:xfrm>
            <a:off x="8051166" y="3044402"/>
            <a:ext cx="237839" cy="654361"/>
            <a:chOff x="11716023" y="4111202"/>
            <a:chExt cx="237839" cy="654361"/>
          </a:xfrm>
        </p:grpSpPr>
        <p:sp>
          <p:nvSpPr>
            <p:cNvPr id="29" name="任意形状 79">
              <a:extLst>
                <a:ext uri="{FF2B5EF4-FFF2-40B4-BE49-F238E27FC236}">
                  <a16:creationId xmlns:a16="http://schemas.microsoft.com/office/drawing/2014/main" id="{ABB8B88A-BF56-E87E-5E84-D866951C3264}"/>
                </a:ext>
              </a:extLst>
            </p:cNvPr>
            <p:cNvSpPr/>
            <p:nvPr/>
          </p:nvSpPr>
          <p:spPr>
            <a:xfrm rot="5400000" flipH="1">
              <a:off x="11480391" y="4346834"/>
              <a:ext cx="654361" cy="183097"/>
            </a:xfrm>
            <a:custGeom>
              <a:avLst/>
              <a:gdLst>
                <a:gd name="connsiteX0" fmla="*/ 732665 w 1457604"/>
                <a:gd name="connsiteY0" fmla="*/ 0 h 715059"/>
                <a:gd name="connsiteX1" fmla="*/ 728802 w 1457604"/>
                <a:gd name="connsiteY1" fmla="*/ 3771 h 715059"/>
                <a:gd name="connsiteX2" fmla="*/ 724939 w 1457604"/>
                <a:gd name="connsiteY2" fmla="*/ 0 h 715059"/>
                <a:gd name="connsiteX3" fmla="*/ 724921 w 1457604"/>
                <a:gd name="connsiteY3" fmla="*/ 7558 h 715059"/>
                <a:gd name="connsiteX4" fmla="*/ 0 w 1457604"/>
                <a:gd name="connsiteY4" fmla="*/ 715059 h 715059"/>
                <a:gd name="connsiteX5" fmla="*/ 728802 w 1457604"/>
                <a:gd name="connsiteY5" fmla="*/ 483764 h 715059"/>
                <a:gd name="connsiteX6" fmla="*/ 1457604 w 1457604"/>
                <a:gd name="connsiteY6" fmla="*/ 715059 h 715059"/>
                <a:gd name="connsiteX7" fmla="*/ 732683 w 1457604"/>
                <a:gd name="connsiteY7" fmla="*/ 7558 h 7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457604" h="715059">
                  <a:moveTo>
                    <a:pt x="732665" y="0"/>
                  </a:moveTo>
                  <a:lnTo>
                    <a:pt x="728802" y="3771"/>
                  </a:lnTo>
                  <a:lnTo>
                    <a:pt x="724939" y="0"/>
                  </a:lnTo>
                  <a:lnTo>
                    <a:pt x="724921" y="7558"/>
                  </a:lnTo>
                  <a:lnTo>
                    <a:pt x="0" y="715059"/>
                  </a:lnTo>
                  <a:lnTo>
                    <a:pt x="728802" y="483764"/>
                  </a:lnTo>
                  <a:lnTo>
                    <a:pt x="1457604" y="715059"/>
                  </a:lnTo>
                  <a:lnTo>
                    <a:pt x="732683" y="7558"/>
                  </a:lnTo>
                  <a:close/>
                </a:path>
              </a:pathLst>
            </a:custGeom>
            <a:gradFill flip="none" rotWithShape="1">
              <a:gsLst>
                <a:gs pos="89000">
                  <a:srgbClr val="0070C0"/>
                </a:gs>
                <a:gs pos="0">
                  <a:srgbClr val="0070C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30" name="任意形状 89">
              <a:extLst>
                <a:ext uri="{FF2B5EF4-FFF2-40B4-BE49-F238E27FC236}">
                  <a16:creationId xmlns:a16="http://schemas.microsoft.com/office/drawing/2014/main" id="{5FC40935-2F87-15C8-8EB5-AB39D9205624}"/>
                </a:ext>
              </a:extLst>
            </p:cNvPr>
            <p:cNvSpPr/>
            <p:nvPr/>
          </p:nvSpPr>
          <p:spPr>
            <a:xfrm rot="5400000" flipH="1">
              <a:off x="11635940" y="4373827"/>
              <a:ext cx="506736" cy="129108"/>
            </a:xfrm>
            <a:custGeom>
              <a:avLst/>
              <a:gdLst>
                <a:gd name="connsiteX0" fmla="*/ 732665 w 1457604"/>
                <a:gd name="connsiteY0" fmla="*/ 0 h 715059"/>
                <a:gd name="connsiteX1" fmla="*/ 728802 w 1457604"/>
                <a:gd name="connsiteY1" fmla="*/ 3771 h 715059"/>
                <a:gd name="connsiteX2" fmla="*/ 724939 w 1457604"/>
                <a:gd name="connsiteY2" fmla="*/ 0 h 715059"/>
                <a:gd name="connsiteX3" fmla="*/ 724921 w 1457604"/>
                <a:gd name="connsiteY3" fmla="*/ 7558 h 715059"/>
                <a:gd name="connsiteX4" fmla="*/ 0 w 1457604"/>
                <a:gd name="connsiteY4" fmla="*/ 715059 h 715059"/>
                <a:gd name="connsiteX5" fmla="*/ 728802 w 1457604"/>
                <a:gd name="connsiteY5" fmla="*/ 483764 h 715059"/>
                <a:gd name="connsiteX6" fmla="*/ 1457604 w 1457604"/>
                <a:gd name="connsiteY6" fmla="*/ 715059 h 715059"/>
                <a:gd name="connsiteX7" fmla="*/ 732683 w 1457604"/>
                <a:gd name="connsiteY7" fmla="*/ 7558 h 7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457604" h="715059">
                  <a:moveTo>
                    <a:pt x="732665" y="0"/>
                  </a:moveTo>
                  <a:lnTo>
                    <a:pt x="728802" y="3771"/>
                  </a:lnTo>
                  <a:lnTo>
                    <a:pt x="724939" y="0"/>
                  </a:lnTo>
                  <a:lnTo>
                    <a:pt x="724921" y="7558"/>
                  </a:lnTo>
                  <a:lnTo>
                    <a:pt x="0" y="715059"/>
                  </a:lnTo>
                  <a:lnTo>
                    <a:pt x="728802" y="483764"/>
                  </a:lnTo>
                  <a:lnTo>
                    <a:pt x="1457604" y="715059"/>
                  </a:lnTo>
                  <a:lnTo>
                    <a:pt x="732683" y="7558"/>
                  </a:lnTo>
                  <a:close/>
                </a:path>
              </a:pathLst>
            </a:custGeom>
            <a:gradFill flip="none" rotWithShape="1">
              <a:gsLst>
                <a:gs pos="89000">
                  <a:srgbClr val="0070C0"/>
                </a:gs>
                <a:gs pos="0">
                  <a:srgbClr val="0070C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a:solidFill>
                  <a:srgbClr val="FFFFFF"/>
                </a:solidFill>
                <a:latin typeface="微软雅黑" panose="020B0503020204020204" pitchFamily="34" charset="-122"/>
                <a:ea typeface="微软雅黑" panose="020B0503020204020204" pitchFamily="34" charset="-122"/>
              </a:endParaRPr>
            </a:p>
          </p:txBody>
        </p:sp>
      </p:grpSp>
      <p:grpSp>
        <p:nvGrpSpPr>
          <p:cNvPr id="33" name="组合 32">
            <a:extLst>
              <a:ext uri="{FF2B5EF4-FFF2-40B4-BE49-F238E27FC236}">
                <a16:creationId xmlns:a16="http://schemas.microsoft.com/office/drawing/2014/main" id="{7CBEEFDB-8755-5275-DC7A-DF74394A084D}"/>
              </a:ext>
            </a:extLst>
          </p:cNvPr>
          <p:cNvGrpSpPr/>
          <p:nvPr/>
        </p:nvGrpSpPr>
        <p:grpSpPr>
          <a:xfrm>
            <a:off x="4045224" y="3037145"/>
            <a:ext cx="237839" cy="654361"/>
            <a:chOff x="11716023" y="4111202"/>
            <a:chExt cx="237839" cy="654361"/>
          </a:xfrm>
        </p:grpSpPr>
        <p:sp>
          <p:nvSpPr>
            <p:cNvPr id="34" name="任意形状 79">
              <a:extLst>
                <a:ext uri="{FF2B5EF4-FFF2-40B4-BE49-F238E27FC236}">
                  <a16:creationId xmlns:a16="http://schemas.microsoft.com/office/drawing/2014/main" id="{7754B1B6-1053-1BA4-C125-E4C654711A3A}"/>
                </a:ext>
              </a:extLst>
            </p:cNvPr>
            <p:cNvSpPr/>
            <p:nvPr/>
          </p:nvSpPr>
          <p:spPr>
            <a:xfrm rot="5400000" flipH="1">
              <a:off x="11480391" y="4346834"/>
              <a:ext cx="654361" cy="183097"/>
            </a:xfrm>
            <a:custGeom>
              <a:avLst/>
              <a:gdLst>
                <a:gd name="connsiteX0" fmla="*/ 732665 w 1457604"/>
                <a:gd name="connsiteY0" fmla="*/ 0 h 715059"/>
                <a:gd name="connsiteX1" fmla="*/ 728802 w 1457604"/>
                <a:gd name="connsiteY1" fmla="*/ 3771 h 715059"/>
                <a:gd name="connsiteX2" fmla="*/ 724939 w 1457604"/>
                <a:gd name="connsiteY2" fmla="*/ 0 h 715059"/>
                <a:gd name="connsiteX3" fmla="*/ 724921 w 1457604"/>
                <a:gd name="connsiteY3" fmla="*/ 7558 h 715059"/>
                <a:gd name="connsiteX4" fmla="*/ 0 w 1457604"/>
                <a:gd name="connsiteY4" fmla="*/ 715059 h 715059"/>
                <a:gd name="connsiteX5" fmla="*/ 728802 w 1457604"/>
                <a:gd name="connsiteY5" fmla="*/ 483764 h 715059"/>
                <a:gd name="connsiteX6" fmla="*/ 1457604 w 1457604"/>
                <a:gd name="connsiteY6" fmla="*/ 715059 h 715059"/>
                <a:gd name="connsiteX7" fmla="*/ 732683 w 1457604"/>
                <a:gd name="connsiteY7" fmla="*/ 7558 h 7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457604" h="715059">
                  <a:moveTo>
                    <a:pt x="732665" y="0"/>
                  </a:moveTo>
                  <a:lnTo>
                    <a:pt x="728802" y="3771"/>
                  </a:lnTo>
                  <a:lnTo>
                    <a:pt x="724939" y="0"/>
                  </a:lnTo>
                  <a:lnTo>
                    <a:pt x="724921" y="7558"/>
                  </a:lnTo>
                  <a:lnTo>
                    <a:pt x="0" y="715059"/>
                  </a:lnTo>
                  <a:lnTo>
                    <a:pt x="728802" y="483764"/>
                  </a:lnTo>
                  <a:lnTo>
                    <a:pt x="1457604" y="715059"/>
                  </a:lnTo>
                  <a:lnTo>
                    <a:pt x="732683" y="7558"/>
                  </a:lnTo>
                  <a:close/>
                </a:path>
              </a:pathLst>
            </a:custGeom>
            <a:gradFill flip="none" rotWithShape="1">
              <a:gsLst>
                <a:gs pos="89000">
                  <a:srgbClr val="0070C0"/>
                </a:gs>
                <a:gs pos="0">
                  <a:srgbClr val="0070C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35" name="任意形状 89">
              <a:extLst>
                <a:ext uri="{FF2B5EF4-FFF2-40B4-BE49-F238E27FC236}">
                  <a16:creationId xmlns:a16="http://schemas.microsoft.com/office/drawing/2014/main" id="{357F73F4-1EE9-EE87-F874-DE7EFB1EB824}"/>
                </a:ext>
              </a:extLst>
            </p:cNvPr>
            <p:cNvSpPr/>
            <p:nvPr/>
          </p:nvSpPr>
          <p:spPr>
            <a:xfrm rot="5400000" flipH="1">
              <a:off x="11635940" y="4373827"/>
              <a:ext cx="506736" cy="129108"/>
            </a:xfrm>
            <a:custGeom>
              <a:avLst/>
              <a:gdLst>
                <a:gd name="connsiteX0" fmla="*/ 732665 w 1457604"/>
                <a:gd name="connsiteY0" fmla="*/ 0 h 715059"/>
                <a:gd name="connsiteX1" fmla="*/ 728802 w 1457604"/>
                <a:gd name="connsiteY1" fmla="*/ 3771 h 715059"/>
                <a:gd name="connsiteX2" fmla="*/ 724939 w 1457604"/>
                <a:gd name="connsiteY2" fmla="*/ 0 h 715059"/>
                <a:gd name="connsiteX3" fmla="*/ 724921 w 1457604"/>
                <a:gd name="connsiteY3" fmla="*/ 7558 h 715059"/>
                <a:gd name="connsiteX4" fmla="*/ 0 w 1457604"/>
                <a:gd name="connsiteY4" fmla="*/ 715059 h 715059"/>
                <a:gd name="connsiteX5" fmla="*/ 728802 w 1457604"/>
                <a:gd name="connsiteY5" fmla="*/ 483764 h 715059"/>
                <a:gd name="connsiteX6" fmla="*/ 1457604 w 1457604"/>
                <a:gd name="connsiteY6" fmla="*/ 715059 h 715059"/>
                <a:gd name="connsiteX7" fmla="*/ 732683 w 1457604"/>
                <a:gd name="connsiteY7" fmla="*/ 7558 h 7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457604" h="715059">
                  <a:moveTo>
                    <a:pt x="732665" y="0"/>
                  </a:moveTo>
                  <a:lnTo>
                    <a:pt x="728802" y="3771"/>
                  </a:lnTo>
                  <a:lnTo>
                    <a:pt x="724939" y="0"/>
                  </a:lnTo>
                  <a:lnTo>
                    <a:pt x="724921" y="7558"/>
                  </a:lnTo>
                  <a:lnTo>
                    <a:pt x="0" y="715059"/>
                  </a:lnTo>
                  <a:lnTo>
                    <a:pt x="728802" y="483764"/>
                  </a:lnTo>
                  <a:lnTo>
                    <a:pt x="1457604" y="715059"/>
                  </a:lnTo>
                  <a:lnTo>
                    <a:pt x="732683" y="7558"/>
                  </a:lnTo>
                  <a:close/>
                </a:path>
              </a:pathLst>
            </a:custGeom>
            <a:gradFill flip="none" rotWithShape="1">
              <a:gsLst>
                <a:gs pos="89000">
                  <a:srgbClr val="0070C0"/>
                </a:gs>
                <a:gs pos="0">
                  <a:srgbClr val="0070C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a:solidFill>
                  <a:srgbClr val="FFFFFF"/>
                </a:solidFill>
                <a:latin typeface="微软雅黑" panose="020B0503020204020204" pitchFamily="34" charset="-122"/>
                <a:ea typeface="微软雅黑" panose="020B0503020204020204" pitchFamily="34" charset="-122"/>
              </a:endParaRPr>
            </a:p>
          </p:txBody>
        </p:sp>
      </p:grpSp>
      <p:sp>
        <p:nvSpPr>
          <p:cNvPr id="3" name="矩形 2">
            <a:extLst>
              <a:ext uri="{FF2B5EF4-FFF2-40B4-BE49-F238E27FC236}">
                <a16:creationId xmlns:a16="http://schemas.microsoft.com/office/drawing/2014/main" id="{97DF3243-DC7F-8F5F-9EA4-717E183BB265}"/>
              </a:ext>
            </a:extLst>
          </p:cNvPr>
          <p:cNvSpPr/>
          <p:nvPr/>
        </p:nvSpPr>
        <p:spPr>
          <a:xfrm>
            <a:off x="0" y="6693896"/>
            <a:ext cx="12192000" cy="164104"/>
          </a:xfrm>
          <a:prstGeom prst="rect">
            <a:avLst/>
          </a:prstGeom>
          <a:gradFill>
            <a:gsLst>
              <a:gs pos="0">
                <a:srgbClr val="0D5DBD"/>
              </a:gs>
              <a:gs pos="100000">
                <a:srgbClr val="0D4F9D"/>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9" name="Picture 2" descr="浙江大学-四川久光科技有限公司">
            <a:extLst>
              <a:ext uri="{FF2B5EF4-FFF2-40B4-BE49-F238E27FC236}">
                <a16:creationId xmlns:a16="http://schemas.microsoft.com/office/drawing/2014/main" id="{929FA70F-B2E3-849C-F9D0-E189A92A4188}"/>
              </a:ext>
            </a:extLst>
          </p:cNvPr>
          <p:cNvPicPr>
            <a:picLocks noChangeAspect="1" noChangeArrowheads="1"/>
          </p:cNvPicPr>
          <p:nvPr/>
        </p:nvPicPr>
        <p:blipFill rotWithShape="1">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t="29557" r="68065" b="28547"/>
          <a:stretch/>
        </p:blipFill>
        <p:spPr bwMode="auto">
          <a:xfrm>
            <a:off x="348256" y="24795"/>
            <a:ext cx="647425" cy="679492"/>
          </a:xfrm>
          <a:prstGeom prst="rect">
            <a:avLst/>
          </a:prstGeom>
          <a:noFill/>
          <a:extLst>
            <a:ext uri="{909E8E84-426E-40DD-AFC4-6F175D3DCCD1}">
              <a14:hiddenFill xmlns:a14="http://schemas.microsoft.com/office/drawing/2010/main">
                <a:solidFill>
                  <a:srgbClr val="FFFFFF"/>
                </a:solidFill>
              </a14:hiddenFill>
            </a:ext>
          </a:extLst>
        </p:spPr>
      </p:pic>
      <p:sp>
        <p:nvSpPr>
          <p:cNvPr id="40" name="文本框 39">
            <a:extLst>
              <a:ext uri="{FF2B5EF4-FFF2-40B4-BE49-F238E27FC236}">
                <a16:creationId xmlns:a16="http://schemas.microsoft.com/office/drawing/2014/main" id="{0F9C6454-E602-4605-E93B-83C026BE82A3}"/>
              </a:ext>
            </a:extLst>
          </p:cNvPr>
          <p:cNvSpPr txBox="1"/>
          <p:nvPr/>
        </p:nvSpPr>
        <p:spPr>
          <a:xfrm>
            <a:off x="8637236" y="2465241"/>
            <a:ext cx="3085580" cy="3285900"/>
          </a:xfrm>
          <a:prstGeom prst="rect">
            <a:avLst/>
          </a:prstGeom>
          <a:noFill/>
        </p:spPr>
        <p:txBody>
          <a:bodyPr wrap="square">
            <a:spAutoFit/>
          </a:bodyPr>
          <a:lstStyle/>
          <a:p>
            <a:pPr>
              <a:lnSpc>
                <a:spcPct val="150000"/>
              </a:lnSpc>
            </a:pPr>
            <a:r>
              <a:rPr lang="zh-CN" altLang="en-US" sz="1400" dirty="0">
                <a:latin typeface="思源黑体 CN Medium" panose="020B0600000000000000" pitchFamily="34" charset="-122"/>
                <a:ea typeface="思源黑体 CN Medium" panose="020B0600000000000000" pitchFamily="34" charset="-122"/>
              </a:rPr>
              <a:t>项目不是把 </a:t>
            </a:r>
            <a:r>
              <a:rPr lang="en-US" altLang="zh-CN" sz="1400" dirty="0">
                <a:latin typeface="思源黑体 CN Medium" panose="020B0600000000000000" pitchFamily="34" charset="-122"/>
                <a:ea typeface="思源黑体 CN Medium" panose="020B0600000000000000" pitchFamily="34" charset="-122"/>
              </a:rPr>
              <a:t>AI </a:t>
            </a:r>
            <a:r>
              <a:rPr lang="zh-CN" altLang="en-US" sz="1400" dirty="0">
                <a:latin typeface="思源黑体 CN Medium" panose="020B0600000000000000" pitchFamily="34" charset="-122"/>
                <a:ea typeface="思源黑体 CN Medium" panose="020B0600000000000000" pitchFamily="34" charset="-122"/>
              </a:rPr>
              <a:t>和机械臂流程全部塞进 </a:t>
            </a:r>
            <a:r>
              <a:rPr lang="en-US" altLang="zh-CN" sz="1400" dirty="0">
                <a:latin typeface="思源黑体 CN Medium" panose="020B0600000000000000" pitchFamily="34" charset="-122"/>
                <a:ea typeface="思源黑体 CN Medium" panose="020B0600000000000000" pitchFamily="34" charset="-122"/>
              </a:rPr>
              <a:t>ROS</a:t>
            </a:r>
            <a:r>
              <a:rPr lang="zh-CN" altLang="en-US" sz="1400" dirty="0">
                <a:latin typeface="思源黑体 CN Medium" panose="020B0600000000000000" pitchFamily="34" charset="-122"/>
                <a:ea typeface="思源黑体 CN Medium" panose="020B0600000000000000" pitchFamily="34" charset="-122"/>
              </a:rPr>
              <a:t>，而是让前端承担对弈流程编排、</a:t>
            </a:r>
            <a:r>
              <a:rPr lang="en-US" altLang="zh-CN" sz="1400" dirty="0">
                <a:latin typeface="思源黑体 CN Medium" panose="020B0600000000000000" pitchFamily="34" charset="-122"/>
                <a:ea typeface="思源黑体 CN Medium" panose="020B0600000000000000" pitchFamily="34" charset="-122"/>
              </a:rPr>
              <a:t>AI </a:t>
            </a:r>
            <a:r>
              <a:rPr lang="zh-CN" altLang="en-US" sz="1400" dirty="0">
                <a:latin typeface="思源黑体 CN Medium" panose="020B0600000000000000" pitchFamily="34" charset="-122"/>
                <a:ea typeface="思源黑体 CN Medium" panose="020B0600000000000000" pitchFamily="34" charset="-122"/>
              </a:rPr>
              <a:t>决策切换、人工接管和状态展示，这样既保留了自动对弈能力，也保留了人工干预能力，系统更灵活。当视觉识别受遮挡、光照或局部误差影响时，用户可以直接在前端棋盘上修正占用状态。这说明项目不只是追求“自动化”，还考虑了真实场景中的容错与可维护性。</a:t>
            </a:r>
          </a:p>
        </p:txBody>
      </p:sp>
      <p:pic>
        <p:nvPicPr>
          <p:cNvPr id="12" name="图片 11">
            <a:extLst>
              <a:ext uri="{FF2B5EF4-FFF2-40B4-BE49-F238E27FC236}">
                <a16:creationId xmlns:a16="http://schemas.microsoft.com/office/drawing/2014/main" id="{663410A0-4B45-8DF4-9107-F63A4C790F0C}"/>
              </a:ext>
            </a:extLst>
          </p:cNvPr>
          <p:cNvPicPr>
            <a:picLocks noChangeAspect="1"/>
          </p:cNvPicPr>
          <p:nvPr/>
        </p:nvPicPr>
        <p:blipFill>
          <a:blip r:embed="rId3"/>
          <a:stretch>
            <a:fillRect/>
          </a:stretch>
        </p:blipFill>
        <p:spPr>
          <a:xfrm>
            <a:off x="995681" y="3004912"/>
            <a:ext cx="2417447" cy="3042996"/>
          </a:xfrm>
          <a:prstGeom prst="rect">
            <a:avLst/>
          </a:prstGeom>
        </p:spPr>
      </p:pic>
      <p:sp>
        <p:nvSpPr>
          <p:cNvPr id="14" name="文本框 13">
            <a:extLst>
              <a:ext uri="{FF2B5EF4-FFF2-40B4-BE49-F238E27FC236}">
                <a16:creationId xmlns:a16="http://schemas.microsoft.com/office/drawing/2014/main" id="{E32AECD3-30AC-7224-C28A-E95C7630245F}"/>
              </a:ext>
            </a:extLst>
          </p:cNvPr>
          <p:cNvSpPr txBox="1"/>
          <p:nvPr/>
        </p:nvSpPr>
        <p:spPr>
          <a:xfrm>
            <a:off x="4630474" y="2863726"/>
            <a:ext cx="3087255" cy="1670073"/>
          </a:xfrm>
          <a:prstGeom prst="rect">
            <a:avLst/>
          </a:prstGeom>
          <a:noFill/>
        </p:spPr>
        <p:txBody>
          <a:bodyPr wrap="square">
            <a:spAutoFit/>
          </a:bodyPr>
          <a:lstStyle/>
          <a:p>
            <a:pPr>
              <a:lnSpc>
                <a:spcPct val="150000"/>
              </a:lnSpc>
            </a:pPr>
            <a:r>
              <a:rPr lang="zh-CN" altLang="en-US" sz="1400" dirty="0">
                <a:latin typeface="思源黑体 CN Medium" panose="020B0600000000000000" pitchFamily="34" charset="-122"/>
                <a:ea typeface="思源黑体 CN Medium" panose="020B0600000000000000" pitchFamily="34" charset="-122"/>
              </a:rPr>
              <a:t>项目不是每次都重新识别整张棋盘，而是先建立空棋盘基准，再通过差分和交点占用分析去判断“新增加的这一步棋”在哪里。这样更贴合真实对弈流程，计算量更小，稳定性也更高。</a:t>
            </a:r>
          </a:p>
        </p:txBody>
      </p:sp>
    </p:spTree>
    <p:extLst>
      <p:ext uri="{BB962C8B-B14F-4D97-AF65-F5344CB8AC3E}">
        <p14:creationId xmlns:p14="http://schemas.microsoft.com/office/powerpoint/2010/main" val="28691602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F47CBA-0E22-0363-EC97-B0A38CB132A2}"/>
            </a:ext>
          </a:extLst>
        </p:cNvPr>
        <p:cNvGrpSpPr/>
        <p:nvPr/>
      </p:nvGrpSpPr>
      <p:grpSpPr>
        <a:xfrm>
          <a:off x="0" y="0"/>
          <a:ext cx="0" cy="0"/>
          <a:chOff x="0" y="0"/>
          <a:chExt cx="0" cy="0"/>
        </a:xfrm>
      </p:grpSpPr>
      <p:cxnSp>
        <p:nvCxnSpPr>
          <p:cNvPr id="2" name="直接连接符 1">
            <a:extLst>
              <a:ext uri="{FF2B5EF4-FFF2-40B4-BE49-F238E27FC236}">
                <a16:creationId xmlns:a16="http://schemas.microsoft.com/office/drawing/2014/main" id="{BA87B63D-B457-83A5-B234-F6199ECFC154}"/>
              </a:ext>
            </a:extLst>
          </p:cNvPr>
          <p:cNvCxnSpPr>
            <a:cxnSpLocks/>
          </p:cNvCxnSpPr>
          <p:nvPr/>
        </p:nvCxnSpPr>
        <p:spPr>
          <a:xfrm>
            <a:off x="4796222" y="1280018"/>
            <a:ext cx="2571750" cy="0"/>
          </a:xfrm>
          <a:prstGeom prst="line">
            <a:avLst/>
          </a:prstGeom>
          <a:ln w="381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a:extLst>
              <a:ext uri="{FF2B5EF4-FFF2-40B4-BE49-F238E27FC236}">
                <a16:creationId xmlns:a16="http://schemas.microsoft.com/office/drawing/2014/main" id="{20960520-99CC-0C63-7ACD-D3544AAE9C1A}"/>
              </a:ext>
            </a:extLst>
          </p:cNvPr>
          <p:cNvSpPr txBox="1"/>
          <p:nvPr/>
        </p:nvSpPr>
        <p:spPr>
          <a:xfrm>
            <a:off x="5012122" y="474025"/>
            <a:ext cx="2139950" cy="584775"/>
          </a:xfrm>
          <a:prstGeom prst="rect">
            <a:avLst/>
          </a:prstGeom>
          <a:noFill/>
        </p:spPr>
        <p:txBody>
          <a:bodyPr wrap="square" rtlCol="0">
            <a:spAutoFit/>
          </a:bodyPr>
          <a:lstStyle/>
          <a:p>
            <a:pPr algn="ctr"/>
            <a:r>
              <a:rPr lang="zh-CN" altLang="en-US" sz="3200" b="1" kern="1200" dirty="0">
                <a:solidFill>
                  <a:srgbClr val="C00000"/>
                </a:solidFill>
                <a:latin typeface="黑体" panose="02010609060101010101" pitchFamily="49" charset="-122"/>
                <a:ea typeface="黑体" panose="02010609060101010101" pitchFamily="49" charset="-122"/>
                <a:cs typeface="+mn-cs"/>
              </a:rPr>
              <a:t>汇报内容</a:t>
            </a:r>
            <a:endParaRPr lang="en-US" sz="3200" b="1" kern="1200" dirty="0">
              <a:solidFill>
                <a:srgbClr val="C00000"/>
              </a:solidFill>
              <a:latin typeface="黑体" panose="02010609060101010101" pitchFamily="49" charset="-122"/>
              <a:ea typeface="黑体" panose="02010609060101010101" pitchFamily="49" charset="-122"/>
              <a:cs typeface="+mn-cs"/>
            </a:endParaRPr>
          </a:p>
        </p:txBody>
      </p:sp>
      <p:sp>
        <p:nvSpPr>
          <p:cNvPr id="4" name="文本框 3">
            <a:extLst>
              <a:ext uri="{FF2B5EF4-FFF2-40B4-BE49-F238E27FC236}">
                <a16:creationId xmlns:a16="http://schemas.microsoft.com/office/drawing/2014/main" id="{32328550-5B65-E471-AAAE-E08DDDD09E68}"/>
              </a:ext>
            </a:extLst>
          </p:cNvPr>
          <p:cNvSpPr txBox="1"/>
          <p:nvPr/>
        </p:nvSpPr>
        <p:spPr>
          <a:xfrm>
            <a:off x="5887365" y="1793337"/>
            <a:ext cx="2120900" cy="584775"/>
          </a:xfrm>
          <a:prstGeom prst="rect">
            <a:avLst/>
          </a:prstGeom>
          <a:noFill/>
        </p:spPr>
        <p:txBody>
          <a:bodyPr wrap="square" rtlCol="0">
            <a:spAutoFit/>
          </a:bodyPr>
          <a:lstStyle/>
          <a:p>
            <a:pPr marL="0" algn="l" defTabSz="914400" rtl="0" eaLnBrk="1" latinLnBrk="0" hangingPunct="1"/>
            <a:r>
              <a:rPr lang="zh-CN" altLang="en-US" sz="3200" b="1" dirty="0">
                <a:solidFill>
                  <a:srgbClr val="BFBFBF"/>
                </a:solidFill>
                <a:latin typeface="黑体" panose="02010609060101010101" pitchFamily="49" charset="-122"/>
                <a:ea typeface="黑体" panose="02010609060101010101" pitchFamily="49" charset="-122"/>
              </a:rPr>
              <a:t>项目简介</a:t>
            </a:r>
            <a:endParaRPr lang="en-US" altLang="zh-CN" sz="3200" b="1" dirty="0">
              <a:solidFill>
                <a:srgbClr val="BFBFBF"/>
              </a:solidFill>
              <a:latin typeface="黑体" panose="02010609060101010101" pitchFamily="49" charset="-122"/>
              <a:ea typeface="黑体" panose="02010609060101010101" pitchFamily="49" charset="-122"/>
            </a:endParaRPr>
          </a:p>
        </p:txBody>
      </p:sp>
      <p:sp>
        <p:nvSpPr>
          <p:cNvPr id="5" name="文本框 4">
            <a:extLst>
              <a:ext uri="{FF2B5EF4-FFF2-40B4-BE49-F238E27FC236}">
                <a16:creationId xmlns:a16="http://schemas.microsoft.com/office/drawing/2014/main" id="{06669C7A-3789-D610-2A7C-FAFB6F156274}"/>
              </a:ext>
            </a:extLst>
          </p:cNvPr>
          <p:cNvSpPr txBox="1"/>
          <p:nvPr/>
        </p:nvSpPr>
        <p:spPr>
          <a:xfrm>
            <a:off x="4693565" y="1793337"/>
            <a:ext cx="488950" cy="584775"/>
          </a:xfrm>
          <a:prstGeom prst="rect">
            <a:avLst/>
          </a:prstGeom>
          <a:noFill/>
        </p:spPr>
        <p:txBody>
          <a:bodyPr wrap="square" rtlCol="0">
            <a:spAutoFit/>
          </a:bodyPr>
          <a:lstStyle/>
          <a:p>
            <a:r>
              <a:rPr lang="en-US" altLang="zh-CN" sz="3200" b="1" dirty="0">
                <a:solidFill>
                  <a:srgbClr val="BFBFBF"/>
                </a:solidFill>
                <a:latin typeface="黑体" panose="02010609060101010101" pitchFamily="49" charset="-122"/>
                <a:ea typeface="黑体" panose="02010609060101010101" pitchFamily="49" charset="-122"/>
              </a:rPr>
              <a:t>1</a:t>
            </a:r>
            <a:endParaRPr lang="en-US" sz="3200" b="1" dirty="0">
              <a:solidFill>
                <a:srgbClr val="BFBFBF"/>
              </a:solidFill>
              <a:latin typeface="黑体" panose="02010609060101010101" pitchFamily="49" charset="-122"/>
              <a:ea typeface="黑体" panose="02010609060101010101" pitchFamily="49" charset="-122"/>
            </a:endParaRPr>
          </a:p>
        </p:txBody>
      </p:sp>
      <p:sp>
        <p:nvSpPr>
          <p:cNvPr id="6" name="文本框 5">
            <a:extLst>
              <a:ext uri="{FF2B5EF4-FFF2-40B4-BE49-F238E27FC236}">
                <a16:creationId xmlns:a16="http://schemas.microsoft.com/office/drawing/2014/main" id="{F34F6CD7-72A9-B142-A14D-19182BBB729F}"/>
              </a:ext>
            </a:extLst>
          </p:cNvPr>
          <p:cNvSpPr txBox="1"/>
          <p:nvPr/>
        </p:nvSpPr>
        <p:spPr>
          <a:xfrm>
            <a:off x="4693565" y="2844225"/>
            <a:ext cx="488950" cy="584775"/>
          </a:xfrm>
          <a:prstGeom prst="rect">
            <a:avLst/>
          </a:prstGeom>
          <a:noFill/>
        </p:spPr>
        <p:txBody>
          <a:bodyPr wrap="square" rtlCol="0">
            <a:spAutoFit/>
          </a:bodyPr>
          <a:lstStyle/>
          <a:p>
            <a:r>
              <a:rPr lang="en-US" altLang="zh-CN" sz="3200" b="1" dirty="0">
                <a:solidFill>
                  <a:srgbClr val="BFBFBF"/>
                </a:solidFill>
                <a:latin typeface="黑体" panose="02010609060101010101" pitchFamily="49" charset="-122"/>
                <a:ea typeface="黑体" panose="02010609060101010101" pitchFamily="49" charset="-122"/>
              </a:rPr>
              <a:t>2</a:t>
            </a:r>
            <a:endParaRPr lang="en-US" sz="3200" b="1" dirty="0">
              <a:solidFill>
                <a:srgbClr val="BFBFBF"/>
              </a:solidFill>
              <a:latin typeface="黑体" panose="02010609060101010101" pitchFamily="49" charset="-122"/>
              <a:ea typeface="黑体" panose="02010609060101010101" pitchFamily="49" charset="-122"/>
            </a:endParaRPr>
          </a:p>
        </p:txBody>
      </p:sp>
      <p:sp>
        <p:nvSpPr>
          <p:cNvPr id="7" name="文本框 6">
            <a:extLst>
              <a:ext uri="{FF2B5EF4-FFF2-40B4-BE49-F238E27FC236}">
                <a16:creationId xmlns:a16="http://schemas.microsoft.com/office/drawing/2014/main" id="{AE678E61-80B1-554E-4E1E-314063A3D675}"/>
              </a:ext>
            </a:extLst>
          </p:cNvPr>
          <p:cNvSpPr txBox="1"/>
          <p:nvPr/>
        </p:nvSpPr>
        <p:spPr>
          <a:xfrm>
            <a:off x="4693565" y="3906591"/>
            <a:ext cx="488950" cy="584775"/>
          </a:xfrm>
          <a:prstGeom prst="rect">
            <a:avLst/>
          </a:prstGeom>
          <a:noFill/>
        </p:spPr>
        <p:txBody>
          <a:bodyPr wrap="square" rtlCol="0">
            <a:spAutoFit/>
          </a:bodyPr>
          <a:lstStyle/>
          <a:p>
            <a:r>
              <a:rPr lang="en-US" altLang="zh-CN" sz="3200" b="1" dirty="0">
                <a:solidFill>
                  <a:srgbClr val="BFBFBF"/>
                </a:solidFill>
                <a:latin typeface="黑体" panose="02010609060101010101" pitchFamily="49" charset="-122"/>
                <a:ea typeface="黑体" panose="02010609060101010101" pitchFamily="49" charset="-122"/>
              </a:rPr>
              <a:t>3</a:t>
            </a:r>
            <a:endParaRPr lang="en-US" sz="3200" b="1" dirty="0">
              <a:solidFill>
                <a:srgbClr val="BFBFBF"/>
              </a:solidFill>
              <a:latin typeface="黑体" panose="02010609060101010101" pitchFamily="49" charset="-122"/>
              <a:ea typeface="黑体" panose="02010609060101010101" pitchFamily="49" charset="-122"/>
            </a:endParaRPr>
          </a:p>
        </p:txBody>
      </p:sp>
      <p:cxnSp>
        <p:nvCxnSpPr>
          <p:cNvPr id="8" name="直接连接符 7">
            <a:extLst>
              <a:ext uri="{FF2B5EF4-FFF2-40B4-BE49-F238E27FC236}">
                <a16:creationId xmlns:a16="http://schemas.microsoft.com/office/drawing/2014/main" id="{AF99E5BE-C6AC-E80C-51A7-5429040CCC73}"/>
              </a:ext>
            </a:extLst>
          </p:cNvPr>
          <p:cNvCxnSpPr>
            <a:cxnSpLocks/>
          </p:cNvCxnSpPr>
          <p:nvPr/>
        </p:nvCxnSpPr>
        <p:spPr>
          <a:xfrm flipV="1">
            <a:off x="5465090" y="1829065"/>
            <a:ext cx="0" cy="513319"/>
          </a:xfrm>
          <a:prstGeom prst="line">
            <a:avLst/>
          </a:prstGeom>
          <a:ln w="381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 name="文本框 8">
            <a:extLst>
              <a:ext uri="{FF2B5EF4-FFF2-40B4-BE49-F238E27FC236}">
                <a16:creationId xmlns:a16="http://schemas.microsoft.com/office/drawing/2014/main" id="{480D56DB-4003-599F-EB85-294801B0B71E}"/>
              </a:ext>
            </a:extLst>
          </p:cNvPr>
          <p:cNvSpPr txBox="1"/>
          <p:nvPr/>
        </p:nvSpPr>
        <p:spPr>
          <a:xfrm>
            <a:off x="4693565" y="4968957"/>
            <a:ext cx="488950" cy="584775"/>
          </a:xfrm>
          <a:prstGeom prst="rect">
            <a:avLst/>
          </a:prstGeom>
          <a:noFill/>
        </p:spPr>
        <p:txBody>
          <a:bodyPr wrap="square" rtlCol="0">
            <a:spAutoFit/>
          </a:bodyPr>
          <a:lstStyle/>
          <a:p>
            <a:r>
              <a:rPr lang="en-US" altLang="zh-CN" sz="3200" b="1"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rPr>
              <a:t>4</a:t>
            </a:r>
            <a:endParaRPr lang="en-US" sz="3200" b="1"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endParaRPr>
          </a:p>
        </p:txBody>
      </p:sp>
      <p:sp>
        <p:nvSpPr>
          <p:cNvPr id="10" name="文本框 9">
            <a:extLst>
              <a:ext uri="{FF2B5EF4-FFF2-40B4-BE49-F238E27FC236}">
                <a16:creationId xmlns:a16="http://schemas.microsoft.com/office/drawing/2014/main" id="{76569338-8441-7BE6-C27D-54BBE45D2167}"/>
              </a:ext>
            </a:extLst>
          </p:cNvPr>
          <p:cNvSpPr txBox="1"/>
          <p:nvPr/>
        </p:nvSpPr>
        <p:spPr>
          <a:xfrm>
            <a:off x="5887364" y="2844225"/>
            <a:ext cx="5004155" cy="584775"/>
          </a:xfrm>
          <a:prstGeom prst="rect">
            <a:avLst/>
          </a:prstGeom>
          <a:noFill/>
        </p:spPr>
        <p:txBody>
          <a:bodyPr wrap="square" rtlCol="0">
            <a:spAutoFit/>
          </a:bodyPr>
          <a:lstStyle/>
          <a:p>
            <a:pPr marL="0" algn="l" defTabSz="914400" rtl="0" eaLnBrk="1" latinLnBrk="0" hangingPunct="1"/>
            <a:r>
              <a:rPr lang="zh-CN" altLang="en-US" sz="3200" b="1" dirty="0">
                <a:solidFill>
                  <a:srgbClr val="BFBFBF"/>
                </a:solidFill>
                <a:latin typeface="黑体" panose="02010609060101010101" pitchFamily="49" charset="-122"/>
                <a:ea typeface="黑体" panose="02010609060101010101" pitchFamily="49" charset="-122"/>
              </a:rPr>
              <a:t>各模块具体内容</a:t>
            </a:r>
          </a:p>
        </p:txBody>
      </p:sp>
      <p:cxnSp>
        <p:nvCxnSpPr>
          <p:cNvPr id="11" name="直接连接符 10">
            <a:extLst>
              <a:ext uri="{FF2B5EF4-FFF2-40B4-BE49-F238E27FC236}">
                <a16:creationId xmlns:a16="http://schemas.microsoft.com/office/drawing/2014/main" id="{2888C3B8-C00A-E428-0DE8-AEAC1B5772CD}"/>
              </a:ext>
            </a:extLst>
          </p:cNvPr>
          <p:cNvCxnSpPr>
            <a:cxnSpLocks/>
          </p:cNvCxnSpPr>
          <p:nvPr/>
        </p:nvCxnSpPr>
        <p:spPr>
          <a:xfrm flipV="1">
            <a:off x="5465090" y="2879953"/>
            <a:ext cx="0" cy="513319"/>
          </a:xfrm>
          <a:prstGeom prst="line">
            <a:avLst/>
          </a:prstGeom>
          <a:ln w="381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DCEA6D63-8E16-718E-7F55-59A8EEEF7219}"/>
              </a:ext>
            </a:extLst>
          </p:cNvPr>
          <p:cNvSpPr txBox="1"/>
          <p:nvPr/>
        </p:nvSpPr>
        <p:spPr>
          <a:xfrm>
            <a:off x="5887364" y="3906591"/>
            <a:ext cx="3256635" cy="584775"/>
          </a:xfrm>
          <a:prstGeom prst="rect">
            <a:avLst/>
          </a:prstGeom>
          <a:noFill/>
        </p:spPr>
        <p:txBody>
          <a:bodyPr wrap="square" rtlCol="0">
            <a:spAutoFit/>
          </a:bodyPr>
          <a:lstStyle/>
          <a:p>
            <a:pPr marL="0" algn="l" defTabSz="914400" rtl="0" eaLnBrk="1" latinLnBrk="0" hangingPunct="1"/>
            <a:r>
              <a:rPr lang="zh-CN" altLang="en-US" sz="3200" b="1">
                <a:solidFill>
                  <a:srgbClr val="BFBFBF"/>
                </a:solidFill>
                <a:latin typeface="黑体" panose="02010609060101010101" pitchFamily="49" charset="-122"/>
                <a:ea typeface="黑体" panose="02010609060101010101" pitchFamily="49" charset="-122"/>
              </a:rPr>
              <a:t>创新点</a:t>
            </a:r>
            <a:endParaRPr lang="zh-CN" altLang="en-US" sz="3200" b="1" dirty="0">
              <a:solidFill>
                <a:srgbClr val="BFBFBF"/>
              </a:solidFill>
              <a:latin typeface="黑体" panose="02010609060101010101" pitchFamily="49" charset="-122"/>
              <a:ea typeface="黑体" panose="02010609060101010101" pitchFamily="49" charset="-122"/>
            </a:endParaRPr>
          </a:p>
        </p:txBody>
      </p:sp>
      <p:cxnSp>
        <p:nvCxnSpPr>
          <p:cNvPr id="13" name="直接连接符 12">
            <a:extLst>
              <a:ext uri="{FF2B5EF4-FFF2-40B4-BE49-F238E27FC236}">
                <a16:creationId xmlns:a16="http://schemas.microsoft.com/office/drawing/2014/main" id="{0E744874-4FA5-24E6-1734-6579FD1C5BD8}"/>
              </a:ext>
            </a:extLst>
          </p:cNvPr>
          <p:cNvCxnSpPr>
            <a:cxnSpLocks/>
          </p:cNvCxnSpPr>
          <p:nvPr/>
        </p:nvCxnSpPr>
        <p:spPr>
          <a:xfrm flipV="1">
            <a:off x="5465090" y="3942319"/>
            <a:ext cx="0" cy="513319"/>
          </a:xfrm>
          <a:prstGeom prst="line">
            <a:avLst/>
          </a:prstGeom>
          <a:ln w="381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7272FC24-8F58-ECB0-758A-C36C2068454D}"/>
              </a:ext>
            </a:extLst>
          </p:cNvPr>
          <p:cNvSpPr txBox="1"/>
          <p:nvPr/>
        </p:nvSpPr>
        <p:spPr>
          <a:xfrm>
            <a:off x="5887364" y="4968957"/>
            <a:ext cx="2474379" cy="584775"/>
          </a:xfrm>
          <a:prstGeom prst="rect">
            <a:avLst/>
          </a:prstGeom>
          <a:noFill/>
        </p:spPr>
        <p:txBody>
          <a:bodyPr wrap="square" rtlCol="0">
            <a:spAutoFit/>
          </a:bodyPr>
          <a:lstStyle/>
          <a:p>
            <a:pPr marL="0" algn="l" defTabSz="914400" rtl="0" eaLnBrk="1" latinLnBrk="0" hangingPunct="1"/>
            <a:r>
              <a:rPr lang="zh-CN" altLang="en-US" sz="3200" b="1"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rPr>
              <a:t>总结视频</a:t>
            </a:r>
            <a:endParaRPr lang="en-US" sz="3200" b="1" dirty="0">
              <a:gradFill>
                <a:gsLst>
                  <a:gs pos="100000">
                    <a:srgbClr val="0D4F9D"/>
                  </a:gs>
                  <a:gs pos="2000">
                    <a:srgbClr val="0D5DBD"/>
                  </a:gs>
                </a:gsLst>
                <a:path path="circle">
                  <a:fillToRect r="100000" b="100000"/>
                </a:path>
              </a:gradFill>
              <a:latin typeface="黑体" panose="02010609060101010101" pitchFamily="49" charset="-122"/>
              <a:ea typeface="黑体" panose="02010609060101010101" pitchFamily="49" charset="-122"/>
            </a:endParaRPr>
          </a:p>
        </p:txBody>
      </p:sp>
      <p:cxnSp>
        <p:nvCxnSpPr>
          <p:cNvPr id="15" name="直接连接符 14">
            <a:extLst>
              <a:ext uri="{FF2B5EF4-FFF2-40B4-BE49-F238E27FC236}">
                <a16:creationId xmlns:a16="http://schemas.microsoft.com/office/drawing/2014/main" id="{B0717A85-FC64-9D6E-92B4-9EC0B17A57BD}"/>
              </a:ext>
            </a:extLst>
          </p:cNvPr>
          <p:cNvCxnSpPr>
            <a:cxnSpLocks/>
          </p:cNvCxnSpPr>
          <p:nvPr/>
        </p:nvCxnSpPr>
        <p:spPr>
          <a:xfrm flipV="1">
            <a:off x="5465090" y="5004685"/>
            <a:ext cx="0" cy="513319"/>
          </a:xfrm>
          <a:prstGeom prst="line">
            <a:avLst/>
          </a:prstGeom>
          <a:ln w="381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592796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117A1A-0B88-EF35-F5CA-91BC876DE523}"/>
            </a:ext>
          </a:extLst>
        </p:cNvPr>
        <p:cNvGrpSpPr/>
        <p:nvPr/>
      </p:nvGrpSpPr>
      <p:grpSpPr>
        <a:xfrm>
          <a:off x="0" y="0"/>
          <a:ext cx="0" cy="0"/>
          <a:chOff x="0" y="0"/>
          <a:chExt cx="0" cy="0"/>
        </a:xfrm>
      </p:grpSpPr>
      <p:sp>
        <p:nvSpPr>
          <p:cNvPr id="3" name="公众号：康帅PPT5-2">
            <a:extLst>
              <a:ext uri="{FF2B5EF4-FFF2-40B4-BE49-F238E27FC236}">
                <a16:creationId xmlns:a16="http://schemas.microsoft.com/office/drawing/2014/main" id="{EDD9B7A2-A4D8-1597-D21E-C72A33B3FC12}"/>
              </a:ext>
            </a:extLst>
          </p:cNvPr>
          <p:cNvSpPr/>
          <p:nvPr/>
        </p:nvSpPr>
        <p:spPr>
          <a:xfrm>
            <a:off x="0" y="609930"/>
            <a:ext cx="12276000" cy="36000"/>
          </a:xfrm>
          <a:prstGeom prst="rect">
            <a:avLst/>
          </a:prstGeom>
          <a:gradFill flip="none" rotWithShape="1">
            <a:gsLst>
              <a:gs pos="100000">
                <a:srgbClr val="0D4F9D"/>
              </a:gs>
              <a:gs pos="2000">
                <a:srgbClr val="0D5DBD"/>
              </a:gs>
            </a:gsLst>
            <a:path path="circle">
              <a:fillToRect r="100000" b="100000"/>
            </a:path>
            <a:tileRect l="-100000" t="-100000"/>
          </a:gradFill>
          <a:ln w="12700" cap="flat" cmpd="sng" algn="ctr">
            <a:noFill/>
            <a:prstDash val="solid"/>
            <a:miter lim="800000"/>
          </a:ln>
          <a:effectLst>
            <a:outerShdw blurRad="50800" dist="38100" dir="2700000" algn="tl" rotWithShape="0">
              <a:schemeClr val="accent5">
                <a:lumMod val="20000"/>
                <a:lumOff val="80000"/>
                <a:alpha val="40000"/>
              </a:schemeClr>
            </a:outerShdw>
          </a:effectLst>
          <a:scene3d>
            <a:camera prst="orthographicFront"/>
            <a:lightRig rig="contrasting" dir="t"/>
          </a:scene3d>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sz="2000" kern="0">
              <a:solidFill>
                <a:prstClr val="white"/>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4" name="矩形 3">
            <a:extLst>
              <a:ext uri="{FF2B5EF4-FFF2-40B4-BE49-F238E27FC236}">
                <a16:creationId xmlns:a16="http://schemas.microsoft.com/office/drawing/2014/main" id="{A1458D29-6AB8-7E5D-DD49-67271737A4A5}"/>
              </a:ext>
            </a:extLst>
          </p:cNvPr>
          <p:cNvSpPr/>
          <p:nvPr/>
        </p:nvSpPr>
        <p:spPr>
          <a:xfrm>
            <a:off x="1340952" y="108508"/>
            <a:ext cx="9501505" cy="521970"/>
          </a:xfrm>
          <a:prstGeom prst="rect">
            <a:avLst/>
          </a:prstGeom>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800" b="1" dirty="0">
                <a:gradFill>
                  <a:gsLst>
                    <a:gs pos="100000">
                      <a:srgbClr val="0D4F9D"/>
                    </a:gs>
                    <a:gs pos="2000">
                      <a:srgbClr val="0D5DBD"/>
                    </a:gs>
                  </a:gsLst>
                  <a:path path="circle">
                    <a:fillToRect r="100000" b="100000"/>
                  </a:path>
                </a:gradFill>
                <a:latin typeface="思源黑体 CN Bold" panose="020B0800000000000000" pitchFamily="34" charset="-122"/>
                <a:ea typeface="思源黑体 CN Bold" panose="020B0800000000000000" pitchFamily="34" charset="-122"/>
              </a:rPr>
              <a:t>总结视频</a:t>
            </a:r>
          </a:p>
        </p:txBody>
      </p:sp>
      <p:grpSp>
        <p:nvGrpSpPr>
          <p:cNvPr id="10" name="组合 9">
            <a:extLst>
              <a:ext uri="{FF2B5EF4-FFF2-40B4-BE49-F238E27FC236}">
                <a16:creationId xmlns:a16="http://schemas.microsoft.com/office/drawing/2014/main" id="{F56478FD-782F-09A1-E269-E62AF54CAEBB}"/>
              </a:ext>
            </a:extLst>
          </p:cNvPr>
          <p:cNvGrpSpPr/>
          <p:nvPr/>
        </p:nvGrpSpPr>
        <p:grpSpPr>
          <a:xfrm>
            <a:off x="0" y="69215"/>
            <a:ext cx="995681" cy="611505"/>
            <a:chOff x="-124969" y="77016"/>
            <a:chExt cx="1333093" cy="818840"/>
          </a:xfrm>
        </p:grpSpPr>
        <p:sp>
          <p:nvSpPr>
            <p:cNvPr id="12" name="矩形 11">
              <a:extLst>
                <a:ext uri="{FF2B5EF4-FFF2-40B4-BE49-F238E27FC236}">
                  <a16:creationId xmlns:a16="http://schemas.microsoft.com/office/drawing/2014/main" id="{FF6A6379-2145-7AC5-B83A-DD1CD2E905BE}"/>
                </a:ext>
              </a:extLst>
            </p:cNvPr>
            <p:cNvSpPr/>
            <p:nvPr/>
          </p:nvSpPr>
          <p:spPr>
            <a:xfrm>
              <a:off x="-124969" y="175286"/>
              <a:ext cx="952293" cy="675088"/>
            </a:xfrm>
            <a:prstGeom prst="rect">
              <a:avLst/>
            </a:prstGeom>
            <a:gradFill flip="none" rotWithShape="1">
              <a:gsLst>
                <a:gs pos="0">
                  <a:srgbClr val="0D5DBD"/>
                </a:gs>
                <a:gs pos="100000">
                  <a:srgbClr val="0D4F9D"/>
                </a:gs>
              </a:gsLst>
              <a:lin ang="5400000" scaled="1"/>
              <a:tileRect/>
            </a:gra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srgbClr val="FFFFFF"/>
                </a:solidFill>
                <a:effectLst/>
                <a:uLnTx/>
                <a:uFillTx/>
                <a:latin typeface="Arial" panose="020B0604020202020204"/>
                <a:ea typeface="宋体" panose="02010600030101010101" pitchFamily="2" charset="-122"/>
                <a:cs typeface="+mn-cs"/>
              </a:endParaRPr>
            </a:p>
          </p:txBody>
        </p:sp>
        <p:sp>
          <p:nvSpPr>
            <p:cNvPr id="25" name="椭圆 24">
              <a:extLst>
                <a:ext uri="{FF2B5EF4-FFF2-40B4-BE49-F238E27FC236}">
                  <a16:creationId xmlns:a16="http://schemas.microsoft.com/office/drawing/2014/main" id="{EC7DFDF4-6AA8-BE88-AD5D-FC921D3E9D8B}"/>
                </a:ext>
              </a:extLst>
            </p:cNvPr>
            <p:cNvSpPr/>
            <p:nvPr/>
          </p:nvSpPr>
          <p:spPr>
            <a:xfrm>
              <a:off x="389284" y="77016"/>
              <a:ext cx="818840" cy="818840"/>
            </a:xfrm>
            <a:prstGeom prst="ellipse">
              <a:avLst/>
            </a:prstGeom>
            <a:solidFill>
              <a:srgbClr val="FFFFFF"/>
            </a:solidFill>
            <a:ln w="12700" cap="flat" cmpd="sng" algn="ctr">
              <a:solidFill>
                <a:srgbClr val="FFFFFF"/>
              </a:solid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solidFill>
                    <a:srgbClr val="FFFFFF"/>
                  </a:solidFill>
                </a:ln>
                <a:solidFill>
                  <a:srgbClr val="FFFFFF"/>
                </a:solidFill>
                <a:effectLst/>
                <a:uLnTx/>
                <a:uFillTx/>
                <a:latin typeface="Arial" panose="020B0604020202020204"/>
                <a:ea typeface="宋体" panose="02010600030101010101" pitchFamily="2" charset="-122"/>
                <a:cs typeface="+mn-cs"/>
              </a:endParaRPr>
            </a:p>
          </p:txBody>
        </p:sp>
      </p:grpSp>
      <p:pic>
        <p:nvPicPr>
          <p:cNvPr id="26" name="Picture 2" descr="浙江大学-四川久光科技有限公司">
            <a:extLst>
              <a:ext uri="{FF2B5EF4-FFF2-40B4-BE49-F238E27FC236}">
                <a16:creationId xmlns:a16="http://schemas.microsoft.com/office/drawing/2014/main" id="{E415CE53-DB1E-5278-03D0-460BDA3476CE}"/>
              </a:ext>
            </a:extLst>
          </p:cNvPr>
          <p:cNvPicPr>
            <a:picLocks noChangeAspect="1" noChangeArrowheads="1"/>
          </p:cNvPicPr>
          <p:nvPr/>
        </p:nvPicPr>
        <p:blipFill rotWithShape="1">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t="29557" r="68065" b="28547"/>
          <a:stretch/>
        </p:blipFill>
        <p:spPr bwMode="auto">
          <a:xfrm>
            <a:off x="348256" y="24795"/>
            <a:ext cx="647425" cy="679492"/>
          </a:xfrm>
          <a:prstGeom prst="rect">
            <a:avLst/>
          </a:prstGeom>
          <a:noFill/>
          <a:extLst>
            <a:ext uri="{909E8E84-426E-40DD-AFC4-6F175D3DCCD1}">
              <a14:hiddenFill xmlns:a14="http://schemas.microsoft.com/office/drawing/2010/main">
                <a:solidFill>
                  <a:srgbClr val="FFFFFF"/>
                </a:solidFill>
              </a14:hiddenFill>
            </a:ext>
          </a:extLst>
        </p:spPr>
      </p:pic>
      <p:sp>
        <p:nvSpPr>
          <p:cNvPr id="51" name="公众号：康帅PPT3">
            <a:extLst>
              <a:ext uri="{FF2B5EF4-FFF2-40B4-BE49-F238E27FC236}">
                <a16:creationId xmlns:a16="http://schemas.microsoft.com/office/drawing/2014/main" id="{C97F8B76-2149-04F6-F945-0726C9F4C267}"/>
              </a:ext>
            </a:extLst>
          </p:cNvPr>
          <p:cNvSpPr/>
          <p:nvPr/>
        </p:nvSpPr>
        <p:spPr>
          <a:xfrm>
            <a:off x="4403763" y="733497"/>
            <a:ext cx="3450524" cy="5861434"/>
          </a:xfrm>
          <a:prstGeom prst="roundRect">
            <a:avLst>
              <a:gd name="adj" fmla="val 4313"/>
            </a:avLst>
          </a:prstGeom>
          <a:pattFill prst="ltUpDiag">
            <a:fgClr>
              <a:schemeClr val="bg1">
                <a:lumMod val="95000"/>
              </a:schemeClr>
            </a:fgClr>
            <a:bgClr>
              <a:schemeClr val="bg1"/>
            </a:bgClr>
          </a:pattFill>
          <a:ln w="15875">
            <a:gradFill flip="none" rotWithShape="1">
              <a:gsLst>
                <a:gs pos="8000">
                  <a:srgbClr val="0D4F9D">
                    <a:alpha val="50000"/>
                  </a:srgbClr>
                </a:gs>
                <a:gs pos="27000">
                  <a:srgbClr val="0D4F9D">
                    <a:alpha val="0"/>
                  </a:srgbClr>
                </a:gs>
                <a:gs pos="80000">
                  <a:srgbClr val="0D4F9D">
                    <a:alpha val="20000"/>
                  </a:srgbClr>
                </a:gs>
              </a:gsLst>
              <a:lin ang="2700000" scaled="1"/>
              <a:tileRect/>
            </a:gradFill>
          </a:ln>
          <a:effectLst>
            <a:outerShdw blurRad="190500" dist="127000" dir="5400000" algn="t"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4400"/>
            <a:endParaRPr lang="zh-TW" altLang="en-US" dirty="0">
              <a:solidFill>
                <a:srgbClr val="FFFFFF"/>
              </a:solidFill>
              <a:latin typeface="等线" panose="02010600030101010101" charset="-122"/>
              <a:ea typeface="等线" panose="02010600030101010101" charset="-122"/>
            </a:endParaRPr>
          </a:p>
        </p:txBody>
      </p:sp>
    </p:spTree>
    <p:extLst>
      <p:ext uri="{BB962C8B-B14F-4D97-AF65-F5344CB8AC3E}">
        <p14:creationId xmlns:p14="http://schemas.microsoft.com/office/powerpoint/2010/main" val="22172264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12C3-7CC3-D9C4-5EED-396816C83766}"/>
            </a:ext>
          </a:extLst>
        </p:cNvPr>
        <p:cNvGrpSpPr/>
        <p:nvPr/>
      </p:nvGrpSpPr>
      <p:grpSpPr>
        <a:xfrm>
          <a:off x="0" y="0"/>
          <a:ext cx="0" cy="0"/>
          <a:chOff x="0" y="0"/>
          <a:chExt cx="0" cy="0"/>
        </a:xfrm>
      </p:grpSpPr>
      <p:pic>
        <p:nvPicPr>
          <p:cNvPr id="7" name="图片 6">
            <a:extLst>
              <a:ext uri="{FF2B5EF4-FFF2-40B4-BE49-F238E27FC236}">
                <a16:creationId xmlns:a16="http://schemas.microsoft.com/office/drawing/2014/main" id="{4E1A6C7C-D55A-02C1-09FC-6CA9FD9D2290}"/>
              </a:ext>
            </a:extLst>
          </p:cNvPr>
          <p:cNvPicPr>
            <a:picLocks noChangeAspect="1"/>
          </p:cNvPicPr>
          <p:nvPr/>
        </p:nvPicPr>
        <p:blipFill>
          <a:blip r:embed="rId2">
            <a:alphaModFix amt="24000"/>
            <a:duotone>
              <a:schemeClr val="bg2">
                <a:shade val="45000"/>
                <a:satMod val="135000"/>
              </a:schemeClr>
              <a:prstClr val="white"/>
            </a:duotone>
          </a:blip>
          <a:srcRect b="3792"/>
          <a:stretch>
            <a:fillRect/>
          </a:stretch>
        </p:blipFill>
        <p:spPr>
          <a:xfrm>
            <a:off x="0" y="-12245"/>
            <a:ext cx="12192000" cy="6870246"/>
          </a:xfrm>
          <a:prstGeom prst="rect">
            <a:avLst/>
          </a:prstGeom>
        </p:spPr>
      </p:pic>
      <p:sp>
        <p:nvSpPr>
          <p:cNvPr id="9" name="文本框 8">
            <a:extLst>
              <a:ext uri="{FF2B5EF4-FFF2-40B4-BE49-F238E27FC236}">
                <a16:creationId xmlns:a16="http://schemas.microsoft.com/office/drawing/2014/main" id="{E76585DB-1D88-BF62-D124-B1C13B90B4B8}"/>
              </a:ext>
            </a:extLst>
          </p:cNvPr>
          <p:cNvSpPr txBox="1"/>
          <p:nvPr/>
        </p:nvSpPr>
        <p:spPr>
          <a:xfrm>
            <a:off x="0" y="2078576"/>
            <a:ext cx="12192000" cy="1446550"/>
          </a:xfrm>
          <a:prstGeom prst="rect">
            <a:avLst/>
          </a:prstGeom>
          <a:noFill/>
        </p:spPr>
        <p:txBody>
          <a:bodyPr wrap="square" rtlCol="0">
            <a:spAutoFit/>
          </a:bodyPr>
          <a:lstStyle/>
          <a:p>
            <a:pPr algn="ctr"/>
            <a:r>
              <a:rPr lang="zh-CN" altLang="en-US" sz="8800" dirty="0">
                <a:gradFill flip="none" rotWithShape="1">
                  <a:gsLst>
                    <a:gs pos="0">
                      <a:srgbClr val="0D5DBD"/>
                    </a:gs>
                    <a:gs pos="100000">
                      <a:srgbClr val="0D4F9D"/>
                    </a:gs>
                  </a:gsLst>
                  <a:lin ang="5400000" scaled="1"/>
                  <a:tileRect/>
                </a:gradFill>
                <a:latin typeface="思源宋体 CN Heavy" panose="02020900000000000000" pitchFamily="18" charset="-122"/>
                <a:ea typeface="思源宋体 CN Heavy" panose="02020900000000000000" pitchFamily="18" charset="-122"/>
              </a:rPr>
              <a:t>感谢各位观看</a:t>
            </a:r>
            <a:endParaRPr lang="en-US" altLang="zh-CN" sz="8800" dirty="0">
              <a:gradFill flip="none" rotWithShape="1">
                <a:gsLst>
                  <a:gs pos="0">
                    <a:srgbClr val="0D5DBD"/>
                  </a:gs>
                  <a:gs pos="100000">
                    <a:srgbClr val="0D4F9D"/>
                  </a:gs>
                </a:gsLst>
                <a:lin ang="5400000" scaled="1"/>
                <a:tileRect/>
              </a:gradFill>
              <a:latin typeface="思源宋体 CN Heavy" panose="02020900000000000000" pitchFamily="18" charset="-122"/>
              <a:ea typeface="思源宋体 CN Heavy" panose="02020900000000000000" pitchFamily="18" charset="-122"/>
            </a:endParaRPr>
          </a:p>
        </p:txBody>
      </p:sp>
      <p:sp>
        <p:nvSpPr>
          <p:cNvPr id="10" name="矩形 9">
            <a:extLst>
              <a:ext uri="{FF2B5EF4-FFF2-40B4-BE49-F238E27FC236}">
                <a16:creationId xmlns:a16="http://schemas.microsoft.com/office/drawing/2014/main" id="{3F8F8703-95D1-EFC3-3989-EB777A795987}"/>
              </a:ext>
            </a:extLst>
          </p:cNvPr>
          <p:cNvSpPr/>
          <p:nvPr/>
        </p:nvSpPr>
        <p:spPr>
          <a:xfrm>
            <a:off x="-185059" y="840475"/>
            <a:ext cx="12564000" cy="2904211"/>
          </a:xfrm>
          <a:prstGeom prst="rect">
            <a:avLst/>
          </a:prstGeom>
          <a:noFill/>
          <a:ln>
            <a:gradFill flip="none" rotWithShape="1">
              <a:gsLst>
                <a:gs pos="0">
                  <a:schemeClr val="accent1">
                    <a:lumMod val="5000"/>
                    <a:lumOff val="95000"/>
                    <a:alpha val="0"/>
                  </a:schemeClr>
                </a:gs>
                <a:gs pos="53000">
                  <a:schemeClr val="accent5">
                    <a:lumMod val="40000"/>
                    <a:lumOff val="60000"/>
                    <a:alpha val="75000"/>
                  </a:schemeClr>
                </a:gs>
                <a:gs pos="100000">
                  <a:schemeClr val="accent3">
                    <a:lumMod val="20000"/>
                    <a:lumOff val="80000"/>
                    <a:alpha val="0"/>
                  </a:schemeClr>
                </a:gs>
              </a:gsLst>
              <a:lin ang="0" scaled="1"/>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a:p>
        </p:txBody>
      </p:sp>
      <p:sp>
        <p:nvSpPr>
          <p:cNvPr id="43" name="文本框 39">
            <a:extLst>
              <a:ext uri="{FF2B5EF4-FFF2-40B4-BE49-F238E27FC236}">
                <a16:creationId xmlns:a16="http://schemas.microsoft.com/office/drawing/2014/main" id="{A77E96D9-97EC-7837-5AED-DC5B205403D5}"/>
              </a:ext>
            </a:extLst>
          </p:cNvPr>
          <p:cNvSpPr txBox="1"/>
          <p:nvPr/>
        </p:nvSpPr>
        <p:spPr>
          <a:xfrm>
            <a:off x="5000769" y="4234513"/>
            <a:ext cx="2474218" cy="461665"/>
          </a:xfrm>
          <a:prstGeom prst="rect">
            <a:avLst/>
          </a:prstGeom>
          <a:noFill/>
        </p:spPr>
        <p:txBody>
          <a:bodyPr wrap="square" rtlCol="0">
            <a:spAutoFit/>
          </a:bodyPr>
          <a:lstStyle>
            <a:defPPr>
              <a:defRPr lang="zh-CN"/>
            </a:defPPr>
            <a:lvl1pPr>
              <a:defRPr b="1">
                <a:gradFill>
                  <a:gsLst>
                    <a:gs pos="0">
                      <a:srgbClr val="0D5DBD"/>
                    </a:gs>
                    <a:gs pos="100000">
                      <a:srgbClr val="0D4F9D"/>
                    </a:gs>
                  </a:gsLst>
                  <a:lin ang="5400000" scaled="1"/>
                </a:gradFill>
                <a:latin typeface="+mn-ea"/>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400" b="0" dirty="0">
                <a:latin typeface="思源黑体 CN Bold" panose="020B0800000000000000" pitchFamily="34" charset="-122"/>
                <a:ea typeface="思源黑体 CN Bold" panose="020B0800000000000000" pitchFamily="34" charset="-122"/>
              </a:rPr>
              <a:t>汇报人：徐屹寒</a:t>
            </a:r>
            <a:endParaRPr lang="en-US" altLang="zh-CN" sz="2400" b="0" dirty="0">
              <a:latin typeface="思源黑体 CN Bold" panose="020B0800000000000000" pitchFamily="34" charset="-122"/>
              <a:ea typeface="思源黑体 CN Bold" panose="020B0800000000000000" pitchFamily="34" charset="-122"/>
            </a:endParaRPr>
          </a:p>
        </p:txBody>
      </p:sp>
      <p:grpSp>
        <p:nvGrpSpPr>
          <p:cNvPr id="44" name="组合 43">
            <a:extLst>
              <a:ext uri="{FF2B5EF4-FFF2-40B4-BE49-F238E27FC236}">
                <a16:creationId xmlns:a16="http://schemas.microsoft.com/office/drawing/2014/main" id="{1CCB4CF3-17AA-7608-8623-8F9E21285D34}"/>
              </a:ext>
            </a:extLst>
          </p:cNvPr>
          <p:cNvGrpSpPr/>
          <p:nvPr/>
        </p:nvGrpSpPr>
        <p:grpSpPr>
          <a:xfrm flipH="1">
            <a:off x="7312427" y="4241824"/>
            <a:ext cx="2193490" cy="335282"/>
            <a:chOff x="-162560" y="1991359"/>
            <a:chExt cx="2193490" cy="335282"/>
          </a:xfrm>
        </p:grpSpPr>
        <p:sp>
          <p:nvSpPr>
            <p:cNvPr id="45" name="平行四边形 44">
              <a:extLst>
                <a:ext uri="{FF2B5EF4-FFF2-40B4-BE49-F238E27FC236}">
                  <a16:creationId xmlns:a16="http://schemas.microsoft.com/office/drawing/2014/main" id="{92070459-3E5C-E4DB-F8B1-D1E75A1386CF}"/>
                </a:ext>
              </a:extLst>
            </p:cNvPr>
            <p:cNvSpPr/>
            <p:nvPr/>
          </p:nvSpPr>
          <p:spPr>
            <a:xfrm>
              <a:off x="0" y="2103121"/>
              <a:ext cx="2030930" cy="223520"/>
            </a:xfrm>
            <a:prstGeom prst="parallelogram">
              <a:avLst/>
            </a:prstGeom>
            <a:gradFill flip="none" rotWithShape="1">
              <a:gsLst>
                <a:gs pos="0">
                  <a:schemeClr val="bg1">
                    <a:alpha val="0"/>
                  </a:schemeClr>
                </a:gs>
                <a:gs pos="100000">
                  <a:srgbClr val="0D5DBD"/>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gradFill>
                  <a:gsLst>
                    <a:gs pos="0">
                      <a:srgbClr val="0D5EFF"/>
                    </a:gs>
                    <a:gs pos="61000">
                      <a:srgbClr val="003AB4"/>
                    </a:gs>
                  </a:gsLst>
                  <a:lin ang="5400000" scaled="1"/>
                </a:gradFill>
                <a:effectLst/>
                <a:uLnTx/>
                <a:uFillTx/>
                <a:latin typeface="等线" panose="02010600030101010101" charset="-122"/>
                <a:ea typeface="等线" panose="02010600030101010101" charset="-122"/>
                <a:cs typeface="+mn-cs"/>
              </a:endParaRPr>
            </a:p>
          </p:txBody>
        </p:sp>
        <p:sp>
          <p:nvSpPr>
            <p:cNvPr id="46" name="平行四边形 45">
              <a:extLst>
                <a:ext uri="{FF2B5EF4-FFF2-40B4-BE49-F238E27FC236}">
                  <a16:creationId xmlns:a16="http://schemas.microsoft.com/office/drawing/2014/main" id="{F52F3417-00EA-6DEA-67B5-A48006FA2E7F}"/>
                </a:ext>
              </a:extLst>
            </p:cNvPr>
            <p:cNvSpPr/>
            <p:nvPr/>
          </p:nvSpPr>
          <p:spPr>
            <a:xfrm>
              <a:off x="-162560" y="1991359"/>
              <a:ext cx="2030930" cy="203201"/>
            </a:xfrm>
            <a:prstGeom prst="parallelogram">
              <a:avLst/>
            </a:prstGeom>
            <a:gradFill flip="none" rotWithShape="1">
              <a:gsLst>
                <a:gs pos="0">
                  <a:schemeClr val="bg1">
                    <a:alpha val="0"/>
                  </a:schemeClr>
                </a:gs>
                <a:gs pos="100000">
                  <a:schemeClr val="accent5">
                    <a:lumMod val="20000"/>
                    <a:lumOff val="8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等线" panose="02010600030101010101" charset="-122"/>
                <a:cs typeface="+mn-cs"/>
              </a:endParaRPr>
            </a:p>
          </p:txBody>
        </p:sp>
      </p:grpSp>
      <p:grpSp>
        <p:nvGrpSpPr>
          <p:cNvPr id="47" name="组合 46">
            <a:extLst>
              <a:ext uri="{FF2B5EF4-FFF2-40B4-BE49-F238E27FC236}">
                <a16:creationId xmlns:a16="http://schemas.microsoft.com/office/drawing/2014/main" id="{0F790C78-83CE-F089-9D6C-6CBB5C394804}"/>
              </a:ext>
            </a:extLst>
          </p:cNvPr>
          <p:cNvGrpSpPr/>
          <p:nvPr/>
        </p:nvGrpSpPr>
        <p:grpSpPr>
          <a:xfrm>
            <a:off x="2696243" y="4241824"/>
            <a:ext cx="2193490" cy="335282"/>
            <a:chOff x="-162560" y="1991359"/>
            <a:chExt cx="2193490" cy="335282"/>
          </a:xfrm>
        </p:grpSpPr>
        <p:sp>
          <p:nvSpPr>
            <p:cNvPr id="48" name="平行四边形 47">
              <a:extLst>
                <a:ext uri="{FF2B5EF4-FFF2-40B4-BE49-F238E27FC236}">
                  <a16:creationId xmlns:a16="http://schemas.microsoft.com/office/drawing/2014/main" id="{79642E66-3360-9FB9-C958-117A725AC1EC}"/>
                </a:ext>
              </a:extLst>
            </p:cNvPr>
            <p:cNvSpPr/>
            <p:nvPr/>
          </p:nvSpPr>
          <p:spPr>
            <a:xfrm>
              <a:off x="0" y="2103121"/>
              <a:ext cx="2030930" cy="223520"/>
            </a:xfrm>
            <a:prstGeom prst="parallelogram">
              <a:avLst/>
            </a:prstGeom>
            <a:gradFill flip="none" rotWithShape="1">
              <a:gsLst>
                <a:gs pos="0">
                  <a:schemeClr val="bg1">
                    <a:alpha val="0"/>
                  </a:schemeClr>
                </a:gs>
                <a:gs pos="100000">
                  <a:srgbClr val="0D5DBD"/>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gradFill>
                  <a:gsLst>
                    <a:gs pos="0">
                      <a:srgbClr val="0D5EFF"/>
                    </a:gs>
                    <a:gs pos="61000">
                      <a:srgbClr val="003AB4"/>
                    </a:gs>
                  </a:gsLst>
                  <a:lin ang="5400000" scaled="1"/>
                </a:gradFill>
                <a:effectLst/>
                <a:uLnTx/>
                <a:uFillTx/>
                <a:latin typeface="等线" panose="02010600030101010101" charset="-122"/>
                <a:ea typeface="等线" panose="02010600030101010101" charset="-122"/>
                <a:cs typeface="+mn-cs"/>
              </a:endParaRPr>
            </a:p>
          </p:txBody>
        </p:sp>
        <p:sp>
          <p:nvSpPr>
            <p:cNvPr id="49" name="平行四边形 48">
              <a:extLst>
                <a:ext uri="{FF2B5EF4-FFF2-40B4-BE49-F238E27FC236}">
                  <a16:creationId xmlns:a16="http://schemas.microsoft.com/office/drawing/2014/main" id="{D1C261C1-A8DA-8129-D39D-8FCA81CB8CAD}"/>
                </a:ext>
              </a:extLst>
            </p:cNvPr>
            <p:cNvSpPr/>
            <p:nvPr/>
          </p:nvSpPr>
          <p:spPr>
            <a:xfrm>
              <a:off x="-162560" y="1991359"/>
              <a:ext cx="2030930" cy="203201"/>
            </a:xfrm>
            <a:prstGeom prst="parallelogram">
              <a:avLst/>
            </a:prstGeom>
            <a:gradFill flip="none" rotWithShape="1">
              <a:gsLst>
                <a:gs pos="0">
                  <a:schemeClr val="bg1">
                    <a:alpha val="0"/>
                  </a:schemeClr>
                </a:gs>
                <a:gs pos="100000">
                  <a:schemeClr val="accent5">
                    <a:lumMod val="20000"/>
                    <a:lumOff val="8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等线" panose="02010600030101010101" charset="-122"/>
                <a:cs typeface="+mn-cs"/>
              </a:endParaRPr>
            </a:p>
          </p:txBody>
        </p:sp>
      </p:grpSp>
      <p:sp>
        <p:nvSpPr>
          <p:cNvPr id="65" name="矩形 64">
            <a:extLst>
              <a:ext uri="{FF2B5EF4-FFF2-40B4-BE49-F238E27FC236}">
                <a16:creationId xmlns:a16="http://schemas.microsoft.com/office/drawing/2014/main" id="{4D2FE910-A534-1B1F-F3AC-ABAD2B473455}"/>
              </a:ext>
            </a:extLst>
          </p:cNvPr>
          <p:cNvSpPr/>
          <p:nvPr/>
        </p:nvSpPr>
        <p:spPr>
          <a:xfrm>
            <a:off x="0" y="5508170"/>
            <a:ext cx="12192000" cy="1349831"/>
          </a:xfrm>
          <a:prstGeom prst="rect">
            <a:avLst/>
          </a:prstGeom>
          <a:gradFill>
            <a:gsLst>
              <a:gs pos="0">
                <a:srgbClr val="0D5DBD"/>
              </a:gs>
              <a:gs pos="100000">
                <a:srgbClr val="0D4F9D"/>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0" name="组合 69">
            <a:extLst>
              <a:ext uri="{FF2B5EF4-FFF2-40B4-BE49-F238E27FC236}">
                <a16:creationId xmlns:a16="http://schemas.microsoft.com/office/drawing/2014/main" id="{1C63993E-E877-A90D-E0B1-FD1F75CABB7B}"/>
              </a:ext>
            </a:extLst>
          </p:cNvPr>
          <p:cNvGrpSpPr/>
          <p:nvPr/>
        </p:nvGrpSpPr>
        <p:grpSpPr>
          <a:xfrm>
            <a:off x="44652" y="142065"/>
            <a:ext cx="537866" cy="381637"/>
            <a:chOff x="1066800" y="293392"/>
            <a:chExt cx="2872740" cy="2038328"/>
          </a:xfrm>
        </p:grpSpPr>
        <p:sp>
          <p:nvSpPr>
            <p:cNvPr id="72" name="椭圆 71">
              <a:extLst>
                <a:ext uri="{FF2B5EF4-FFF2-40B4-BE49-F238E27FC236}">
                  <a16:creationId xmlns:a16="http://schemas.microsoft.com/office/drawing/2014/main" id="{D03C140E-245A-B52D-C9A1-CBA935E4411C}"/>
                </a:ext>
              </a:extLst>
            </p:cNvPr>
            <p:cNvSpPr/>
            <p:nvPr/>
          </p:nvSpPr>
          <p:spPr>
            <a:xfrm>
              <a:off x="1066800" y="293392"/>
              <a:ext cx="129540" cy="129540"/>
            </a:xfrm>
            <a:prstGeom prst="ellipse">
              <a:avLst/>
            </a:prstGeom>
            <a:solidFill>
              <a:srgbClr val="3056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汉仪旗黑-55简" panose="00020600040101010101" pitchFamily="18" charset="-122"/>
                <a:ea typeface="汉仪旗黑-55简" panose="00020600040101010101" pitchFamily="18" charset="-122"/>
                <a:cs typeface="+mn-ea"/>
                <a:sym typeface="汉仪旗黑-55简" panose="00020600040101010101" pitchFamily="18" charset="-122"/>
              </a:endParaRPr>
            </a:p>
          </p:txBody>
        </p:sp>
        <p:sp>
          <p:nvSpPr>
            <p:cNvPr id="73" name="椭圆 72">
              <a:extLst>
                <a:ext uri="{FF2B5EF4-FFF2-40B4-BE49-F238E27FC236}">
                  <a16:creationId xmlns:a16="http://schemas.microsoft.com/office/drawing/2014/main" id="{0A3B5171-280A-A2AE-9FEA-95EE4128A843}"/>
                </a:ext>
              </a:extLst>
            </p:cNvPr>
            <p:cNvSpPr/>
            <p:nvPr/>
          </p:nvSpPr>
          <p:spPr>
            <a:xfrm>
              <a:off x="1615440" y="293392"/>
              <a:ext cx="129540" cy="129540"/>
            </a:xfrm>
            <a:prstGeom prst="ellipse">
              <a:avLst/>
            </a:prstGeom>
            <a:solidFill>
              <a:srgbClr val="3056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汉仪旗黑-55简" panose="00020600040101010101" pitchFamily="18" charset="-122"/>
                <a:ea typeface="汉仪旗黑-55简" panose="00020600040101010101" pitchFamily="18" charset="-122"/>
                <a:cs typeface="+mn-ea"/>
                <a:sym typeface="汉仪旗黑-55简" panose="00020600040101010101" pitchFamily="18" charset="-122"/>
              </a:endParaRPr>
            </a:p>
          </p:txBody>
        </p:sp>
        <p:sp>
          <p:nvSpPr>
            <p:cNvPr id="74" name="椭圆 73">
              <a:extLst>
                <a:ext uri="{FF2B5EF4-FFF2-40B4-BE49-F238E27FC236}">
                  <a16:creationId xmlns:a16="http://schemas.microsoft.com/office/drawing/2014/main" id="{AE15EDED-80EE-A556-A429-A64A934AED20}"/>
                </a:ext>
              </a:extLst>
            </p:cNvPr>
            <p:cNvSpPr/>
            <p:nvPr/>
          </p:nvSpPr>
          <p:spPr>
            <a:xfrm>
              <a:off x="2164080" y="293392"/>
              <a:ext cx="129540" cy="129540"/>
            </a:xfrm>
            <a:prstGeom prst="ellipse">
              <a:avLst/>
            </a:prstGeom>
            <a:solidFill>
              <a:srgbClr val="3056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汉仪旗黑-55简" panose="00020600040101010101" pitchFamily="18" charset="-122"/>
                <a:ea typeface="汉仪旗黑-55简" panose="00020600040101010101" pitchFamily="18" charset="-122"/>
                <a:cs typeface="+mn-ea"/>
                <a:sym typeface="汉仪旗黑-55简" panose="00020600040101010101" pitchFamily="18" charset="-122"/>
              </a:endParaRPr>
            </a:p>
          </p:txBody>
        </p:sp>
        <p:sp>
          <p:nvSpPr>
            <p:cNvPr id="75" name="椭圆 74">
              <a:extLst>
                <a:ext uri="{FF2B5EF4-FFF2-40B4-BE49-F238E27FC236}">
                  <a16:creationId xmlns:a16="http://schemas.microsoft.com/office/drawing/2014/main" id="{99124E0D-1D62-E39D-A76D-2A031B30F2D9}"/>
                </a:ext>
              </a:extLst>
            </p:cNvPr>
            <p:cNvSpPr/>
            <p:nvPr/>
          </p:nvSpPr>
          <p:spPr>
            <a:xfrm>
              <a:off x="2712720" y="293392"/>
              <a:ext cx="129540" cy="129540"/>
            </a:xfrm>
            <a:prstGeom prst="ellipse">
              <a:avLst/>
            </a:prstGeom>
            <a:solidFill>
              <a:srgbClr val="3056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汉仪旗黑-55简" panose="00020600040101010101" pitchFamily="18" charset="-122"/>
                <a:ea typeface="汉仪旗黑-55简" panose="00020600040101010101" pitchFamily="18" charset="-122"/>
                <a:cs typeface="+mn-ea"/>
                <a:sym typeface="汉仪旗黑-55简" panose="00020600040101010101" pitchFamily="18" charset="-122"/>
              </a:endParaRPr>
            </a:p>
          </p:txBody>
        </p:sp>
        <p:sp>
          <p:nvSpPr>
            <p:cNvPr id="76" name="椭圆 75">
              <a:extLst>
                <a:ext uri="{FF2B5EF4-FFF2-40B4-BE49-F238E27FC236}">
                  <a16:creationId xmlns:a16="http://schemas.microsoft.com/office/drawing/2014/main" id="{B00FF41C-773A-8A31-0E0A-E2C8AB111BB8}"/>
                </a:ext>
              </a:extLst>
            </p:cNvPr>
            <p:cNvSpPr/>
            <p:nvPr/>
          </p:nvSpPr>
          <p:spPr>
            <a:xfrm>
              <a:off x="3261360" y="293392"/>
              <a:ext cx="129540" cy="129540"/>
            </a:xfrm>
            <a:prstGeom prst="ellipse">
              <a:avLst/>
            </a:prstGeom>
            <a:solidFill>
              <a:srgbClr val="3056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汉仪旗黑-55简" panose="00020600040101010101" pitchFamily="18" charset="-122"/>
                <a:ea typeface="汉仪旗黑-55简" panose="00020600040101010101" pitchFamily="18" charset="-122"/>
                <a:cs typeface="+mn-ea"/>
                <a:sym typeface="汉仪旗黑-55简" panose="00020600040101010101" pitchFamily="18" charset="-122"/>
              </a:endParaRPr>
            </a:p>
          </p:txBody>
        </p:sp>
        <p:sp>
          <p:nvSpPr>
            <p:cNvPr id="77" name="椭圆 76">
              <a:extLst>
                <a:ext uri="{FF2B5EF4-FFF2-40B4-BE49-F238E27FC236}">
                  <a16:creationId xmlns:a16="http://schemas.microsoft.com/office/drawing/2014/main" id="{35C49ABC-A219-5BE8-38D0-3163B698FF8B}"/>
                </a:ext>
              </a:extLst>
            </p:cNvPr>
            <p:cNvSpPr/>
            <p:nvPr/>
          </p:nvSpPr>
          <p:spPr>
            <a:xfrm>
              <a:off x="3810000" y="293392"/>
              <a:ext cx="129540" cy="129540"/>
            </a:xfrm>
            <a:prstGeom prst="ellipse">
              <a:avLst/>
            </a:prstGeom>
            <a:solidFill>
              <a:srgbClr val="3056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汉仪旗黑-55简" panose="00020600040101010101" pitchFamily="18" charset="-122"/>
                <a:ea typeface="汉仪旗黑-55简" panose="00020600040101010101" pitchFamily="18" charset="-122"/>
                <a:cs typeface="+mn-ea"/>
                <a:sym typeface="汉仪旗黑-55简" panose="00020600040101010101" pitchFamily="18" charset="-122"/>
              </a:endParaRPr>
            </a:p>
          </p:txBody>
        </p:sp>
        <p:sp>
          <p:nvSpPr>
            <p:cNvPr id="78" name="椭圆 77">
              <a:extLst>
                <a:ext uri="{FF2B5EF4-FFF2-40B4-BE49-F238E27FC236}">
                  <a16:creationId xmlns:a16="http://schemas.microsoft.com/office/drawing/2014/main" id="{9ED63C86-3C7F-E0F4-7120-8434E186D7EB}"/>
                </a:ext>
              </a:extLst>
            </p:cNvPr>
            <p:cNvSpPr/>
            <p:nvPr/>
          </p:nvSpPr>
          <p:spPr>
            <a:xfrm>
              <a:off x="1066800" y="770589"/>
              <a:ext cx="129540" cy="129540"/>
            </a:xfrm>
            <a:prstGeom prst="ellipse">
              <a:avLst/>
            </a:prstGeom>
            <a:solidFill>
              <a:srgbClr val="3056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汉仪旗黑-55简" panose="00020600040101010101" pitchFamily="18" charset="-122"/>
                <a:ea typeface="汉仪旗黑-55简" panose="00020600040101010101" pitchFamily="18" charset="-122"/>
                <a:cs typeface="+mn-ea"/>
                <a:sym typeface="汉仪旗黑-55简" panose="00020600040101010101" pitchFamily="18" charset="-122"/>
              </a:endParaRPr>
            </a:p>
          </p:txBody>
        </p:sp>
        <p:sp>
          <p:nvSpPr>
            <p:cNvPr id="79" name="椭圆 78">
              <a:extLst>
                <a:ext uri="{FF2B5EF4-FFF2-40B4-BE49-F238E27FC236}">
                  <a16:creationId xmlns:a16="http://schemas.microsoft.com/office/drawing/2014/main" id="{4CFE88D2-6473-E57D-3EED-52FDDF0956E7}"/>
                </a:ext>
              </a:extLst>
            </p:cNvPr>
            <p:cNvSpPr/>
            <p:nvPr/>
          </p:nvSpPr>
          <p:spPr>
            <a:xfrm>
              <a:off x="1615440" y="770589"/>
              <a:ext cx="129540" cy="129540"/>
            </a:xfrm>
            <a:prstGeom prst="ellipse">
              <a:avLst/>
            </a:prstGeom>
            <a:solidFill>
              <a:srgbClr val="3056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汉仪旗黑-55简" panose="00020600040101010101" pitchFamily="18" charset="-122"/>
                <a:ea typeface="汉仪旗黑-55简" panose="00020600040101010101" pitchFamily="18" charset="-122"/>
                <a:cs typeface="+mn-ea"/>
                <a:sym typeface="汉仪旗黑-55简" panose="00020600040101010101" pitchFamily="18" charset="-122"/>
              </a:endParaRPr>
            </a:p>
          </p:txBody>
        </p:sp>
        <p:sp>
          <p:nvSpPr>
            <p:cNvPr id="80" name="椭圆 79">
              <a:extLst>
                <a:ext uri="{FF2B5EF4-FFF2-40B4-BE49-F238E27FC236}">
                  <a16:creationId xmlns:a16="http://schemas.microsoft.com/office/drawing/2014/main" id="{244295DF-3D2B-8C11-FC35-B2128F6D6061}"/>
                </a:ext>
              </a:extLst>
            </p:cNvPr>
            <p:cNvSpPr/>
            <p:nvPr/>
          </p:nvSpPr>
          <p:spPr>
            <a:xfrm>
              <a:off x="2164080" y="770589"/>
              <a:ext cx="129540" cy="129540"/>
            </a:xfrm>
            <a:prstGeom prst="ellipse">
              <a:avLst/>
            </a:prstGeom>
            <a:solidFill>
              <a:srgbClr val="3056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汉仪旗黑-55简" panose="00020600040101010101" pitchFamily="18" charset="-122"/>
                <a:ea typeface="汉仪旗黑-55简" panose="00020600040101010101" pitchFamily="18" charset="-122"/>
                <a:cs typeface="+mn-ea"/>
                <a:sym typeface="汉仪旗黑-55简" panose="00020600040101010101" pitchFamily="18" charset="-122"/>
              </a:endParaRPr>
            </a:p>
          </p:txBody>
        </p:sp>
        <p:sp>
          <p:nvSpPr>
            <p:cNvPr id="81" name="椭圆 80">
              <a:extLst>
                <a:ext uri="{FF2B5EF4-FFF2-40B4-BE49-F238E27FC236}">
                  <a16:creationId xmlns:a16="http://schemas.microsoft.com/office/drawing/2014/main" id="{0E061026-0891-F66E-7FE3-26128B7E6796}"/>
                </a:ext>
              </a:extLst>
            </p:cNvPr>
            <p:cNvSpPr/>
            <p:nvPr/>
          </p:nvSpPr>
          <p:spPr>
            <a:xfrm>
              <a:off x="2712720" y="770589"/>
              <a:ext cx="129540" cy="129540"/>
            </a:xfrm>
            <a:prstGeom prst="ellipse">
              <a:avLst/>
            </a:prstGeom>
            <a:solidFill>
              <a:srgbClr val="3056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汉仪旗黑-55简" panose="00020600040101010101" pitchFamily="18" charset="-122"/>
                <a:ea typeface="汉仪旗黑-55简" panose="00020600040101010101" pitchFamily="18" charset="-122"/>
                <a:cs typeface="+mn-ea"/>
                <a:sym typeface="汉仪旗黑-55简" panose="00020600040101010101" pitchFamily="18" charset="-122"/>
              </a:endParaRPr>
            </a:p>
          </p:txBody>
        </p:sp>
        <p:sp>
          <p:nvSpPr>
            <p:cNvPr id="82" name="椭圆 81">
              <a:extLst>
                <a:ext uri="{FF2B5EF4-FFF2-40B4-BE49-F238E27FC236}">
                  <a16:creationId xmlns:a16="http://schemas.microsoft.com/office/drawing/2014/main" id="{4A27D99A-6DB8-7C20-8305-90ED79295446}"/>
                </a:ext>
              </a:extLst>
            </p:cNvPr>
            <p:cNvSpPr/>
            <p:nvPr/>
          </p:nvSpPr>
          <p:spPr>
            <a:xfrm>
              <a:off x="3261360" y="770589"/>
              <a:ext cx="129540" cy="129540"/>
            </a:xfrm>
            <a:prstGeom prst="ellipse">
              <a:avLst/>
            </a:prstGeom>
            <a:solidFill>
              <a:srgbClr val="3056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汉仪旗黑-55简" panose="00020600040101010101" pitchFamily="18" charset="-122"/>
                <a:ea typeface="汉仪旗黑-55简" panose="00020600040101010101" pitchFamily="18" charset="-122"/>
                <a:cs typeface="+mn-ea"/>
                <a:sym typeface="汉仪旗黑-55简" panose="00020600040101010101" pitchFamily="18" charset="-122"/>
              </a:endParaRPr>
            </a:p>
          </p:txBody>
        </p:sp>
        <p:sp>
          <p:nvSpPr>
            <p:cNvPr id="83" name="椭圆 82">
              <a:extLst>
                <a:ext uri="{FF2B5EF4-FFF2-40B4-BE49-F238E27FC236}">
                  <a16:creationId xmlns:a16="http://schemas.microsoft.com/office/drawing/2014/main" id="{B84CC013-682F-5D21-9609-A324D042695C}"/>
                </a:ext>
              </a:extLst>
            </p:cNvPr>
            <p:cNvSpPr/>
            <p:nvPr/>
          </p:nvSpPr>
          <p:spPr>
            <a:xfrm>
              <a:off x="3810000" y="770589"/>
              <a:ext cx="129540" cy="129540"/>
            </a:xfrm>
            <a:prstGeom prst="ellipse">
              <a:avLst/>
            </a:prstGeom>
            <a:solidFill>
              <a:srgbClr val="3056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汉仪旗黑-55简" panose="00020600040101010101" pitchFamily="18" charset="-122"/>
                <a:ea typeface="汉仪旗黑-55简" panose="00020600040101010101" pitchFamily="18" charset="-122"/>
                <a:cs typeface="+mn-ea"/>
                <a:sym typeface="汉仪旗黑-55简" panose="00020600040101010101" pitchFamily="18" charset="-122"/>
              </a:endParaRPr>
            </a:p>
          </p:txBody>
        </p:sp>
        <p:sp>
          <p:nvSpPr>
            <p:cNvPr id="84" name="椭圆 83">
              <a:extLst>
                <a:ext uri="{FF2B5EF4-FFF2-40B4-BE49-F238E27FC236}">
                  <a16:creationId xmlns:a16="http://schemas.microsoft.com/office/drawing/2014/main" id="{A7CD45C3-2EA6-6F84-0FB7-346C28115DA0}"/>
                </a:ext>
              </a:extLst>
            </p:cNvPr>
            <p:cNvSpPr/>
            <p:nvPr/>
          </p:nvSpPr>
          <p:spPr>
            <a:xfrm>
              <a:off x="1066800" y="1247786"/>
              <a:ext cx="129540" cy="129540"/>
            </a:xfrm>
            <a:prstGeom prst="ellipse">
              <a:avLst/>
            </a:prstGeom>
            <a:solidFill>
              <a:srgbClr val="3056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汉仪旗黑-55简" panose="00020600040101010101" pitchFamily="18" charset="-122"/>
                <a:ea typeface="汉仪旗黑-55简" panose="00020600040101010101" pitchFamily="18" charset="-122"/>
                <a:cs typeface="+mn-ea"/>
                <a:sym typeface="汉仪旗黑-55简" panose="00020600040101010101" pitchFamily="18" charset="-122"/>
              </a:endParaRPr>
            </a:p>
          </p:txBody>
        </p:sp>
        <p:sp>
          <p:nvSpPr>
            <p:cNvPr id="85" name="椭圆 84">
              <a:extLst>
                <a:ext uri="{FF2B5EF4-FFF2-40B4-BE49-F238E27FC236}">
                  <a16:creationId xmlns:a16="http://schemas.microsoft.com/office/drawing/2014/main" id="{C55F52A9-C441-56EB-77EF-90E2A52A08BE}"/>
                </a:ext>
              </a:extLst>
            </p:cNvPr>
            <p:cNvSpPr/>
            <p:nvPr/>
          </p:nvSpPr>
          <p:spPr>
            <a:xfrm>
              <a:off x="1615440" y="1247786"/>
              <a:ext cx="129540" cy="129540"/>
            </a:xfrm>
            <a:prstGeom prst="ellipse">
              <a:avLst/>
            </a:prstGeom>
            <a:solidFill>
              <a:srgbClr val="3056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汉仪旗黑-55简" panose="00020600040101010101" pitchFamily="18" charset="-122"/>
                <a:ea typeface="汉仪旗黑-55简" panose="00020600040101010101" pitchFamily="18" charset="-122"/>
                <a:cs typeface="+mn-ea"/>
                <a:sym typeface="汉仪旗黑-55简" panose="00020600040101010101" pitchFamily="18" charset="-122"/>
              </a:endParaRPr>
            </a:p>
          </p:txBody>
        </p:sp>
        <p:sp>
          <p:nvSpPr>
            <p:cNvPr id="86" name="椭圆 85">
              <a:extLst>
                <a:ext uri="{FF2B5EF4-FFF2-40B4-BE49-F238E27FC236}">
                  <a16:creationId xmlns:a16="http://schemas.microsoft.com/office/drawing/2014/main" id="{5D44421A-C418-46F8-CD69-DB3A81DD4C34}"/>
                </a:ext>
              </a:extLst>
            </p:cNvPr>
            <p:cNvSpPr/>
            <p:nvPr/>
          </p:nvSpPr>
          <p:spPr>
            <a:xfrm>
              <a:off x="2164080" y="1247786"/>
              <a:ext cx="129540" cy="129540"/>
            </a:xfrm>
            <a:prstGeom prst="ellipse">
              <a:avLst/>
            </a:prstGeom>
            <a:solidFill>
              <a:srgbClr val="3056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汉仪旗黑-55简" panose="00020600040101010101" pitchFamily="18" charset="-122"/>
                <a:ea typeface="汉仪旗黑-55简" panose="00020600040101010101" pitchFamily="18" charset="-122"/>
                <a:cs typeface="+mn-ea"/>
                <a:sym typeface="汉仪旗黑-55简" panose="00020600040101010101" pitchFamily="18" charset="-122"/>
              </a:endParaRPr>
            </a:p>
          </p:txBody>
        </p:sp>
        <p:sp>
          <p:nvSpPr>
            <p:cNvPr id="87" name="椭圆 86">
              <a:extLst>
                <a:ext uri="{FF2B5EF4-FFF2-40B4-BE49-F238E27FC236}">
                  <a16:creationId xmlns:a16="http://schemas.microsoft.com/office/drawing/2014/main" id="{4DA9C9E7-386D-0C8B-F425-4ADD35419752}"/>
                </a:ext>
              </a:extLst>
            </p:cNvPr>
            <p:cNvSpPr/>
            <p:nvPr/>
          </p:nvSpPr>
          <p:spPr>
            <a:xfrm>
              <a:off x="2712720" y="1247786"/>
              <a:ext cx="129540" cy="129540"/>
            </a:xfrm>
            <a:prstGeom prst="ellipse">
              <a:avLst/>
            </a:prstGeom>
            <a:solidFill>
              <a:srgbClr val="3056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汉仪旗黑-55简" panose="00020600040101010101" pitchFamily="18" charset="-122"/>
                <a:ea typeface="汉仪旗黑-55简" panose="00020600040101010101" pitchFamily="18" charset="-122"/>
                <a:cs typeface="+mn-ea"/>
                <a:sym typeface="汉仪旗黑-55简" panose="00020600040101010101" pitchFamily="18" charset="-122"/>
              </a:endParaRPr>
            </a:p>
          </p:txBody>
        </p:sp>
        <p:sp>
          <p:nvSpPr>
            <p:cNvPr id="88" name="椭圆 87">
              <a:extLst>
                <a:ext uri="{FF2B5EF4-FFF2-40B4-BE49-F238E27FC236}">
                  <a16:creationId xmlns:a16="http://schemas.microsoft.com/office/drawing/2014/main" id="{557C85FC-C99C-2F4B-39DF-050B68F653C3}"/>
                </a:ext>
              </a:extLst>
            </p:cNvPr>
            <p:cNvSpPr/>
            <p:nvPr/>
          </p:nvSpPr>
          <p:spPr>
            <a:xfrm>
              <a:off x="3261360" y="1247786"/>
              <a:ext cx="129540" cy="129540"/>
            </a:xfrm>
            <a:prstGeom prst="ellipse">
              <a:avLst/>
            </a:prstGeom>
            <a:solidFill>
              <a:srgbClr val="3056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汉仪旗黑-55简" panose="00020600040101010101" pitchFamily="18" charset="-122"/>
                <a:ea typeface="汉仪旗黑-55简" panose="00020600040101010101" pitchFamily="18" charset="-122"/>
                <a:cs typeface="+mn-ea"/>
                <a:sym typeface="汉仪旗黑-55简" panose="00020600040101010101" pitchFamily="18" charset="-122"/>
              </a:endParaRPr>
            </a:p>
          </p:txBody>
        </p:sp>
        <p:sp>
          <p:nvSpPr>
            <p:cNvPr id="89" name="椭圆 88">
              <a:extLst>
                <a:ext uri="{FF2B5EF4-FFF2-40B4-BE49-F238E27FC236}">
                  <a16:creationId xmlns:a16="http://schemas.microsoft.com/office/drawing/2014/main" id="{F83F10D4-F661-0412-DDA0-24315721534F}"/>
                </a:ext>
              </a:extLst>
            </p:cNvPr>
            <p:cNvSpPr/>
            <p:nvPr/>
          </p:nvSpPr>
          <p:spPr>
            <a:xfrm>
              <a:off x="3810000" y="1247786"/>
              <a:ext cx="129540" cy="129540"/>
            </a:xfrm>
            <a:prstGeom prst="ellipse">
              <a:avLst/>
            </a:prstGeom>
            <a:solidFill>
              <a:srgbClr val="3056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汉仪旗黑-55简" panose="00020600040101010101" pitchFamily="18" charset="-122"/>
                <a:ea typeface="汉仪旗黑-55简" panose="00020600040101010101" pitchFamily="18" charset="-122"/>
                <a:cs typeface="+mn-ea"/>
                <a:sym typeface="汉仪旗黑-55简" panose="00020600040101010101" pitchFamily="18" charset="-122"/>
              </a:endParaRPr>
            </a:p>
          </p:txBody>
        </p:sp>
        <p:sp>
          <p:nvSpPr>
            <p:cNvPr id="90" name="椭圆 89">
              <a:extLst>
                <a:ext uri="{FF2B5EF4-FFF2-40B4-BE49-F238E27FC236}">
                  <a16:creationId xmlns:a16="http://schemas.microsoft.com/office/drawing/2014/main" id="{A0078145-8CD8-2975-7836-EFCF7CA38B47}"/>
                </a:ext>
              </a:extLst>
            </p:cNvPr>
            <p:cNvSpPr/>
            <p:nvPr/>
          </p:nvSpPr>
          <p:spPr>
            <a:xfrm>
              <a:off x="1066800" y="1724983"/>
              <a:ext cx="129540" cy="129540"/>
            </a:xfrm>
            <a:prstGeom prst="ellipse">
              <a:avLst/>
            </a:prstGeom>
            <a:solidFill>
              <a:srgbClr val="3056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汉仪旗黑-55简" panose="00020600040101010101" pitchFamily="18" charset="-122"/>
                <a:ea typeface="汉仪旗黑-55简" panose="00020600040101010101" pitchFamily="18" charset="-122"/>
                <a:cs typeface="+mn-ea"/>
                <a:sym typeface="汉仪旗黑-55简" panose="00020600040101010101" pitchFamily="18" charset="-122"/>
              </a:endParaRPr>
            </a:p>
          </p:txBody>
        </p:sp>
        <p:sp>
          <p:nvSpPr>
            <p:cNvPr id="91" name="椭圆 90">
              <a:extLst>
                <a:ext uri="{FF2B5EF4-FFF2-40B4-BE49-F238E27FC236}">
                  <a16:creationId xmlns:a16="http://schemas.microsoft.com/office/drawing/2014/main" id="{11AE0301-CF79-B0B4-1F18-779D463F56DE}"/>
                </a:ext>
              </a:extLst>
            </p:cNvPr>
            <p:cNvSpPr/>
            <p:nvPr/>
          </p:nvSpPr>
          <p:spPr>
            <a:xfrm>
              <a:off x="1615440" y="1724983"/>
              <a:ext cx="129540" cy="129540"/>
            </a:xfrm>
            <a:prstGeom prst="ellipse">
              <a:avLst/>
            </a:prstGeom>
            <a:solidFill>
              <a:srgbClr val="3056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汉仪旗黑-55简" panose="00020600040101010101" pitchFamily="18" charset="-122"/>
                <a:ea typeface="汉仪旗黑-55简" panose="00020600040101010101" pitchFamily="18" charset="-122"/>
                <a:cs typeface="+mn-ea"/>
                <a:sym typeface="汉仪旗黑-55简" panose="00020600040101010101" pitchFamily="18" charset="-122"/>
              </a:endParaRPr>
            </a:p>
          </p:txBody>
        </p:sp>
        <p:sp>
          <p:nvSpPr>
            <p:cNvPr id="92" name="椭圆 91">
              <a:extLst>
                <a:ext uri="{FF2B5EF4-FFF2-40B4-BE49-F238E27FC236}">
                  <a16:creationId xmlns:a16="http://schemas.microsoft.com/office/drawing/2014/main" id="{6E215A76-0E1B-88AC-14E2-CCEE7D7DA6FC}"/>
                </a:ext>
              </a:extLst>
            </p:cNvPr>
            <p:cNvSpPr/>
            <p:nvPr/>
          </p:nvSpPr>
          <p:spPr>
            <a:xfrm>
              <a:off x="2164080" y="1724983"/>
              <a:ext cx="129540" cy="129540"/>
            </a:xfrm>
            <a:prstGeom prst="ellipse">
              <a:avLst/>
            </a:prstGeom>
            <a:solidFill>
              <a:srgbClr val="3056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汉仪旗黑-55简" panose="00020600040101010101" pitchFamily="18" charset="-122"/>
                <a:ea typeface="汉仪旗黑-55简" panose="00020600040101010101" pitchFamily="18" charset="-122"/>
                <a:cs typeface="+mn-ea"/>
                <a:sym typeface="汉仪旗黑-55简" panose="00020600040101010101" pitchFamily="18" charset="-122"/>
              </a:endParaRPr>
            </a:p>
          </p:txBody>
        </p:sp>
        <p:sp>
          <p:nvSpPr>
            <p:cNvPr id="93" name="椭圆 92">
              <a:extLst>
                <a:ext uri="{FF2B5EF4-FFF2-40B4-BE49-F238E27FC236}">
                  <a16:creationId xmlns:a16="http://schemas.microsoft.com/office/drawing/2014/main" id="{65EBA05E-7950-D5F9-45FE-E67F8C5B9F8D}"/>
                </a:ext>
              </a:extLst>
            </p:cNvPr>
            <p:cNvSpPr/>
            <p:nvPr/>
          </p:nvSpPr>
          <p:spPr>
            <a:xfrm>
              <a:off x="2712720" y="1724983"/>
              <a:ext cx="129540" cy="129540"/>
            </a:xfrm>
            <a:prstGeom prst="ellipse">
              <a:avLst/>
            </a:prstGeom>
            <a:solidFill>
              <a:srgbClr val="3056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汉仪旗黑-55简" panose="00020600040101010101" pitchFamily="18" charset="-122"/>
                <a:ea typeface="汉仪旗黑-55简" panose="00020600040101010101" pitchFamily="18" charset="-122"/>
                <a:cs typeface="+mn-ea"/>
                <a:sym typeface="汉仪旗黑-55简" panose="00020600040101010101" pitchFamily="18" charset="-122"/>
              </a:endParaRPr>
            </a:p>
          </p:txBody>
        </p:sp>
        <p:sp>
          <p:nvSpPr>
            <p:cNvPr id="94" name="椭圆 93">
              <a:extLst>
                <a:ext uri="{FF2B5EF4-FFF2-40B4-BE49-F238E27FC236}">
                  <a16:creationId xmlns:a16="http://schemas.microsoft.com/office/drawing/2014/main" id="{F1334A3A-F133-3D72-246F-3656E484DF86}"/>
                </a:ext>
              </a:extLst>
            </p:cNvPr>
            <p:cNvSpPr/>
            <p:nvPr/>
          </p:nvSpPr>
          <p:spPr>
            <a:xfrm>
              <a:off x="3261360" y="1724983"/>
              <a:ext cx="129540" cy="129540"/>
            </a:xfrm>
            <a:prstGeom prst="ellipse">
              <a:avLst/>
            </a:prstGeom>
            <a:solidFill>
              <a:srgbClr val="3056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汉仪旗黑-55简" panose="00020600040101010101" pitchFamily="18" charset="-122"/>
                <a:ea typeface="汉仪旗黑-55简" panose="00020600040101010101" pitchFamily="18" charset="-122"/>
                <a:cs typeface="+mn-ea"/>
                <a:sym typeface="汉仪旗黑-55简" panose="00020600040101010101" pitchFamily="18" charset="-122"/>
              </a:endParaRPr>
            </a:p>
          </p:txBody>
        </p:sp>
        <p:sp>
          <p:nvSpPr>
            <p:cNvPr id="95" name="椭圆 94">
              <a:extLst>
                <a:ext uri="{FF2B5EF4-FFF2-40B4-BE49-F238E27FC236}">
                  <a16:creationId xmlns:a16="http://schemas.microsoft.com/office/drawing/2014/main" id="{EAA0FF23-043E-A313-56EA-C0142B96FB6A}"/>
                </a:ext>
              </a:extLst>
            </p:cNvPr>
            <p:cNvSpPr/>
            <p:nvPr/>
          </p:nvSpPr>
          <p:spPr>
            <a:xfrm>
              <a:off x="3810000" y="1724983"/>
              <a:ext cx="129540" cy="129540"/>
            </a:xfrm>
            <a:prstGeom prst="ellipse">
              <a:avLst/>
            </a:prstGeom>
            <a:solidFill>
              <a:srgbClr val="3056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汉仪旗黑-55简" panose="00020600040101010101" pitchFamily="18" charset="-122"/>
                <a:ea typeface="汉仪旗黑-55简" panose="00020600040101010101" pitchFamily="18" charset="-122"/>
                <a:cs typeface="+mn-ea"/>
                <a:sym typeface="汉仪旗黑-55简" panose="00020600040101010101" pitchFamily="18" charset="-122"/>
              </a:endParaRPr>
            </a:p>
          </p:txBody>
        </p:sp>
        <p:sp>
          <p:nvSpPr>
            <p:cNvPr id="96" name="椭圆 95">
              <a:extLst>
                <a:ext uri="{FF2B5EF4-FFF2-40B4-BE49-F238E27FC236}">
                  <a16:creationId xmlns:a16="http://schemas.microsoft.com/office/drawing/2014/main" id="{21638C62-37AC-377A-8840-76824958D71F}"/>
                </a:ext>
              </a:extLst>
            </p:cNvPr>
            <p:cNvSpPr/>
            <p:nvPr/>
          </p:nvSpPr>
          <p:spPr>
            <a:xfrm>
              <a:off x="1066800" y="2202180"/>
              <a:ext cx="129540" cy="129540"/>
            </a:xfrm>
            <a:prstGeom prst="ellipse">
              <a:avLst/>
            </a:prstGeom>
            <a:solidFill>
              <a:srgbClr val="3056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汉仪旗黑-55简" panose="00020600040101010101" pitchFamily="18" charset="-122"/>
                <a:ea typeface="汉仪旗黑-55简" panose="00020600040101010101" pitchFamily="18" charset="-122"/>
                <a:cs typeface="+mn-ea"/>
                <a:sym typeface="汉仪旗黑-55简" panose="00020600040101010101" pitchFamily="18" charset="-122"/>
              </a:endParaRPr>
            </a:p>
          </p:txBody>
        </p:sp>
        <p:sp>
          <p:nvSpPr>
            <p:cNvPr id="97" name="椭圆 96">
              <a:extLst>
                <a:ext uri="{FF2B5EF4-FFF2-40B4-BE49-F238E27FC236}">
                  <a16:creationId xmlns:a16="http://schemas.microsoft.com/office/drawing/2014/main" id="{63B36E86-3D9F-269F-DA2D-AB31C3BA487C}"/>
                </a:ext>
              </a:extLst>
            </p:cNvPr>
            <p:cNvSpPr/>
            <p:nvPr/>
          </p:nvSpPr>
          <p:spPr>
            <a:xfrm>
              <a:off x="1615440" y="2202180"/>
              <a:ext cx="129540" cy="129540"/>
            </a:xfrm>
            <a:prstGeom prst="ellipse">
              <a:avLst/>
            </a:prstGeom>
            <a:solidFill>
              <a:srgbClr val="3056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汉仪旗黑-55简" panose="00020600040101010101" pitchFamily="18" charset="-122"/>
                <a:ea typeface="汉仪旗黑-55简" panose="00020600040101010101" pitchFamily="18" charset="-122"/>
                <a:cs typeface="+mn-ea"/>
                <a:sym typeface="汉仪旗黑-55简" panose="00020600040101010101" pitchFamily="18" charset="-122"/>
              </a:endParaRPr>
            </a:p>
          </p:txBody>
        </p:sp>
        <p:sp>
          <p:nvSpPr>
            <p:cNvPr id="98" name="椭圆 97">
              <a:extLst>
                <a:ext uri="{FF2B5EF4-FFF2-40B4-BE49-F238E27FC236}">
                  <a16:creationId xmlns:a16="http://schemas.microsoft.com/office/drawing/2014/main" id="{6EF06A3F-BE57-DAC3-8A94-F404ED16AEAB}"/>
                </a:ext>
              </a:extLst>
            </p:cNvPr>
            <p:cNvSpPr/>
            <p:nvPr/>
          </p:nvSpPr>
          <p:spPr>
            <a:xfrm>
              <a:off x="2164080" y="2202180"/>
              <a:ext cx="129540" cy="129540"/>
            </a:xfrm>
            <a:prstGeom prst="ellipse">
              <a:avLst/>
            </a:prstGeom>
            <a:solidFill>
              <a:srgbClr val="3056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汉仪旗黑-55简" panose="00020600040101010101" pitchFamily="18" charset="-122"/>
                <a:ea typeface="汉仪旗黑-55简" panose="00020600040101010101" pitchFamily="18" charset="-122"/>
                <a:cs typeface="+mn-ea"/>
                <a:sym typeface="汉仪旗黑-55简" panose="00020600040101010101" pitchFamily="18" charset="-122"/>
              </a:endParaRPr>
            </a:p>
          </p:txBody>
        </p:sp>
        <p:sp>
          <p:nvSpPr>
            <p:cNvPr id="99" name="椭圆 98">
              <a:extLst>
                <a:ext uri="{FF2B5EF4-FFF2-40B4-BE49-F238E27FC236}">
                  <a16:creationId xmlns:a16="http://schemas.microsoft.com/office/drawing/2014/main" id="{F09546E5-4D9B-761F-34BC-0465CA658C72}"/>
                </a:ext>
              </a:extLst>
            </p:cNvPr>
            <p:cNvSpPr/>
            <p:nvPr/>
          </p:nvSpPr>
          <p:spPr>
            <a:xfrm>
              <a:off x="2712720" y="2202180"/>
              <a:ext cx="129540" cy="129540"/>
            </a:xfrm>
            <a:prstGeom prst="ellipse">
              <a:avLst/>
            </a:prstGeom>
            <a:solidFill>
              <a:srgbClr val="3056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汉仪旗黑-55简" panose="00020600040101010101" pitchFamily="18" charset="-122"/>
                <a:ea typeface="汉仪旗黑-55简" panose="00020600040101010101" pitchFamily="18" charset="-122"/>
                <a:cs typeface="+mn-ea"/>
                <a:sym typeface="汉仪旗黑-55简" panose="00020600040101010101" pitchFamily="18" charset="-122"/>
              </a:endParaRPr>
            </a:p>
          </p:txBody>
        </p:sp>
        <p:sp>
          <p:nvSpPr>
            <p:cNvPr id="100" name="椭圆 99">
              <a:extLst>
                <a:ext uri="{FF2B5EF4-FFF2-40B4-BE49-F238E27FC236}">
                  <a16:creationId xmlns:a16="http://schemas.microsoft.com/office/drawing/2014/main" id="{C4AB8081-A111-732D-1DF3-890B12C77EDA}"/>
                </a:ext>
              </a:extLst>
            </p:cNvPr>
            <p:cNvSpPr/>
            <p:nvPr/>
          </p:nvSpPr>
          <p:spPr>
            <a:xfrm>
              <a:off x="3261360" y="2202180"/>
              <a:ext cx="129540" cy="129540"/>
            </a:xfrm>
            <a:prstGeom prst="ellipse">
              <a:avLst/>
            </a:prstGeom>
            <a:solidFill>
              <a:srgbClr val="3056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汉仪旗黑-55简" panose="00020600040101010101" pitchFamily="18" charset="-122"/>
                <a:ea typeface="汉仪旗黑-55简" panose="00020600040101010101" pitchFamily="18" charset="-122"/>
                <a:cs typeface="+mn-ea"/>
                <a:sym typeface="汉仪旗黑-55简" panose="00020600040101010101" pitchFamily="18" charset="-122"/>
              </a:endParaRPr>
            </a:p>
          </p:txBody>
        </p:sp>
        <p:sp>
          <p:nvSpPr>
            <p:cNvPr id="101" name="椭圆 100">
              <a:extLst>
                <a:ext uri="{FF2B5EF4-FFF2-40B4-BE49-F238E27FC236}">
                  <a16:creationId xmlns:a16="http://schemas.microsoft.com/office/drawing/2014/main" id="{00DAF09E-BD9D-ED00-D6C0-567B830BC0ED}"/>
                </a:ext>
              </a:extLst>
            </p:cNvPr>
            <p:cNvSpPr/>
            <p:nvPr/>
          </p:nvSpPr>
          <p:spPr>
            <a:xfrm>
              <a:off x="3810000" y="2202180"/>
              <a:ext cx="129540" cy="129540"/>
            </a:xfrm>
            <a:prstGeom prst="ellipse">
              <a:avLst/>
            </a:prstGeom>
            <a:solidFill>
              <a:srgbClr val="3056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汉仪旗黑-55简" panose="00020600040101010101" pitchFamily="18" charset="-122"/>
                <a:ea typeface="汉仪旗黑-55简" panose="00020600040101010101" pitchFamily="18" charset="-122"/>
                <a:cs typeface="+mn-ea"/>
                <a:sym typeface="汉仪旗黑-55简" panose="00020600040101010101" pitchFamily="18" charset="-122"/>
              </a:endParaRPr>
            </a:p>
          </p:txBody>
        </p:sp>
      </p:grpSp>
    </p:spTree>
    <p:extLst>
      <p:ext uri="{BB962C8B-B14F-4D97-AF65-F5344CB8AC3E}">
        <p14:creationId xmlns:p14="http://schemas.microsoft.com/office/powerpoint/2010/main" val="361450839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2.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3.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4.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5.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6.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7.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8.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9.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10.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11.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12.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13.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14.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15.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16.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17.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18.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19.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20.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21.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22.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23.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24.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25.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26.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27.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28.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29.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30.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31.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32.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33.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34.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35.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36.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37.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38.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39.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40.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41.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42.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43.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44.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45.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46.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47.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48.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49.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50.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51.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52.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ags/tag53.xml><?xml version="1.0" encoding="utf-8"?>
<p:tagLst xmlns:a="http://schemas.openxmlformats.org/drawingml/2006/main" xmlns:r="http://schemas.openxmlformats.org/officeDocument/2006/relationships" xmlns:p="http://schemas.openxmlformats.org/presentationml/2006/main">
  <p:tag name="KSO_WM_DIAGRAM_VIRTUALLY_FRAME" val="{&quot;height&quot;:266.41968503937005,&quot;left&quot;:32.08181102362205,&quot;top&quot;:223.41464566929136,&quot;width&quot;:899.5089763779528}"/>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1000</TotalTime>
  <Words>1661</Words>
  <Application>Microsoft Office PowerPoint</Application>
  <PresentationFormat>宽屏</PresentationFormat>
  <Paragraphs>138</Paragraphs>
  <Slides>17</Slides>
  <Notes>4</Notes>
  <HiddenSlides>0</HiddenSlides>
  <MMClips>0</MMClips>
  <ScaleCrop>false</ScaleCrop>
  <HeadingPairs>
    <vt:vector size="6" baseType="variant">
      <vt:variant>
        <vt:lpstr>已用的字体</vt:lpstr>
      </vt:variant>
      <vt:variant>
        <vt:i4>17</vt:i4>
      </vt:variant>
      <vt:variant>
        <vt:lpstr>主题</vt:lpstr>
      </vt:variant>
      <vt:variant>
        <vt:i4>1</vt:i4>
      </vt:variant>
      <vt:variant>
        <vt:lpstr>幻灯片标题</vt:lpstr>
      </vt:variant>
      <vt:variant>
        <vt:i4>17</vt:i4>
      </vt:variant>
    </vt:vector>
  </HeadingPairs>
  <TitlesOfParts>
    <vt:vector size="35" baseType="lpstr">
      <vt:lpstr>HarmonyOS Sans SC Light</vt:lpstr>
      <vt:lpstr>等线</vt:lpstr>
      <vt:lpstr>等线 Light</vt:lpstr>
      <vt:lpstr>汉仪旗黑-55简</vt:lpstr>
      <vt:lpstr>汉仪心海行楷W</vt:lpstr>
      <vt:lpstr>黑体</vt:lpstr>
      <vt:lpstr>思源黑体</vt:lpstr>
      <vt:lpstr>思源黑体 CN Bold</vt:lpstr>
      <vt:lpstr>思源黑体 CN Light</vt:lpstr>
      <vt:lpstr>思源黑体 CN Medium</vt:lpstr>
      <vt:lpstr>思源宋体 CN Heavy</vt:lpstr>
      <vt:lpstr>微软雅黑</vt:lpstr>
      <vt:lpstr>Agency FB</vt:lpstr>
      <vt:lpstr>Arabic Typesetting</vt:lpstr>
      <vt:lpstr>Arial</vt:lpstr>
      <vt:lpstr>Times New Roman</vt:lpstr>
      <vt:lpstr>Wingdings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sy350070383@outlook.com</dc:creator>
  <cp:lastModifiedBy>懒鱼 小</cp:lastModifiedBy>
  <cp:revision>528</cp:revision>
  <dcterms:created xsi:type="dcterms:W3CDTF">2024-12-05T06:05:00Z</dcterms:created>
  <dcterms:modified xsi:type="dcterms:W3CDTF">2026-06-26T14:25:48Z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2F5B52D42C7841EB9B15C8703712F02E_12</vt:lpwstr>
  </property>
  <property fmtid="{D5CDD505-2E9C-101B-9397-08002B2CF9AE}" pid="3" name="KSOProductBuildVer">
    <vt:lpwstr>2052-12.1.0.19302</vt:lpwstr>
  </property>
</Properties>
</file>