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7" r:id="rId10"/>
    <p:sldId id="268" r:id="rId11"/>
    <p:sldId id="269" r:id="rId12"/>
    <p:sldId id="271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2" r:id="rId21"/>
    <p:sldId id="284" r:id="rId22"/>
    <p:sldId id="289" r:id="rId23"/>
    <p:sldId id="291" r:id="rId24"/>
    <p:sldId id="293" r:id="rId25"/>
    <p:sldId id="294" r:id="rId26"/>
    <p:sldId id="295" r:id="rId27"/>
    <p:sldId id="296" r:id="rId28"/>
    <p:sldId id="298" r:id="rId29"/>
    <p:sldId id="299" r:id="rId30"/>
    <p:sldId id="300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5" r:id="rId43"/>
    <p:sldId id="316" r:id="rId44"/>
    <p:sldId id="318" r:id="rId45"/>
    <p:sldId id="319" r:id="rId46"/>
    <p:sldId id="320" r:id="rId47"/>
    <p:sldId id="322" r:id="rId48"/>
    <p:sldId id="323" r:id="rId49"/>
    <p:sldId id="324" r:id="rId50"/>
    <p:sldId id="326" r:id="rId51"/>
    <p:sldId id="327" r:id="rId52"/>
    <p:sldId id="328" r:id="rId53"/>
    <p:sldId id="329" r:id="rId54"/>
    <p:sldId id="331" r:id="rId55"/>
    <p:sldId id="332" r:id="rId56"/>
    <p:sldId id="335" r:id="rId57"/>
    <p:sldId id="336" r:id="rId58"/>
    <p:sldId id="337" r:id="rId59"/>
    <p:sldId id="340" r:id="rId60"/>
    <p:sldId id="343" r:id="rId61"/>
    <p:sldId id="344" r:id="rId62"/>
    <p:sldId id="345" r:id="rId63"/>
    <p:sldId id="346" r:id="rId64"/>
    <p:sldId id="347" r:id="rId65"/>
    <p:sldId id="348" r:id="rId66"/>
    <p:sldId id="350" r:id="rId67"/>
    <p:sldId id="351" r:id="rId68"/>
    <p:sldId id="357" r:id="rId69"/>
    <p:sldId id="358" r:id="rId70"/>
    <p:sldId id="359" r:id="rId71"/>
    <p:sldId id="362" r:id="rId72"/>
    <p:sldId id="364" r:id="rId73"/>
    <p:sldId id="366" r:id="rId74"/>
    <p:sldId id="369" r:id="rId75"/>
    <p:sldId id="370" r:id="rId76"/>
    <p:sldId id="372" r:id="rId77"/>
    <p:sldId id="373" r:id="rId78"/>
    <p:sldId id="426" r:id="rId79"/>
    <p:sldId id="378" r:id="rId80"/>
    <p:sldId id="381" r:id="rId81"/>
    <p:sldId id="383" r:id="rId82"/>
    <p:sldId id="385" r:id="rId83"/>
    <p:sldId id="386" r:id="rId84"/>
    <p:sldId id="387" r:id="rId85"/>
    <p:sldId id="388" r:id="rId86"/>
    <p:sldId id="392" r:id="rId87"/>
    <p:sldId id="393" r:id="rId88"/>
    <p:sldId id="394" r:id="rId89"/>
    <p:sldId id="395" r:id="rId90"/>
    <p:sldId id="396" r:id="rId91"/>
    <p:sldId id="397" r:id="rId92"/>
    <p:sldId id="398" r:id="rId93"/>
    <p:sldId id="399" r:id="rId94"/>
    <p:sldId id="400" r:id="rId95"/>
    <p:sldId id="401" r:id="rId96"/>
    <p:sldId id="403" r:id="rId97"/>
    <p:sldId id="405" r:id="rId98"/>
    <p:sldId id="406" r:id="rId99"/>
    <p:sldId id="408" r:id="rId100"/>
    <p:sldId id="409" r:id="rId101"/>
    <p:sldId id="410" r:id="rId102"/>
    <p:sldId id="412" r:id="rId103"/>
    <p:sldId id="414" r:id="rId104"/>
    <p:sldId id="415" r:id="rId105"/>
    <p:sldId id="416" r:id="rId106"/>
    <p:sldId id="419" r:id="rId107"/>
    <p:sldId id="420" r:id="rId108"/>
    <p:sldId id="421" r:id="rId109"/>
    <p:sldId id="422" r:id="rId110"/>
    <p:sldId id="424" r:id="rId111"/>
    <p:sldId id="425" r:id="rId1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20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29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566802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B1D5346-071F-BC59-E498-2A51943DC5EA}"/>
              </a:ext>
            </a:extLst>
          </p:cNvPr>
          <p:cNvSpPr txBox="1"/>
          <p:nvPr/>
        </p:nvSpPr>
        <p:spPr>
          <a:xfrm>
            <a:off x="2141730" y="5661248"/>
            <a:ext cx="4860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2</a:t>
            </a:r>
            <a:r>
              <a:rPr lang="zh-CN" altLang="en-US" sz="2400" b="1" dirty="0">
                <a:latin typeface="+mj-ea"/>
                <a:ea typeface="+mj-ea"/>
              </a:rPr>
              <a:t>）变形能法 → 适用于阶梯轴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E7578C6-658F-BF59-C6A9-F9A9B40833D0}"/>
              </a:ext>
            </a:extLst>
          </p:cNvPr>
          <p:cNvSpPr txBox="1"/>
          <p:nvPr/>
        </p:nvSpPr>
        <p:spPr>
          <a:xfrm>
            <a:off x="2267744" y="5517232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5</a:t>
            </a:r>
            <a:r>
              <a:rPr lang="zh-CN" altLang="en-US" sz="2400" b="1" dirty="0">
                <a:latin typeface="+mj-ea"/>
                <a:ea typeface="+mj-ea"/>
              </a:rPr>
              <a:t>）绘制水平面的弯矩图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2E840F-C889-BB4C-EF80-C7FA59291C05}"/>
              </a:ext>
            </a:extLst>
          </p:cNvPr>
          <p:cNvSpPr txBox="1"/>
          <p:nvPr/>
        </p:nvSpPr>
        <p:spPr>
          <a:xfrm>
            <a:off x="2267744" y="6021288"/>
            <a:ext cx="4608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j-ea"/>
                <a:ea typeface="+mj-ea"/>
              </a:rPr>
              <a:t>还有一堆计算式我懒得补了</a:t>
            </a:r>
            <a:endParaRPr lang="en-US" altLang="zh-CN" sz="12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5D5C-62CB-3DC2-81D7-16C9D59760DD}"/>
            </a:ext>
          </a:extLst>
        </p:cNvPr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>
            <a:extLst>
              <a:ext uri="{FF2B5EF4-FFF2-40B4-BE49-F238E27FC236}">
                <a16:creationId xmlns:a16="http://schemas.microsoft.com/office/drawing/2014/main" id="{41B9BD7D-3CD6-643C-695C-9977F71B3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14507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93">
  <a:themeElements>
    <a:clrScheme name="Theme9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</Words>
  <Application>Microsoft Office PowerPoint</Application>
  <PresentationFormat>全屏显示(4:3)</PresentationFormat>
  <Paragraphs>3</Paragraphs>
  <Slides>111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111</vt:i4>
      </vt:variant>
    </vt:vector>
  </HeadingPairs>
  <TitlesOfParts>
    <vt:vector size="112" baseType="lpstr">
      <vt:lpstr>Theme93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subject>Sample 02 Subject</dc:subject>
  <dc:creator>PHPOffice</dc:creator>
  <cp:keywords>office 2007 openxml libreoffice odt php</cp:keywords>
  <dc:description>Sample 02 Description</dc:description>
  <cp:lastModifiedBy>れん 古明地</cp:lastModifiedBy>
  <cp:revision>4</cp:revision>
  <dcterms:created xsi:type="dcterms:W3CDTF">2025-12-25T08:35:43Z</dcterms:created>
  <dcterms:modified xsi:type="dcterms:W3CDTF">2026-01-03T08:09:17Z</dcterms:modified>
  <cp:category>Sample Category</cp:category>
</cp:coreProperties>
</file>